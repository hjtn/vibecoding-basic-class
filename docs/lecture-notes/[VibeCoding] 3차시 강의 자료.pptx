
<file path=[Content_Types].xml><?xml version="1.0" encoding="utf-8"?>
<Types xmlns="http://schemas.openxmlformats.org/package/2006/content-types">
  <Default ContentType="application/x-fontdata" Extension="fntdata"/>
  <Default ContentType="image/jpeg" Extension="jpeg"/>
  <Default ContentType="image/png" Extension="png"/>
  <Default ContentType="application/vnd.openxmlformats-package.relationships+xml" Extension="rels"/>
  <Default ContentType="image/svg+xml" Extension="svg"/>
  <Default ContentType="application/xml" Extension="xml"/>
  <Override ContentType="application/vnd.openxmlformats-officedocument.extended-properties+xml" PartName="/docProps/app.xml"/>
  <Override ContentType="application/vnd.openxmlformats-package.core-properties+xml" PartName="/docProps/core.xml"/>
  <Override ContentType="application/vnd.openxmlformats-officedocument.presentationml.notesMaster+xml" PartName="/ppt/notesMasters/notesMaster1.xml"/>
  <Override ContentType="application/vnd.openxmlformats-officedocument.presentationml.notesSlide+xml" PartName="/ppt/notesSlides/notesSlide1.xml"/>
  <Override ContentType="application/vnd.openxmlformats-officedocument.presentationml.notesSlide+xml" PartName="/ppt/notesSlides/notesSlide2.xml"/>
  <Override ContentType="application/vnd.openxmlformats-officedocument.presentationml.notesSlide+xml" PartName="/ppt/notesSlides/notesSlide3.xml"/>
  <Override ContentType="application/vnd.openxmlformats-officedocument.presentationml.notesSlide+xml" PartName="/ppt/notesSlides/notesSlide4.xml"/>
  <Override ContentType="application/vnd.openxmlformats-officedocument.presentationml.notesSlide+xml" PartName="/ppt/notesSlides/notesSlide5.xml"/>
  <Override ContentType="application/vnd.openxmlformats-officedocument.presentationml.notesSlide+xml" PartName="/ppt/notesSlides/notesSlide6.xml"/>
  <Override ContentType="application/vnd.openxmlformats-officedocument.presentationml.notesSlide+xml" PartName="/ppt/notesSlides/notesSlide7.xml"/>
  <Override ContentType="application/vnd.openxmlformats-officedocument.presentationml.notesSlide+xml" PartName="/ppt/notesSlides/notesSlide8.xml"/>
  <Override ContentType="application/vnd.openxmlformats-officedocument.presentationml.notesSlide+xml" PartName="/ppt/notesSlides/notesSlide9.xml"/>
  <Override ContentType="application/vnd.openxmlformats-officedocument.presentationml.notesSlide+xml" PartName="/ppt/notesSlides/notesSlide10.xml"/>
  <Override ContentType="application/vnd.openxmlformats-officedocument.presentationml.notesSlide+xml" PartName="/ppt/notesSlides/notesSlide11.xml"/>
  <Override ContentType="application/vnd.openxmlformats-officedocument.presentationml.notesSlide+xml" PartName="/ppt/notesSlides/notesSlide12.xml"/>
  <Override ContentType="application/vnd.openxmlformats-officedocument.presentationml.notesSlide+xml" PartName="/ppt/notesSlides/notesSlide13.xml"/>
  <Override ContentType="application/vnd.openxmlformats-officedocument.presentationml.notesSlide+xml" PartName="/ppt/notesSlides/notesSlide14.xml"/>
  <Override ContentType="application/vnd.openxmlformats-officedocument.presentationml.notesSlide+xml" PartName="/ppt/notesSlides/notesSlide15.xml"/>
  <Override ContentType="application/vnd.openxmlformats-officedocument.presentationml.notesSlide+xml" PartName="/ppt/notesSlides/notesSlide16.xml"/>
  <Override ContentType="application/vnd.openxmlformats-officedocument.presentationml.notesSlide+xml" PartName="/ppt/notesSlides/notesSlide17.xml"/>
  <Override ContentType="application/vnd.openxmlformats-officedocument.presentationml.notesSlide+xml" PartName="/ppt/notesSlides/notesSlide18.xml"/>
  <Override ContentType="application/vnd.openxmlformats-officedocument.presentationml.notesSlide+xml" PartName="/ppt/notesSlides/notesSlide19.xml"/>
  <Override ContentType="application/vnd.openxmlformats-officedocument.presentationml.notesSlide+xml" PartName="/ppt/notesSlides/notesSlide20.xml"/>
  <Override ContentType="application/vnd.openxmlformats-officedocument.presentationml.notesSlide+xml" PartName="/ppt/notesSlides/notesSlide21.xml"/>
  <Override ContentType="application/vnd.openxmlformats-officedocument.presentationml.notesSlide+xml" PartName="/ppt/notesSlides/notesSlide22.xml"/>
  <Override ContentType="application/vnd.openxmlformats-officedocument.presentationml.notesSlide+xml" PartName="/ppt/notesSlides/notesSlide23.xml"/>
  <Override ContentType="application/vnd.openxmlformats-officedocument.presentationml.notesSlide+xml" PartName="/ppt/notesSlides/notesSlide24.xml"/>
  <Override ContentType="application/vnd.openxmlformats-officedocument.presentationml.notesSlide+xml" PartName="/ppt/notesSlides/notesSlide25.xml"/>
  <Override ContentType="application/vnd.openxmlformats-officedocument.presentationml.notesSlide+xml" PartName="/ppt/notesSlides/notesSlide26.xml"/>
  <Override ContentType="application/vnd.openxmlformats-officedocument.presentationml.notesSlide+xml" PartName="/ppt/notesSlides/notesSlide27.xml"/>
  <Override ContentType="application/vnd.openxmlformats-officedocument.presentationml.notesSlide+xml" PartName="/ppt/notesSlides/notesSlide28.xml"/>
  <Override ContentType="application/vnd.openxmlformats-officedocument.presentationml.notesSlide+xml" PartName="/ppt/notesSlides/notesSlide29.xml"/>
  <Override ContentType="application/vnd.openxmlformats-officedocument.presentationml.notesSlide+xml" PartName="/ppt/notesSlides/notesSlide30.xml"/>
  <Override ContentType="application/vnd.openxmlformats-officedocument.presentationml.notesSlide+xml" PartName="/ppt/notesSlides/notesSlide31.xml"/>
  <Override ContentType="application/vnd.openxmlformats-officedocument.presentationml.notesSlide+xml" PartName="/ppt/notesSlides/notesSlide32.xml"/>
  <Override ContentType="application/vnd.openxmlformats-officedocument.presentationml.notesSlide+xml" PartName="/ppt/notesSlides/notesSlide33.xml"/>
  <Override ContentType="application/vnd.openxmlformats-officedocument.presentationml.notesSlide+xml" PartName="/ppt/notesSlides/notesSlide34.xml"/>
  <Override ContentType="application/vnd.openxmlformats-officedocument.presentationml.notesSlide+xml" PartName="/ppt/notesSlides/notesSlide35.xml"/>
  <Override ContentType="application/vnd.openxmlformats-officedocument.presentationml.notesSlide+xml" PartName="/ppt/notesSlides/notesSlide36.xml"/>
  <Override ContentType="application/vnd.openxmlformats-officedocument.presentationml.notesSlide+xml" PartName="/ppt/notesSlides/notesSlide37.xml"/>
  <Override ContentType="application/vnd.openxmlformats-officedocument.presentationml.notesSlide+xml" PartName="/ppt/notesSlides/notesSlide38.xml"/>
  <Override ContentType="application/vnd.openxmlformats-officedocument.presentationml.notesSlide+xml" PartName="/ppt/notesSlides/notesSlide39.xml"/>
  <Override ContentType="application/vnd.openxmlformats-officedocument.presentationml.notesSlide+xml" PartName="/ppt/notesSlides/notesSlide40.xml"/>
  <Override ContentType="application/vnd.openxmlformats-officedocument.presentationml.notesSlide+xml" PartName="/ppt/notesSlides/notesSlide41.xml"/>
  <Override ContentType="application/vnd.openxmlformats-officedocument.presentationml.notesSlide+xml" PartName="/ppt/notesSlides/notesSlide42.xml"/>
  <Override ContentType="application/vnd.openxmlformats-officedocument.presentationml.notesSlide+xml" PartName="/ppt/notesSlides/notesSlide43.xml"/>
  <Override ContentType="application/vnd.openxmlformats-officedocument.presentationml.notesSlide+xml" PartName="/ppt/notesSlides/notesSlide44.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presentationml.slideLayout+xml" PartName="/ppt/slideLayouts/slideLayout1.xml"/>
  <Override ContentType="application/vnd.openxmlformats-officedocument.presentationml.slideLayout+xml" PartName="/ppt/slideLayouts/slideLayout2.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6.xml"/>
  <Override ContentType="application/vnd.openxmlformats-officedocument.presentationml.slideLayout+xml" PartName="/ppt/slideLayouts/slideLayout7.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Layout+xml" PartName="/ppt/slideLayouts/slideLayout10.xml"/>
  <Override ContentType="application/vnd.openxmlformats-officedocument.presentationml.slideLayout+xml" PartName="/ppt/slideLayouts/slideLayout11.xml"/>
  <Override ContentType="application/vnd.openxmlformats-officedocument.presentationml.slideMaster+xml" PartName="/ppt/slideMasters/slideMaster1.xml"/>
  <Override ContentType="application/vnd.openxmlformats-officedocument.presentationml.slide+xml" PartName="/ppt/slides/slide1.xml"/>
  <Override ContentType="application/vnd.openxmlformats-officedocument.presentationml.slide+xml" PartName="/ppt/slides/slide2.xml"/>
  <Override ContentType="application/vnd.openxmlformats-officedocument.presentationml.slide+xml" PartName="/ppt/slides/slide3.xml"/>
  <Override ContentType="application/vnd.openxmlformats-officedocument.presentationml.slide+xml" PartName="/ppt/slides/slide4.xml"/>
  <Override ContentType="application/vnd.openxmlformats-officedocument.presentationml.slide+xml" PartName="/ppt/slides/slide5.xml"/>
  <Override ContentType="application/vnd.openxmlformats-officedocument.presentationml.slide+xml" PartName="/ppt/slides/slide6.xml"/>
  <Override ContentType="application/vnd.openxmlformats-officedocument.presentationml.slide+xml" PartName="/ppt/slides/slide7.xml"/>
  <Override ContentType="application/vnd.openxmlformats-officedocument.presentationml.slide+xml" PartName="/ppt/slides/slide8.xml"/>
  <Override ContentType="application/vnd.openxmlformats-officedocument.presentationml.slide+xml" PartName="/ppt/slides/slide9.xml"/>
  <Override ContentType="application/vnd.openxmlformats-officedocument.presentationml.slide+xml" PartName="/ppt/slides/slide10.xml"/>
  <Override ContentType="application/vnd.openxmlformats-officedocument.presentationml.slide+xml" PartName="/ppt/slides/slide11.xml"/>
  <Override ContentType="application/vnd.openxmlformats-officedocument.presentationml.slide+xml" PartName="/ppt/slides/slide12.xml"/>
  <Override ContentType="application/vnd.openxmlformats-officedocument.presentationml.slide+xml" PartName="/ppt/slides/slide13.xml"/>
  <Override ContentType="application/vnd.openxmlformats-officedocument.presentationml.slide+xml" PartName="/ppt/slides/slide14.xml"/>
  <Override ContentType="application/vnd.openxmlformats-officedocument.presentationml.slide+xml" PartName="/ppt/slides/slide15.xml"/>
  <Override ContentType="application/vnd.openxmlformats-officedocument.presentationml.slide+xml" PartName="/ppt/slides/slide16.xml"/>
  <Override ContentType="application/vnd.openxmlformats-officedocument.presentationml.slide+xml" PartName="/ppt/slides/slide17.xml"/>
  <Override ContentType="application/vnd.openxmlformats-officedocument.presentationml.slide+xml" PartName="/ppt/slides/slide18.xml"/>
  <Override ContentType="application/vnd.openxmlformats-officedocument.presentationml.slide+xml" PartName="/ppt/slides/slide19.xml"/>
  <Override ContentType="application/vnd.openxmlformats-officedocument.presentationml.slide+xml" PartName="/ppt/slides/slide20.xml"/>
  <Override ContentType="application/vnd.openxmlformats-officedocument.presentationml.slide+xml" PartName="/ppt/slides/slide21.xml"/>
  <Override ContentType="application/vnd.openxmlformats-officedocument.presentationml.slide+xml" PartName="/ppt/slides/slide22.xml"/>
  <Override ContentType="application/vnd.openxmlformats-officedocument.presentationml.slide+xml" PartName="/ppt/slides/slide23.xml"/>
  <Override ContentType="application/vnd.openxmlformats-officedocument.presentationml.slide+xml" PartName="/ppt/slides/slide24.xml"/>
  <Override ContentType="application/vnd.openxmlformats-officedocument.presentationml.slide+xml" PartName="/ppt/slides/slide25.xml"/>
  <Override ContentType="application/vnd.openxmlformats-officedocument.presentationml.slide+xml" PartName="/ppt/slides/slide26.xml"/>
  <Override ContentType="application/vnd.openxmlformats-officedocument.presentationml.slide+xml" PartName="/ppt/slides/slide27.xml"/>
  <Override ContentType="application/vnd.openxmlformats-officedocument.presentationml.slide+xml" PartName="/ppt/slides/slide28.xml"/>
  <Override ContentType="application/vnd.openxmlformats-officedocument.presentationml.slide+xml" PartName="/ppt/slides/slide29.xml"/>
  <Override ContentType="application/vnd.openxmlformats-officedocument.presentationml.slide+xml" PartName="/ppt/slides/slide30.xml"/>
  <Override ContentType="application/vnd.openxmlformats-officedocument.presentationml.slide+xml" PartName="/ppt/slides/slide31.xml"/>
  <Override ContentType="application/vnd.openxmlformats-officedocument.presentationml.slide+xml" PartName="/ppt/slides/slide32.xml"/>
  <Override ContentType="application/vnd.openxmlformats-officedocument.presentationml.slide+xml" PartName="/ppt/slides/slide33.xml"/>
  <Override ContentType="application/vnd.openxmlformats-officedocument.presentationml.slide+xml" PartName="/ppt/slides/slide34.xml"/>
  <Override ContentType="application/vnd.openxmlformats-officedocument.presentationml.slide+xml" PartName="/ppt/slides/slide35.xml"/>
  <Override ContentType="application/vnd.openxmlformats-officedocument.presentationml.slide+xml" PartName="/ppt/slides/slide36.xml"/>
  <Override ContentType="application/vnd.openxmlformats-officedocument.presentationml.slide+xml" PartName="/ppt/slides/slide37.xml"/>
  <Override ContentType="application/vnd.openxmlformats-officedocument.presentationml.slide+xml" PartName="/ppt/slides/slide38.xml"/>
  <Override ContentType="application/vnd.openxmlformats-officedocument.presentationml.slide+xml" PartName="/ppt/slides/slide39.xml"/>
  <Override ContentType="application/vnd.openxmlformats-officedocument.presentationml.slide+xml" PartName="/ppt/slides/slide40.xml"/>
  <Override ContentType="application/vnd.openxmlformats-officedocument.presentationml.slide+xml" PartName="/ppt/slides/slide41.xml"/>
  <Override ContentType="application/vnd.openxmlformats-officedocument.presentationml.slide+xml" PartName="/ppt/slides/slide42.xml"/>
  <Override ContentType="application/vnd.openxmlformats-officedocument.presentationml.slide+xml" PartName="/ppt/slides/slide43.xml"/>
  <Override ContentType="application/vnd.openxmlformats-officedocument.presentationml.slide+xml" PartName="/ppt/slides/slide44.xml"/>
  <Override ContentType="application/vnd.openxmlformats-officedocument.presentationml.tableStyles+xml" PartName="/ppt/tableStyles.xml"/>
  <Override ContentType="application/vnd.openxmlformats-officedocument.theme+xml" PartName="/ppt/theme/theme1.xml"/>
  <Override ContentType="application/vnd.openxmlformats-officedocument.theme+xml" PartName="/ppt/theme/theme2.xml"/>
  <Override ContentType="application/vnd.openxmlformats-officedocument.presentationml.viewProps+xml" PartName="/ppt/viewProps.xml"/>
</Types>
</file>

<file path=_rels/.rels><?xml version="1.0" encoding="UTF-8" standalone="yes"?><Relationships xmlns="http://schemas.openxmlformats.org/package/2006/relationships"><Relationship Id="rId1" Target="ppt/presentation.xml" Type="http://schemas.openxmlformats.org/officeDocument/2006/relationships/officeDocument"/><Relationship Id="rId2" Target="docProps/thumbnail.jpeg" Type="http://schemas.openxmlformats.org/package/2006/relationships/metadata/thumbnail"/><Relationship Id="rId3" Target="docProps/core.xml" Type="http://schemas.openxmlformats.org/package/2006/relationships/metadata/core-properties"/><Relationship Id="rId4" Target="docProps/app.xml" Type="http://schemas.openxmlformats.org/officeDocument/2006/relationships/extended-properties"/></Relationships>
</file>

<file path=ppt/presentation.xml><?xml version="1.0" encoding="utf-8"?>
<p:presentation xmlns:a="http://schemas.openxmlformats.org/drawingml/2006/main" xmlns:r="http://schemas.openxmlformats.org/officeDocument/2006/relationships" xmlns:p="http://schemas.openxmlformats.org/presentationml/2006/main" saveSubsetFonts="1" embedTrueTypeFonts="true">
  <p:sldMasterIdLst>
    <p:sldMasterId id="2147483648" r:id="rId1"/>
  </p:sldMasterIdLst>
  <p:notesMasterIdLst>
    <p:notesMasterId r:id="rId50"/>
  </p:notesMasterIdLst>
  <p:sldIdLst>
    <p:sldId id="256" r:id="rId6"/>
    <p:sldId id="257" r:id="rId7"/>
    <p:sldId id="258" r:id="rId8"/>
    <p:sldId id="259" r:id="rId9"/>
    <p:sldId id="260" r:id="rId10"/>
    <p:sldId id="261" r:id="rId11"/>
    <p:sldId id="262" r:id="rId12"/>
    <p:sldId id="263" r:id="rId13"/>
    <p:sldId id="264" r:id="rId14"/>
    <p:sldId id="265" r:id="rId15"/>
    <p:sldId id="266" r:id="rId16"/>
    <p:sldId id="267" r:id="rId17"/>
    <p:sldId id="268" r:id="rId18"/>
    <p:sldId id="269" r:id="rId19"/>
    <p:sldId id="270" r:id="rId20"/>
    <p:sldId id="271" r:id="rId21"/>
    <p:sldId id="272" r:id="rId22"/>
    <p:sldId id="273" r:id="rId23"/>
    <p:sldId id="274" r:id="rId24"/>
    <p:sldId id="275" r:id="rId25"/>
    <p:sldId id="276" r:id="rId26"/>
    <p:sldId id="277" r:id="rId27"/>
    <p:sldId id="278" r:id="rId28"/>
    <p:sldId id="279" r:id="rId29"/>
    <p:sldId id="280" r:id="rId30"/>
    <p:sldId id="281" r:id="rId31"/>
    <p:sldId id="282" r:id="rId32"/>
    <p:sldId id="283" r:id="rId33"/>
    <p:sldId id="284" r:id="rId34"/>
    <p:sldId id="285" r:id="rId35"/>
    <p:sldId id="286" r:id="rId36"/>
    <p:sldId id="287" r:id="rId37"/>
    <p:sldId id="288" r:id="rId38"/>
    <p:sldId id="289" r:id="rId39"/>
    <p:sldId id="290" r:id="rId40"/>
    <p:sldId id="291" r:id="rId41"/>
    <p:sldId id="292" r:id="rId42"/>
    <p:sldId id="293" r:id="rId43"/>
    <p:sldId id="294" r:id="rId44"/>
    <p:sldId id="295" r:id="rId45"/>
    <p:sldId id="296" r:id="rId46"/>
    <p:sldId id="297" r:id="rId47"/>
    <p:sldId id="298" r:id="rId48"/>
    <p:sldId id="299" r:id="rId49"/>
  </p:sldIdLst>
  <p:sldSz cx="18288000" cy="10287000"/>
  <p:notesSz cx="6858000" cy="9144000"/>
  <p:embeddedFontLst>
    <p:embeddedFont>
      <p:font typeface="프리젠테이션 Bold" charset="1" panose="00000000000000000000"/>
      <p:regular r:id="rId53"/>
    </p:embeddedFont>
    <p:embeddedFont>
      <p:font typeface="프리젠테이션 Semi-Bold" charset="1" panose="00000000000000000000"/>
      <p:regular r:id="rId55"/>
    </p:embeddedFont>
    <p:embeddedFont>
      <p:font typeface="프리젠테이션" charset="1" panose="00000000000000000000"/>
      <p:regular r:id="rId57"/>
    </p:embeddedFont>
    <p:embeddedFont>
      <p:font typeface="Arimo Bold" charset="1" panose="020B0704020202020204"/>
      <p:regular r:id="rId68"/>
    </p:embeddedFont>
    <p:embeddedFont>
      <p:font typeface="Arimo" charset="1" panose="020B0604020202020204"/>
      <p:regular r:id="rId69"/>
    </p:embeddedFont>
    <p:embeddedFont>
      <p:font typeface="DIN Next Bold" charset="1" panose="020B0803020203050203"/>
      <p:regular r:id="rId100"/>
    </p:embeddedFont>
    <p:embeddedFont>
      <p:font typeface="프리젠테이션 Ultra-Bold" charset="1" panose="00000000000000000000"/>
      <p:regular r:id="rId102"/>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autoAdjust="0"/>
    <p:restoredTop sz="94622" autoAdjust="0"/>
  </p:normalViewPr>
  <p:slideViewPr>
    <p:cSldViewPr>
      <p:cViewPr varScale="1">
        <p:scale>
          <a:sx n="74" d="100"/>
          <a:sy n="74" d="100"/>
        </p:scale>
        <p:origin x="-1092" y="-90"/>
      </p:cViewPr>
      <p:guideLst>
        <p:guide orient="horz" pos="2160"/>
        <p:guide pos="2880"/>
      </p:guideLst>
    </p:cSldViewPr>
  </p:slideViewPr>
  <p:outlineViewPr>
    <p:cViewPr>
      <p:scale>
        <a:sx n="33" d="100"/>
        <a:sy n="33" d="100"/>
      </p:scale>
      <p:origin x="0" y="0"/>
    </p:cViewPr>
  </p:outlineViewPr>
  <p:notesTextViewPr>
    <p:cViewPr>
      <p:scale>
        <a:sx n="100" d="100"/>
        <a:sy n="100" d="100"/>
      </p:scale>
      <p:origin x="0" y="0"/>
    </p:cViewPr>
  </p:notesTextViewPr>
  <p:gridSpacing cx="76200" cy="76200"/>
</p:viewPr>
</file>

<file path=ppt/_rels/presentation.xml.rels><?xml version="1.0" encoding="UTF-8" standalone="yes"?><Relationships xmlns="http://schemas.openxmlformats.org/package/2006/relationships"><Relationship Id="rId1" Target="slideMasters/slideMaster1.xml" Type="http://schemas.openxmlformats.org/officeDocument/2006/relationships/slideMaster"/><Relationship Id="rId10" Target="slides/slide5.xml" Type="http://schemas.openxmlformats.org/officeDocument/2006/relationships/slide"/><Relationship Id="rId100" Target="fonts/font100.fntdata" Type="http://schemas.openxmlformats.org/officeDocument/2006/relationships/font"/><Relationship Id="rId101" Target="notesSlides/notesSlide44.xml" Type="http://schemas.openxmlformats.org/officeDocument/2006/relationships/notesSlide"/><Relationship Id="rId102" Target="fonts/font102.fntdata" Type="http://schemas.openxmlformats.org/officeDocument/2006/relationships/font"/><Relationship Id="rId11" Target="slides/slide6.xml" Type="http://schemas.openxmlformats.org/officeDocument/2006/relationships/slide"/><Relationship Id="rId12" Target="slides/slide7.xml" Type="http://schemas.openxmlformats.org/officeDocument/2006/relationships/slide"/><Relationship Id="rId13" Target="slides/slide8.xml" Type="http://schemas.openxmlformats.org/officeDocument/2006/relationships/slide"/><Relationship Id="rId14" Target="slides/slide9.xml" Type="http://schemas.openxmlformats.org/officeDocument/2006/relationships/slide"/><Relationship Id="rId15" Target="slides/slide10.xml" Type="http://schemas.openxmlformats.org/officeDocument/2006/relationships/slide"/><Relationship Id="rId16" Target="slides/slide11.xml" Type="http://schemas.openxmlformats.org/officeDocument/2006/relationships/slide"/><Relationship Id="rId17" Target="slides/slide12.xml" Type="http://schemas.openxmlformats.org/officeDocument/2006/relationships/slide"/><Relationship Id="rId18" Target="slides/slide13.xml" Type="http://schemas.openxmlformats.org/officeDocument/2006/relationships/slide"/><Relationship Id="rId19" Target="slides/slide14.xml" Type="http://schemas.openxmlformats.org/officeDocument/2006/relationships/slide"/><Relationship Id="rId2" Target="presProps.xml" Type="http://schemas.openxmlformats.org/officeDocument/2006/relationships/presProps"/><Relationship Id="rId20" Target="slides/slide15.xml" Type="http://schemas.openxmlformats.org/officeDocument/2006/relationships/slide"/><Relationship Id="rId21" Target="slides/slide16.xml" Type="http://schemas.openxmlformats.org/officeDocument/2006/relationships/slide"/><Relationship Id="rId22" Target="slides/slide17.xml" Type="http://schemas.openxmlformats.org/officeDocument/2006/relationships/slide"/><Relationship Id="rId23" Target="slides/slide18.xml" Type="http://schemas.openxmlformats.org/officeDocument/2006/relationships/slide"/><Relationship Id="rId24" Target="slides/slide19.xml" Type="http://schemas.openxmlformats.org/officeDocument/2006/relationships/slide"/><Relationship Id="rId25" Target="slides/slide20.xml" Type="http://schemas.openxmlformats.org/officeDocument/2006/relationships/slide"/><Relationship Id="rId26" Target="slides/slide21.xml" Type="http://schemas.openxmlformats.org/officeDocument/2006/relationships/slide"/><Relationship Id="rId27" Target="slides/slide22.xml" Type="http://schemas.openxmlformats.org/officeDocument/2006/relationships/slide"/><Relationship Id="rId28" Target="slides/slide23.xml" Type="http://schemas.openxmlformats.org/officeDocument/2006/relationships/slide"/><Relationship Id="rId29" Target="slides/slide24.xml" Type="http://schemas.openxmlformats.org/officeDocument/2006/relationships/slide"/><Relationship Id="rId3" Target="viewProps.xml" Type="http://schemas.openxmlformats.org/officeDocument/2006/relationships/viewProps"/><Relationship Id="rId30" Target="slides/slide25.xml" Type="http://schemas.openxmlformats.org/officeDocument/2006/relationships/slide"/><Relationship Id="rId31" Target="slides/slide26.xml" Type="http://schemas.openxmlformats.org/officeDocument/2006/relationships/slide"/><Relationship Id="rId32" Target="slides/slide27.xml" Type="http://schemas.openxmlformats.org/officeDocument/2006/relationships/slide"/><Relationship Id="rId33" Target="slides/slide28.xml" Type="http://schemas.openxmlformats.org/officeDocument/2006/relationships/slide"/><Relationship Id="rId34" Target="slides/slide29.xml" Type="http://schemas.openxmlformats.org/officeDocument/2006/relationships/slide"/><Relationship Id="rId35" Target="slides/slide30.xml" Type="http://schemas.openxmlformats.org/officeDocument/2006/relationships/slide"/><Relationship Id="rId36" Target="slides/slide31.xml" Type="http://schemas.openxmlformats.org/officeDocument/2006/relationships/slide"/><Relationship Id="rId37" Target="slides/slide32.xml" Type="http://schemas.openxmlformats.org/officeDocument/2006/relationships/slide"/><Relationship Id="rId38" Target="slides/slide33.xml" Type="http://schemas.openxmlformats.org/officeDocument/2006/relationships/slide"/><Relationship Id="rId39" Target="slides/slide34.xml" Type="http://schemas.openxmlformats.org/officeDocument/2006/relationships/slide"/><Relationship Id="rId4" Target="theme/theme1.xml" Type="http://schemas.openxmlformats.org/officeDocument/2006/relationships/theme"/><Relationship Id="rId40" Target="slides/slide35.xml" Type="http://schemas.openxmlformats.org/officeDocument/2006/relationships/slide"/><Relationship Id="rId41" Target="slides/slide36.xml" Type="http://schemas.openxmlformats.org/officeDocument/2006/relationships/slide"/><Relationship Id="rId42" Target="slides/slide37.xml" Type="http://schemas.openxmlformats.org/officeDocument/2006/relationships/slide"/><Relationship Id="rId43" Target="slides/slide38.xml" Type="http://schemas.openxmlformats.org/officeDocument/2006/relationships/slide"/><Relationship Id="rId44" Target="slides/slide39.xml" Type="http://schemas.openxmlformats.org/officeDocument/2006/relationships/slide"/><Relationship Id="rId45" Target="slides/slide40.xml" Type="http://schemas.openxmlformats.org/officeDocument/2006/relationships/slide"/><Relationship Id="rId46" Target="slides/slide41.xml" Type="http://schemas.openxmlformats.org/officeDocument/2006/relationships/slide"/><Relationship Id="rId47" Target="slides/slide42.xml" Type="http://schemas.openxmlformats.org/officeDocument/2006/relationships/slide"/><Relationship Id="rId48" Target="slides/slide43.xml" Type="http://schemas.openxmlformats.org/officeDocument/2006/relationships/slide"/><Relationship Id="rId49" Target="slides/slide44.xml" Type="http://schemas.openxmlformats.org/officeDocument/2006/relationships/slide"/><Relationship Id="rId5" Target="tableStyles.xml" Type="http://schemas.openxmlformats.org/officeDocument/2006/relationships/tableStyles"/><Relationship Id="rId50" Target="notesMasters/notesMaster1.xml" Type="http://schemas.openxmlformats.org/officeDocument/2006/relationships/notesMaster"/><Relationship Id="rId51" Target="theme/theme2.xml" Type="http://schemas.openxmlformats.org/officeDocument/2006/relationships/theme"/><Relationship Id="rId52" Target="notesSlides/notesSlide1.xml" Type="http://schemas.openxmlformats.org/officeDocument/2006/relationships/notesSlide"/><Relationship Id="rId53" Target="fonts/font53.fntdata" Type="http://schemas.openxmlformats.org/officeDocument/2006/relationships/font"/><Relationship Id="rId54" Target="notesSlides/notesSlide2.xml" Type="http://schemas.openxmlformats.org/officeDocument/2006/relationships/notesSlide"/><Relationship Id="rId55" Target="fonts/font55.fntdata" Type="http://schemas.openxmlformats.org/officeDocument/2006/relationships/font"/><Relationship Id="rId56" Target="notesSlides/notesSlide3.xml" Type="http://schemas.openxmlformats.org/officeDocument/2006/relationships/notesSlide"/><Relationship Id="rId57" Target="fonts/font57.fntdata" Type="http://schemas.openxmlformats.org/officeDocument/2006/relationships/font"/><Relationship Id="rId58" Target="notesSlides/notesSlide4.xml" Type="http://schemas.openxmlformats.org/officeDocument/2006/relationships/notesSlide"/><Relationship Id="rId59" Target="notesSlides/notesSlide5.xml" Type="http://schemas.openxmlformats.org/officeDocument/2006/relationships/notesSlide"/><Relationship Id="rId6" Target="slides/slide1.xml" Type="http://schemas.openxmlformats.org/officeDocument/2006/relationships/slide"/><Relationship Id="rId60" Target="notesSlides/notesSlide6.xml" Type="http://schemas.openxmlformats.org/officeDocument/2006/relationships/notesSlide"/><Relationship Id="rId61" Target="notesSlides/notesSlide7.xml" Type="http://schemas.openxmlformats.org/officeDocument/2006/relationships/notesSlide"/><Relationship Id="rId62" Target="notesSlides/notesSlide8.xml" Type="http://schemas.openxmlformats.org/officeDocument/2006/relationships/notesSlide"/><Relationship Id="rId63" Target="notesSlides/notesSlide9.xml" Type="http://schemas.openxmlformats.org/officeDocument/2006/relationships/notesSlide"/><Relationship Id="rId64" Target="notesSlides/notesSlide10.xml" Type="http://schemas.openxmlformats.org/officeDocument/2006/relationships/notesSlide"/><Relationship Id="rId65" Target="notesSlides/notesSlide11.xml" Type="http://schemas.openxmlformats.org/officeDocument/2006/relationships/notesSlide"/><Relationship Id="rId66" Target="notesSlides/notesSlide12.xml" Type="http://schemas.openxmlformats.org/officeDocument/2006/relationships/notesSlide"/><Relationship Id="rId67" Target="notesSlides/notesSlide13.xml" Type="http://schemas.openxmlformats.org/officeDocument/2006/relationships/notesSlide"/><Relationship Id="rId68" Target="fonts/font68.fntdata" Type="http://schemas.openxmlformats.org/officeDocument/2006/relationships/font"/><Relationship Id="rId69" Target="fonts/font69.fntdata" Type="http://schemas.openxmlformats.org/officeDocument/2006/relationships/font"/><Relationship Id="rId7" Target="slides/slide2.xml" Type="http://schemas.openxmlformats.org/officeDocument/2006/relationships/slide"/><Relationship Id="rId70" Target="notesSlides/notesSlide14.xml" Type="http://schemas.openxmlformats.org/officeDocument/2006/relationships/notesSlide"/><Relationship Id="rId71" Target="notesSlides/notesSlide15.xml" Type="http://schemas.openxmlformats.org/officeDocument/2006/relationships/notesSlide"/><Relationship Id="rId72" Target="notesSlides/notesSlide16.xml" Type="http://schemas.openxmlformats.org/officeDocument/2006/relationships/notesSlide"/><Relationship Id="rId73" Target="notesSlides/notesSlide17.xml" Type="http://schemas.openxmlformats.org/officeDocument/2006/relationships/notesSlide"/><Relationship Id="rId74" Target="notesSlides/notesSlide18.xml" Type="http://schemas.openxmlformats.org/officeDocument/2006/relationships/notesSlide"/><Relationship Id="rId75" Target="notesSlides/notesSlide19.xml" Type="http://schemas.openxmlformats.org/officeDocument/2006/relationships/notesSlide"/><Relationship Id="rId76" Target="notesSlides/notesSlide20.xml" Type="http://schemas.openxmlformats.org/officeDocument/2006/relationships/notesSlide"/><Relationship Id="rId77" Target="notesSlides/notesSlide21.xml" Type="http://schemas.openxmlformats.org/officeDocument/2006/relationships/notesSlide"/><Relationship Id="rId78" Target="notesSlides/notesSlide22.xml" Type="http://schemas.openxmlformats.org/officeDocument/2006/relationships/notesSlide"/><Relationship Id="rId79" Target="notesSlides/notesSlide23.xml" Type="http://schemas.openxmlformats.org/officeDocument/2006/relationships/notesSlide"/><Relationship Id="rId8" Target="slides/slide3.xml" Type="http://schemas.openxmlformats.org/officeDocument/2006/relationships/slide"/><Relationship Id="rId80" Target="notesSlides/notesSlide24.xml" Type="http://schemas.openxmlformats.org/officeDocument/2006/relationships/notesSlide"/><Relationship Id="rId81" Target="notesSlides/notesSlide25.xml" Type="http://schemas.openxmlformats.org/officeDocument/2006/relationships/notesSlide"/><Relationship Id="rId82" Target="notesSlides/notesSlide26.xml" Type="http://schemas.openxmlformats.org/officeDocument/2006/relationships/notesSlide"/><Relationship Id="rId83" Target="notesSlides/notesSlide27.xml" Type="http://schemas.openxmlformats.org/officeDocument/2006/relationships/notesSlide"/><Relationship Id="rId84" Target="notesSlides/notesSlide28.xml" Type="http://schemas.openxmlformats.org/officeDocument/2006/relationships/notesSlide"/><Relationship Id="rId85" Target="notesSlides/notesSlide29.xml" Type="http://schemas.openxmlformats.org/officeDocument/2006/relationships/notesSlide"/><Relationship Id="rId86" Target="notesSlides/notesSlide30.xml" Type="http://schemas.openxmlformats.org/officeDocument/2006/relationships/notesSlide"/><Relationship Id="rId87" Target="notesSlides/notesSlide31.xml" Type="http://schemas.openxmlformats.org/officeDocument/2006/relationships/notesSlide"/><Relationship Id="rId88" Target="notesSlides/notesSlide32.xml" Type="http://schemas.openxmlformats.org/officeDocument/2006/relationships/notesSlide"/><Relationship Id="rId89" Target="notesSlides/notesSlide33.xml" Type="http://schemas.openxmlformats.org/officeDocument/2006/relationships/notesSlide"/><Relationship Id="rId9" Target="slides/slide4.xml" Type="http://schemas.openxmlformats.org/officeDocument/2006/relationships/slide"/><Relationship Id="rId90" Target="notesSlides/notesSlide34.xml" Type="http://schemas.openxmlformats.org/officeDocument/2006/relationships/notesSlide"/><Relationship Id="rId91" Target="notesSlides/notesSlide35.xml" Type="http://schemas.openxmlformats.org/officeDocument/2006/relationships/notesSlide"/><Relationship Id="rId92" Target="notesSlides/notesSlide36.xml" Type="http://schemas.openxmlformats.org/officeDocument/2006/relationships/notesSlide"/><Relationship Id="rId93" Target="notesSlides/notesSlide37.xml" Type="http://schemas.openxmlformats.org/officeDocument/2006/relationships/notesSlide"/><Relationship Id="rId94" Target="notesSlides/notesSlide38.xml" Type="http://schemas.openxmlformats.org/officeDocument/2006/relationships/notesSlide"/><Relationship Id="rId95" Target="notesSlides/notesSlide39.xml" Type="http://schemas.openxmlformats.org/officeDocument/2006/relationships/notesSlide"/><Relationship Id="rId96" Target="notesSlides/notesSlide40.xml" Type="http://schemas.openxmlformats.org/officeDocument/2006/relationships/notesSlide"/><Relationship Id="rId97" Target="notesSlides/notesSlide41.xml" Type="http://schemas.openxmlformats.org/officeDocument/2006/relationships/notesSlide"/><Relationship Id="rId98" Target="notesSlides/notesSlide42.xml" Type="http://schemas.openxmlformats.org/officeDocument/2006/relationships/notesSlide"/><Relationship Id="rId99" Target="notesSlides/notesSlide43.xml" Type="http://schemas.openxmlformats.org/officeDocument/2006/relationships/notesSlide"/></Relationships>
</file>

<file path=ppt/notesMasters/_rels/notesMaster1.xml.rels><?xml version="1.0" encoding="UTF-8" standalone="yes"?><Relationships xmlns="http://schemas.openxmlformats.org/package/2006/relationships"><Relationship Id="rId1" Target="../theme/theme2.xml" Type="http://schemas.openxmlformats.org/officeDocument/2006/relationships/theme"/></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lang="cs-CZ"/>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fld id="{B7268E1E-0E44-426D-905E-8AD9B19D2182}" type="datetimeFigureOut">
              <a:rPr lang="cs-CZ" smtClean="0"/>
              <a:t>1.7.2013</a:t>
            </a:fld>
            <a:endParaRPr lang="cs-CZ"/>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lang="cs-CZ"/>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cs-CZ"/>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lang="cs-CZ"/>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fld id="{871B2431-D351-4C6E-A3CF-9DFAC0E3E050}" type="slidenum">
              <a:rPr lang="cs-CZ" smtClean="0"/>
              <a:t>‹#›</a:t>
            </a:fld>
            <a:endParaRPr lang="cs-CZ"/>
          </a:p>
        </p:txBody>
      </p:sp>
    </p:spTree>
    <p:extLst>
      <p:ext uri="{BB962C8B-B14F-4D97-AF65-F5344CB8AC3E}">
        <p14:creationId xmlns:p14="http://schemas.microsoft.com/office/powerpoint/2010/main" val="179888911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Relationships xmlns="http://schemas.openxmlformats.org/package/2006/relationships"><Relationship Id="rId1" Target="../notesMasters/notesMaster1.xml" Type="http://schemas.openxmlformats.org/officeDocument/2006/relationships/notesMaster"/><Relationship Id="rId2" Target="../slides/slide1.xml" Type="http://schemas.openxmlformats.org/officeDocument/2006/relationships/slide"/></Relationships>
</file>

<file path=ppt/notesSlides/_rels/notesSlide2.xml.rels><?xml version="1.0" encoding="UTF-8" standalone="yes"?><Relationships xmlns="http://schemas.openxmlformats.org/package/2006/relationships"><Relationship Id="rId1" Target="../notesMasters/notesMaster1.xml" Type="http://schemas.openxmlformats.org/officeDocument/2006/relationships/notesMaster"/><Relationship Id="rId2" Target="../slides/slide2.xml" Type="http://schemas.openxmlformats.org/officeDocument/2006/relationships/slide"/></Relationships>
</file>

<file path=ppt/notesSlides/_rels/notesSlide3.xml.rels><?xml version="1.0" encoding="UTF-8" standalone="yes"?><Relationships xmlns="http://schemas.openxmlformats.org/package/2006/relationships"><Relationship Id="rId1" Target="../notesMasters/notesMaster1.xml" Type="http://schemas.openxmlformats.org/officeDocument/2006/relationships/notesMaster"/><Relationship Id="rId2" Target="../slides/slide3.xml" Type="http://schemas.openxmlformats.org/officeDocument/2006/relationships/slide"/></Relationships>
</file>

<file path=ppt/notesSlides/_rels/notesSlide4.xml.rels><?xml version="1.0" encoding="UTF-8" standalone="yes"?><Relationships xmlns="http://schemas.openxmlformats.org/package/2006/relationships"><Relationship Id="rId1" Target="../notesMasters/notesMaster1.xml" Type="http://schemas.openxmlformats.org/officeDocument/2006/relationships/notesMaster"/><Relationship Id="rId2" Target="../slides/slide4.xml" Type="http://schemas.openxmlformats.org/officeDocument/2006/relationships/slide"/></Relationships>
</file>

<file path=ppt/notesSlides/_rels/notesSlide5.xml.rels><?xml version="1.0" encoding="UTF-8" standalone="yes"?><Relationships xmlns="http://schemas.openxmlformats.org/package/2006/relationships"><Relationship Id="rId1" Target="../notesMasters/notesMaster1.xml" Type="http://schemas.openxmlformats.org/officeDocument/2006/relationships/notesMaster"/><Relationship Id="rId2" Target="../slides/slide5.xml" Type="http://schemas.openxmlformats.org/officeDocument/2006/relationships/slide"/></Relationships>
</file>

<file path=ppt/notesSlides/_rels/notesSlide6.xml.rels><?xml version="1.0" encoding="UTF-8" standalone="yes"?><Relationships xmlns="http://schemas.openxmlformats.org/package/2006/relationships"><Relationship Id="rId1" Target="../notesMasters/notesMaster1.xml" Type="http://schemas.openxmlformats.org/officeDocument/2006/relationships/notesMaster"/><Relationship Id="rId2" Target="../slides/slide6.xml" Type="http://schemas.openxmlformats.org/officeDocument/2006/relationships/slide"/></Relationships>
</file>

<file path=ppt/notesSlides/_rels/notesSlide7.xml.rels><?xml version="1.0" encoding="UTF-8" standalone="yes"?><Relationships xmlns="http://schemas.openxmlformats.org/package/2006/relationships"><Relationship Id="rId1" Target="../notesMasters/notesMaster1.xml" Type="http://schemas.openxmlformats.org/officeDocument/2006/relationships/notesMaster"/><Relationship Id="rId2" Target="../slides/slide7.xml" Type="http://schemas.openxmlformats.org/officeDocument/2006/relationships/slide"/></Relationships>
</file>

<file path=ppt/notesSlides/_rels/notesSlide8.xml.rels><?xml version="1.0" encoding="UTF-8" standalone="yes"?><Relationships xmlns="http://schemas.openxmlformats.org/package/2006/relationships"><Relationship Id="rId1" Target="../notesMasters/notesMaster1.xml" Type="http://schemas.openxmlformats.org/officeDocument/2006/relationships/notesMaster"/><Relationship Id="rId2" Target="../slides/slide8.xml" Type="http://schemas.openxmlformats.org/officeDocument/2006/relationships/slide"/></Relationships>
</file>

<file path=ppt/notesSlides/_rels/notesSlide9.xml.rels><?xml version="1.0" encoding="UTF-8" standalone="yes"?><Relationships xmlns="http://schemas.openxmlformats.org/package/2006/relationships"><Relationship Id="rId1" Target="../notesMasters/notesMaster1.xml" Type="http://schemas.openxmlformats.org/officeDocument/2006/relationships/notesMaster"/><Relationship Id="rId2" Target="../slides/slide9.xml" Type="http://schemas.openxmlformats.org/officeDocument/2006/relationships/slide"/></Relationships>
</file>

<file path=ppt/notesSlides/_rels/notesSlide10.xml.rels><?xml version="1.0" encoding="UTF-8" standalone="yes"?><Relationships xmlns="http://schemas.openxmlformats.org/package/2006/relationships"><Relationship Id="rId1" Target="../notesMasters/notesMaster1.xml" Type="http://schemas.openxmlformats.org/officeDocument/2006/relationships/notesMaster"/><Relationship Id="rId2" Target="../slides/slide10.xml" Type="http://schemas.openxmlformats.org/officeDocument/2006/relationships/slide"/></Relationships>
</file>

<file path=ppt/notesSlides/_rels/notesSlide11.xml.rels><?xml version="1.0" encoding="UTF-8" standalone="yes"?><Relationships xmlns="http://schemas.openxmlformats.org/package/2006/relationships"><Relationship Id="rId1" Target="../notesMasters/notesMaster1.xml" Type="http://schemas.openxmlformats.org/officeDocument/2006/relationships/notesMaster"/><Relationship Id="rId2" Target="../slides/slide11.xml" Type="http://schemas.openxmlformats.org/officeDocument/2006/relationships/slide"/></Relationships>
</file>

<file path=ppt/notesSlides/_rels/notesSlide12.xml.rels><?xml version="1.0" encoding="UTF-8" standalone="yes"?><Relationships xmlns="http://schemas.openxmlformats.org/package/2006/relationships"><Relationship Id="rId1" Target="../notesMasters/notesMaster1.xml" Type="http://schemas.openxmlformats.org/officeDocument/2006/relationships/notesMaster"/><Relationship Id="rId2" Target="../slides/slide12.xml" Type="http://schemas.openxmlformats.org/officeDocument/2006/relationships/slide"/></Relationships>
</file>

<file path=ppt/notesSlides/_rels/notesSlide13.xml.rels><?xml version="1.0" encoding="UTF-8" standalone="yes"?><Relationships xmlns="http://schemas.openxmlformats.org/package/2006/relationships"><Relationship Id="rId1" Target="../notesMasters/notesMaster1.xml" Type="http://schemas.openxmlformats.org/officeDocument/2006/relationships/notesMaster"/><Relationship Id="rId2" Target="../slides/slide13.xml" Type="http://schemas.openxmlformats.org/officeDocument/2006/relationships/slide"/></Relationships>
</file>

<file path=ppt/notesSlides/_rels/notesSlide14.xml.rels><?xml version="1.0" encoding="UTF-8" standalone="yes"?><Relationships xmlns="http://schemas.openxmlformats.org/package/2006/relationships"><Relationship Id="rId1" Target="../notesMasters/notesMaster1.xml" Type="http://schemas.openxmlformats.org/officeDocument/2006/relationships/notesMaster"/><Relationship Id="rId2" Target="../slides/slide14.xml" Type="http://schemas.openxmlformats.org/officeDocument/2006/relationships/slide"/></Relationships>
</file>

<file path=ppt/notesSlides/_rels/notesSlide15.xml.rels><?xml version="1.0" encoding="UTF-8" standalone="yes"?><Relationships xmlns="http://schemas.openxmlformats.org/package/2006/relationships"><Relationship Id="rId1" Target="../notesMasters/notesMaster1.xml" Type="http://schemas.openxmlformats.org/officeDocument/2006/relationships/notesMaster"/><Relationship Id="rId2" Target="../slides/slide15.xml" Type="http://schemas.openxmlformats.org/officeDocument/2006/relationships/slide"/></Relationships>
</file>

<file path=ppt/notesSlides/_rels/notesSlide16.xml.rels><?xml version="1.0" encoding="UTF-8" standalone="yes"?><Relationships xmlns="http://schemas.openxmlformats.org/package/2006/relationships"><Relationship Id="rId1" Target="../notesMasters/notesMaster1.xml" Type="http://schemas.openxmlformats.org/officeDocument/2006/relationships/notesMaster"/><Relationship Id="rId2" Target="../slides/slide16.xml" Type="http://schemas.openxmlformats.org/officeDocument/2006/relationships/slide"/></Relationships>
</file>

<file path=ppt/notesSlides/_rels/notesSlide17.xml.rels><?xml version="1.0" encoding="UTF-8" standalone="yes"?><Relationships xmlns="http://schemas.openxmlformats.org/package/2006/relationships"><Relationship Id="rId1" Target="../notesMasters/notesMaster1.xml" Type="http://schemas.openxmlformats.org/officeDocument/2006/relationships/notesMaster"/><Relationship Id="rId2" Target="../slides/slide17.xml" Type="http://schemas.openxmlformats.org/officeDocument/2006/relationships/slide"/></Relationships>
</file>

<file path=ppt/notesSlides/_rels/notesSlide18.xml.rels><?xml version="1.0" encoding="UTF-8" standalone="yes"?><Relationships xmlns="http://schemas.openxmlformats.org/package/2006/relationships"><Relationship Id="rId1" Target="../notesMasters/notesMaster1.xml" Type="http://schemas.openxmlformats.org/officeDocument/2006/relationships/notesMaster"/><Relationship Id="rId2" Target="../slides/slide18.xml" Type="http://schemas.openxmlformats.org/officeDocument/2006/relationships/slide"/></Relationships>
</file>

<file path=ppt/notesSlides/_rels/notesSlide19.xml.rels><?xml version="1.0" encoding="UTF-8" standalone="yes"?><Relationships xmlns="http://schemas.openxmlformats.org/package/2006/relationships"><Relationship Id="rId1" Target="../notesMasters/notesMaster1.xml" Type="http://schemas.openxmlformats.org/officeDocument/2006/relationships/notesMaster"/><Relationship Id="rId2" Target="../slides/slide19.xml" Type="http://schemas.openxmlformats.org/officeDocument/2006/relationships/slide"/></Relationships>
</file>

<file path=ppt/notesSlides/_rels/notesSlide20.xml.rels><?xml version="1.0" encoding="UTF-8" standalone="yes"?><Relationships xmlns="http://schemas.openxmlformats.org/package/2006/relationships"><Relationship Id="rId1" Target="../notesMasters/notesMaster1.xml" Type="http://schemas.openxmlformats.org/officeDocument/2006/relationships/notesMaster"/><Relationship Id="rId2" Target="../slides/slide20.xml" Type="http://schemas.openxmlformats.org/officeDocument/2006/relationships/slide"/></Relationships>
</file>

<file path=ppt/notesSlides/_rels/notesSlide21.xml.rels><?xml version="1.0" encoding="UTF-8" standalone="yes"?><Relationships xmlns="http://schemas.openxmlformats.org/package/2006/relationships"><Relationship Id="rId1" Target="../notesMasters/notesMaster1.xml" Type="http://schemas.openxmlformats.org/officeDocument/2006/relationships/notesMaster"/><Relationship Id="rId2" Target="../slides/slide21.xml" Type="http://schemas.openxmlformats.org/officeDocument/2006/relationships/slide"/></Relationships>
</file>

<file path=ppt/notesSlides/_rels/notesSlide22.xml.rels><?xml version="1.0" encoding="UTF-8" standalone="yes"?><Relationships xmlns="http://schemas.openxmlformats.org/package/2006/relationships"><Relationship Id="rId1" Target="../notesMasters/notesMaster1.xml" Type="http://schemas.openxmlformats.org/officeDocument/2006/relationships/notesMaster"/><Relationship Id="rId2" Target="../slides/slide22.xml" Type="http://schemas.openxmlformats.org/officeDocument/2006/relationships/slide"/></Relationships>
</file>

<file path=ppt/notesSlides/_rels/notesSlide23.xml.rels><?xml version="1.0" encoding="UTF-8" standalone="yes"?><Relationships xmlns="http://schemas.openxmlformats.org/package/2006/relationships"><Relationship Id="rId1" Target="../notesMasters/notesMaster1.xml" Type="http://schemas.openxmlformats.org/officeDocument/2006/relationships/notesMaster"/><Relationship Id="rId2" Target="../slides/slide23.xml" Type="http://schemas.openxmlformats.org/officeDocument/2006/relationships/slide"/></Relationships>
</file>

<file path=ppt/notesSlides/_rels/notesSlide24.xml.rels><?xml version="1.0" encoding="UTF-8" standalone="yes"?><Relationships xmlns="http://schemas.openxmlformats.org/package/2006/relationships"><Relationship Id="rId1" Target="../notesMasters/notesMaster1.xml" Type="http://schemas.openxmlformats.org/officeDocument/2006/relationships/notesMaster"/><Relationship Id="rId2" Target="../slides/slide24.xml" Type="http://schemas.openxmlformats.org/officeDocument/2006/relationships/slide"/></Relationships>
</file>

<file path=ppt/notesSlides/_rels/notesSlide25.xml.rels><?xml version="1.0" encoding="UTF-8" standalone="yes"?><Relationships xmlns="http://schemas.openxmlformats.org/package/2006/relationships"><Relationship Id="rId1" Target="../notesMasters/notesMaster1.xml" Type="http://schemas.openxmlformats.org/officeDocument/2006/relationships/notesMaster"/><Relationship Id="rId2" Target="../slides/slide25.xml" Type="http://schemas.openxmlformats.org/officeDocument/2006/relationships/slide"/></Relationships>
</file>

<file path=ppt/notesSlides/_rels/notesSlide26.xml.rels><?xml version="1.0" encoding="UTF-8" standalone="yes"?><Relationships xmlns="http://schemas.openxmlformats.org/package/2006/relationships"><Relationship Id="rId1" Target="../notesMasters/notesMaster1.xml" Type="http://schemas.openxmlformats.org/officeDocument/2006/relationships/notesMaster"/><Relationship Id="rId2" Target="../slides/slide26.xml" Type="http://schemas.openxmlformats.org/officeDocument/2006/relationships/slide"/></Relationships>
</file>

<file path=ppt/notesSlides/_rels/notesSlide27.xml.rels><?xml version="1.0" encoding="UTF-8" standalone="yes"?><Relationships xmlns="http://schemas.openxmlformats.org/package/2006/relationships"><Relationship Id="rId1" Target="../notesMasters/notesMaster1.xml" Type="http://schemas.openxmlformats.org/officeDocument/2006/relationships/notesMaster"/><Relationship Id="rId2" Target="../slides/slide27.xml" Type="http://schemas.openxmlformats.org/officeDocument/2006/relationships/slide"/></Relationships>
</file>

<file path=ppt/notesSlides/_rels/notesSlide28.xml.rels><?xml version="1.0" encoding="UTF-8" standalone="yes"?><Relationships xmlns="http://schemas.openxmlformats.org/package/2006/relationships"><Relationship Id="rId1" Target="../notesMasters/notesMaster1.xml" Type="http://schemas.openxmlformats.org/officeDocument/2006/relationships/notesMaster"/><Relationship Id="rId2" Target="../slides/slide28.xml" Type="http://schemas.openxmlformats.org/officeDocument/2006/relationships/slide"/></Relationships>
</file>

<file path=ppt/notesSlides/_rels/notesSlide29.xml.rels><?xml version="1.0" encoding="UTF-8" standalone="yes"?><Relationships xmlns="http://schemas.openxmlformats.org/package/2006/relationships"><Relationship Id="rId1" Target="../notesMasters/notesMaster1.xml" Type="http://schemas.openxmlformats.org/officeDocument/2006/relationships/notesMaster"/><Relationship Id="rId2" Target="../slides/slide29.xml" Type="http://schemas.openxmlformats.org/officeDocument/2006/relationships/slide"/></Relationships>
</file>

<file path=ppt/notesSlides/_rels/notesSlide30.xml.rels><?xml version="1.0" encoding="UTF-8" standalone="yes"?><Relationships xmlns="http://schemas.openxmlformats.org/package/2006/relationships"><Relationship Id="rId1" Target="../notesMasters/notesMaster1.xml" Type="http://schemas.openxmlformats.org/officeDocument/2006/relationships/notesMaster"/><Relationship Id="rId2" Target="../slides/slide30.xml" Type="http://schemas.openxmlformats.org/officeDocument/2006/relationships/slide"/></Relationships>
</file>

<file path=ppt/notesSlides/_rels/notesSlide31.xml.rels><?xml version="1.0" encoding="UTF-8" standalone="yes"?><Relationships xmlns="http://schemas.openxmlformats.org/package/2006/relationships"><Relationship Id="rId1" Target="../notesMasters/notesMaster1.xml" Type="http://schemas.openxmlformats.org/officeDocument/2006/relationships/notesMaster"/><Relationship Id="rId2" Target="../slides/slide31.xml" Type="http://schemas.openxmlformats.org/officeDocument/2006/relationships/slide"/></Relationships>
</file>

<file path=ppt/notesSlides/_rels/notesSlide32.xml.rels><?xml version="1.0" encoding="UTF-8" standalone="yes"?><Relationships xmlns="http://schemas.openxmlformats.org/package/2006/relationships"><Relationship Id="rId1" Target="../notesMasters/notesMaster1.xml" Type="http://schemas.openxmlformats.org/officeDocument/2006/relationships/notesMaster"/><Relationship Id="rId2" Target="../slides/slide32.xml" Type="http://schemas.openxmlformats.org/officeDocument/2006/relationships/slide"/></Relationships>
</file>

<file path=ppt/notesSlides/_rels/notesSlide33.xml.rels><?xml version="1.0" encoding="UTF-8" standalone="yes"?><Relationships xmlns="http://schemas.openxmlformats.org/package/2006/relationships"><Relationship Id="rId1" Target="../notesMasters/notesMaster1.xml" Type="http://schemas.openxmlformats.org/officeDocument/2006/relationships/notesMaster"/><Relationship Id="rId2" Target="../slides/slide33.xml" Type="http://schemas.openxmlformats.org/officeDocument/2006/relationships/slide"/></Relationships>
</file>

<file path=ppt/notesSlides/_rels/notesSlide34.xml.rels><?xml version="1.0" encoding="UTF-8" standalone="yes"?><Relationships xmlns="http://schemas.openxmlformats.org/package/2006/relationships"><Relationship Id="rId1" Target="../notesMasters/notesMaster1.xml" Type="http://schemas.openxmlformats.org/officeDocument/2006/relationships/notesMaster"/><Relationship Id="rId2" Target="../slides/slide34.xml" Type="http://schemas.openxmlformats.org/officeDocument/2006/relationships/slide"/></Relationships>
</file>

<file path=ppt/notesSlides/_rels/notesSlide35.xml.rels><?xml version="1.0" encoding="UTF-8" standalone="yes"?><Relationships xmlns="http://schemas.openxmlformats.org/package/2006/relationships"><Relationship Id="rId1" Target="../notesMasters/notesMaster1.xml" Type="http://schemas.openxmlformats.org/officeDocument/2006/relationships/notesMaster"/><Relationship Id="rId2" Target="../slides/slide35.xml" Type="http://schemas.openxmlformats.org/officeDocument/2006/relationships/slide"/></Relationships>
</file>

<file path=ppt/notesSlides/_rels/notesSlide36.xml.rels><?xml version="1.0" encoding="UTF-8" standalone="yes"?><Relationships xmlns="http://schemas.openxmlformats.org/package/2006/relationships"><Relationship Id="rId1" Target="../notesMasters/notesMaster1.xml" Type="http://schemas.openxmlformats.org/officeDocument/2006/relationships/notesMaster"/><Relationship Id="rId2" Target="../slides/slide36.xml" Type="http://schemas.openxmlformats.org/officeDocument/2006/relationships/slide"/></Relationships>
</file>

<file path=ppt/notesSlides/_rels/notesSlide37.xml.rels><?xml version="1.0" encoding="UTF-8" standalone="yes"?><Relationships xmlns="http://schemas.openxmlformats.org/package/2006/relationships"><Relationship Id="rId1" Target="../notesMasters/notesMaster1.xml" Type="http://schemas.openxmlformats.org/officeDocument/2006/relationships/notesMaster"/><Relationship Id="rId2" Target="../slides/slide37.xml" Type="http://schemas.openxmlformats.org/officeDocument/2006/relationships/slide"/></Relationships>
</file>

<file path=ppt/notesSlides/_rels/notesSlide38.xml.rels><?xml version="1.0" encoding="UTF-8" standalone="yes"?><Relationships xmlns="http://schemas.openxmlformats.org/package/2006/relationships"><Relationship Id="rId1" Target="../notesMasters/notesMaster1.xml" Type="http://schemas.openxmlformats.org/officeDocument/2006/relationships/notesMaster"/><Relationship Id="rId2" Target="../slides/slide38.xml" Type="http://schemas.openxmlformats.org/officeDocument/2006/relationships/slide"/></Relationships>
</file>

<file path=ppt/notesSlides/_rels/notesSlide39.xml.rels><?xml version="1.0" encoding="UTF-8" standalone="yes"?><Relationships xmlns="http://schemas.openxmlformats.org/package/2006/relationships"><Relationship Id="rId1" Target="../notesMasters/notesMaster1.xml" Type="http://schemas.openxmlformats.org/officeDocument/2006/relationships/notesMaster"/><Relationship Id="rId2" Target="../slides/slide39.xml" Type="http://schemas.openxmlformats.org/officeDocument/2006/relationships/slide"/></Relationships>
</file>

<file path=ppt/notesSlides/_rels/notesSlide40.xml.rels><?xml version="1.0" encoding="UTF-8" standalone="yes"?><Relationships xmlns="http://schemas.openxmlformats.org/package/2006/relationships"><Relationship Id="rId1" Target="../notesMasters/notesMaster1.xml" Type="http://schemas.openxmlformats.org/officeDocument/2006/relationships/notesMaster"/><Relationship Id="rId2" Target="../slides/slide40.xml" Type="http://schemas.openxmlformats.org/officeDocument/2006/relationships/slide"/></Relationships>
</file>

<file path=ppt/notesSlides/_rels/notesSlide41.xml.rels><?xml version="1.0" encoding="UTF-8" standalone="yes"?><Relationships xmlns="http://schemas.openxmlformats.org/package/2006/relationships"><Relationship Id="rId1" Target="../notesMasters/notesMaster1.xml" Type="http://schemas.openxmlformats.org/officeDocument/2006/relationships/notesMaster"/><Relationship Id="rId2" Target="../slides/slide41.xml" Type="http://schemas.openxmlformats.org/officeDocument/2006/relationships/slide"/></Relationships>
</file>

<file path=ppt/notesSlides/_rels/notesSlide42.xml.rels><?xml version="1.0" encoding="UTF-8" standalone="yes"?><Relationships xmlns="http://schemas.openxmlformats.org/package/2006/relationships"><Relationship Id="rId1" Target="../notesMasters/notesMaster1.xml" Type="http://schemas.openxmlformats.org/officeDocument/2006/relationships/notesMaster"/><Relationship Id="rId2" Target="../slides/slide42.xml" Type="http://schemas.openxmlformats.org/officeDocument/2006/relationships/slide"/></Relationships>
</file>

<file path=ppt/notesSlides/_rels/notesSlide43.xml.rels><?xml version="1.0" encoding="UTF-8" standalone="yes"?><Relationships xmlns="http://schemas.openxmlformats.org/package/2006/relationships"><Relationship Id="rId1" Target="../notesMasters/notesMaster1.xml" Type="http://schemas.openxmlformats.org/officeDocument/2006/relationships/notesMaster"/><Relationship Id="rId2" Target="../slides/slide43.xml" Type="http://schemas.openxmlformats.org/officeDocument/2006/relationships/slide"/></Relationships>
</file>

<file path=ppt/notesSlides/_rels/notesSlide44.xml.rels><?xml version="1.0" encoding="UTF-8" standalone="yes"?><Relationships xmlns="http://schemas.openxmlformats.org/package/2006/relationships"><Relationship Id="rId1" Target="../notesMasters/notesMaster1.xml" Type="http://schemas.openxmlformats.org/officeDocument/2006/relationships/notesMaster"/><Relationship Id="rId2" Target="../slides/slide44.xml" Type="http://schemas.openxmlformats.org/officeDocument/2006/relationships/slide"/></Relationships>
</file>

<file path=ppt/notesSlides/notesSlide1.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환영 인사. 오늘은 120분 동안 AI에게 일을 '잘' 시키는 네 가지 방법(프롬프트 → 컨텍스트 → 하네스 → 루프)을 배우고, 1차시에 만든 자기소개 페이지로 실습합니다. my-intro 폴더를 미리 열어 두라고 안내하세요.</a:t>
            </a:r>
            <a:endParaRPr lang="en-US" smtClean="0"/>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2.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오늘은 4개 파트로 진행합니다. ① 프롬프트 엔지니어링(30분) → 휴식 → ② 컨텍스트 엔지니어링(30분) → 휴식 → ③ 하네스·루프 엔지니어링(30분) → ④ 마무리(10분). 파트마다 자기소개 페이지 실습이 하나씩 있습니다.</a:t>
            </a:r>
            <a:endParaRPr lang="en-US" smtClean="0"/>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3.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30분 수업 + 10분 휴식 방식으로 총 120분 진행합니다. 실습은 토큰을 아끼기 위해 파트마다 프롬프트 1~2개만 입력합니다.</a:t>
            </a:r>
            <a:endParaRPr lang="en-US" smtClean="0"/>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4.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첫 번째 파트: AI에게 보내는 '지시서'인 프롬프트를 잘 쓰는 방법을 배웁니다. 개념 → 원칙 → 기법 → 실습 1 순서입니다.</a:t>
            </a:r>
            <a:endParaRPr lang="en-US" smtClean="0"/>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5.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프롬프트(Prompt)는 원래 연극에서 배우에게 대사나 동작을 알려주는 행위를 뜻합니다. 무대 앞 작은 박스에 숨은 사람이 프롬프터예요. AI에게 보내는 지시문도 똑같이 '대사를 알려주는 것'이고, 프롬프트 엔지니어링은 이 지시문을 전략적으로 설계하고 다듬는 기술입니다. 같은 AI라도 어떻게 묻느냐에 따라 결과가 크게 달라집니다.</a:t>
            </a:r>
            <a:endParaRPr lang="en-US" smtClean="0"/>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6.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실제로 Canva AI에 두 프롬프트를 넣어 만든 이미지입니다. '고양이'만 입력하면 AI가 무엇이든 알아서 고릅니다. 장소(창가), 상황(햇살, 졸고 있는), 대상(주황색 고양이), 스타일(수채화)을 알려주면 내가 머릿속에 그린 그림에 가까워집니다. 글, 코드도 똑같습니다.</a:t>
            </a:r>
            <a:endParaRPr lang="en-US" smtClean="0"/>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7.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프롬프트를 잘 쓰려면 알아야 할 기본 용어 4가지입니다. ① 모델: 엄청난 글을 학습해 다음 말을 예측하는 AI의 두뇌(거대 언어 모델, LLM). ② 토큰: AI가 글을 읽는 조각 단위. 사용량과 요금의 기준이기도 합니다. ③ 할루시네이션: 사실이 아닌 내용을 진짜처럼 말하는 현상. 창의성의 다른 얼굴이기도 합니다. ④ API: 프로그램끼리 요청·응답을 주고받는 통로. GPT 같은 모델을 빌려와 내 서비스를 만들 수 있습니다(5차시 이후 활용).</a:t>
            </a:r>
            <a:endParaRPr lang="en-US" smtClean="0"/>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8.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GPT 같은 모델은 문장을 '토큰'이라는 작은 조각으로 나눠서 이해합니다. 나누는 기준은 사람의 단어 단위와 다르고, 한국어는 보통 영어보다 토큰이 더 많이 듭니다. 모델이 한 번에 처리할 수 있는 토큰 양에는 한도가 있고, 요금제의 사용량도 토큰으로 계산됩니다. 오늘 실습에서 토큰을 아끼는 이유가 바로 이것입니다.</a:t>
            </a:r>
            <a:endParaRPr lang="en-US" smtClean="0"/>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9.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할루시네이션(환각)은 AI가 사실과 무관한 내용을 정답처럼 말하는 현상입니다. 하지만 이것은 생성 AI의 창의성과 동전의 양면이라 완전히 없앨 수는 없습니다. 그래서 AI는 '정보 검색'보다 아이디어, 요약, 편집, 창작에 쓰는 것이 좋고, 숫자·출처·날짜는 반드시 직접 확인합니다. 바이브코딩에서는 만든 코드를 실제로 실행해 보는 것이 가장 확실한 확인 방법입니다.</a:t>
            </a:r>
            <a:endParaRPr lang="en-US" smtClean="0"/>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10.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프롬프트 5대 원칙입니다. ① 구체적 지시: [형식] Acting as (역할) perform (작업) in (형식). ② 명확한 단어: '배'처럼 뜻이 여러 개인 단어는 영어를 덧붙여 콕 집어줍니다. ③ 맥락 제공: 이유와 배경지식을 알려주면 결과가 좋아집니다(예: 콩쥐팥쥐 줄거리를 알려주고 노래 가사 요청). ④ 구조 형식화: 원하는 양식을 먼저 보여줍니다. ⑤ 일관성 유지: 같은 프롬프트를 여러 번 실행해도 의도에서 벗어나지 않는지 확인합니다.</a:t>
            </a:r>
            <a:endParaRPr lang="en-US" smtClean="0"/>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11.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원칙별 실제 예시입니다(참고 자료의 예시 그대로). 왼쪽처럼 짧게 말하면 AI가 빈칸을 마음대로 채웁니다. 오른쪽처럼 스타일·분량·뜻·배경·양식을 알려주면 원하는 결과가 나옵니다. ⑤ 일관성 유지는 좋은 프롬프트를 여러 번 돌려 보며 확인하는 습관입니다.</a:t>
            </a:r>
            <a:endParaRPr lang="en-US" smtClean="0"/>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12.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참고 자료의 11가지 기법을 성격별로 3개 그룹으로 묶었습니다. ① 예시 보여주기: 정답 모양을 예제로 보여주는 방법(Few-shot, Q&amp;A, 이어쓰기). ② 역할·형식 정하기: AI에게 역할을 주거나 출력 형식을 정해주는 방법. ③ 생각하게 하기: 단계별로 추론하거나 여러 번 생각해 가장 그럴듯한 답을 고르게 하는 방법. 다음 슬라이드부터 대표 기법만 예시로 봅니다. (참고: 할루시네이션 유도 기법도 있지만 창작용이라 생략)</a:t>
            </a:r>
            <a:endParaRPr lang="en-US" smtClean="0"/>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13.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Few-shot: Shot은 AI에게 보여주는 예제입니다. 예시가 없으면 Zero-shot, 1개면 One-shot, 여러 개면 Few-shot. 원하는 말투와 길이를 예시로 보여주면 나머지도 같은 모양으로 채웁니다. 역할 지정: '너는 ○○야'로 페르소나를 주면 그 관점에서 답합니다. 사람이 아니어도 됩니다(예: '너는 리눅스 터미널이야'). 예시 프롬프트를 채팅창에 넣어 라떼·녹차 라떼 소개가 같은 형식으로 나오는지 보여주세요(시연, 선택).</a:t>
            </a:r>
            <a:endParaRPr lang="en-US" smtClean="0"/>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14.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형식 지정 기법은 후카츠 프롬프트에서 나온 템플릿 방식입니다. #명령문, #제약조건, #입력문, #출력형식 4개 단락으로 나눠 쓰면 AI가 무엇을 어떻게 내놓아야 하는지 분명해집니다. 2차시에 배운 Markdown 기호(#, -)가 그대로 쓰이는 것에 주목하게 하세요. 이 양식은 한 번 만들어 두면 내용만 바꿔 계속 재사용할 수 있습니다.</a:t>
            </a:r>
            <a:endParaRPr lang="en-US" smtClean="0"/>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15.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CoT(Chain of Thought, 생각의 사슬): 답부터 말하지 말고 풀이 과정을 단계별로 쓰게 하면 더 정확해집니다. 'Let's think step by step' 한 줄만 붙이는 것이 Zero-shot CoT, 여러 번 풀게 해 가장 많이 나온 답을 고르는 것이 Self-Consistency입니다. 요즘 모델은 이미 스스로 생각하는 기능이 있어 효과가 줄었지만 개념은 중요합니다. ReAct(Reasoning + Acting): 생각하고, 검색 같은 행동을 하고, 결과를 보고 다시 생각하는 반복. Antigravity 에이전트가 파일을 읽고-고치고-확인하는 방식이 바로 이 원리이고, 3부의 루프 엔지니어링으로 이어집니다.</a:t>
            </a:r>
            <a:endParaRPr lang="en-US" smtClean="0"/>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16.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실습 1 (약 5분): 1차시에 만든 my-intro 프로젝트를 Antigravity 2.0에서 열고 ✅ 프롬프트만 입력합니다(토큰 절약을 위해 ❌는 비교용으로만 보여줌). 이 프롬프트에는 역할(웹 디자이너), 구체적 지시(자기소개 문단만), 구조 형식화(목록), 범위 제한(다른 부분 금지)이 들어가 있습니다. 끝의 '변경한 부분만, 설명은 3줄 이내로'는 오늘 모든 실습에 붙이는 토큰 절약 문장입니다. 완료되면 브라우저에서 F5로 확인하게 하세요.</a:t>
            </a:r>
            <a:endParaRPr lang="en-US" smtClean="0"/>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17.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수강생 대부분이 Plus 요금제라 토큰(사용량) 한도가 있습니다. ① 짧고 정확하게: 여러 일을 한 번에 시키면 AI가 길게 생각하고 길게 답합니다. '설명은 3줄 이내로'를 붙이면 답변 토큰이 크게 줄어요. ② 범위는 좁게: 수정할 부분을 지정하면 AI가 파일 전체를 다시 쓰지 않습니다. 코드를 통째로 복붙하지 말고 '어느 부분'인지만 말하세요. ③ 새 대화로 시작: 이전 대화 내용도 매번 다시 읽히기 때문에 주제가 바뀌면 새 대화가 유리합니다. 간단한 수정은 가벼운 모델로 충분합니다(모델 이름은 당일 Antigravity 화면 기준으로 안내).</a:t>
            </a:r>
            <a:endParaRPr lang="en-US" smtClean="0"/>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18.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휴식 10분. 실습 1이 끝나지 않은 분은 휴식 시간에 마무리하도록 도와주세요. 다음 파트는 같은 my-intro 프로젝트를 이어서 사용합니다.</a:t>
            </a:r>
            <a:endParaRPr lang="en-US" smtClean="0"/>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19.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두 번째 파트: 프롬프트(무엇을 해달라)를 넘어, AI에게 어떤 배경 자료를 어떻게 줄지 설계하는 컨텍스트 엔지니어링을 배웁니다. 구글 권장 가이드에서 나온 TCREI 프레임워크 5단계를 자기소개 페이지에 적용합니다.</a:t>
            </a:r>
            <a:endParaRPr lang="en-US" smtClean="0"/>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20.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컨텍스트는 AI가 일을 하기 위해 알아야 하는 배경 정보입니다. 새로 온 알바생에게 '이거 해줘'만 말하면 엉뚱하게 하듯, AI도 내 프로젝트 상황(어떤 파일, 어떤 방식, 지켜야 할 규칙)을 모르면 추측합니다. 단, 많이 주는 것보다 필요한 것만 골라 주는 것이 중요합니다(토큰 절약 + 집중력 유지). 이를 체계적으로 하는 방법이 다음 슬라이드의 TCREI입니다.</a:t>
            </a:r>
            <a:endParaRPr lang="en-US" smtClean="0"/>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21.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TCREI는 구글 권장 가이드 기반의 프롬프트/컨텍스트 설계 틀입니다. T(Task): 무엇을 할지 명확하고 구체적인 목표. C(Context): 충분한 배경과 프로젝트 환경. R(Reference): 구조를 따라 할 예시와 참고 자료. E(Evaluate): 결과물의 성공 기준과 검증 방법. I(Iterate): 피드백 루프를 통한 점진적 개선. 다섯 가지를 모두 넣으면 AI가 추측할 부분이 거의 없어집니다. 다음 5장에서 하나씩 자기소개 페이지 예시로 봅니다.</a:t>
            </a:r>
            <a:endParaRPr lang="en-US" smtClean="0"/>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22.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T(Task): 명확하고 구체적인 목표 정의. 참고 자료의 '로그인 기능 만들어줘' → '이메일·비밀번호 기반 로그인 API를 구현해' 예시를 자기소개 페이지로 바꿨습니다. Task의 구성 요소는 대상(어느 파일의 어떤 부분), 행위 동사(추가/변경/삭제), 조건(개수, 범위)입니다. 역할(페르소나)은 다음 C에서 함께 줍니다.</a:t>
            </a:r>
            <a:endParaRPr lang="en-US" smtClean="0"/>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23.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C(Context): 배경 지식과 프로젝트 환경을 주입합니다. 참고 자료의 Tech Stack(어떤 도구로), Current State(지금 무엇이 있는지), Constraints(지켜야 할 조건)를 자기소개 페이지 버전으로 바꿨습니다. 핵심 환경을 먼저 주는 '점진적 공개(Progressive Disclosure)'가 AI 집중력을 유지하는 비결이고, 정확한 배경 지식은 AI가 엉뚱한 방식(없는 라이브러리 등)을 선택하는 것을 막는 방어막입니다.</a:t>
            </a:r>
            <a:endParaRPr lang="en-US" smtClean="0"/>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24.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R(Reference): 스타일과 패턴의 복제. 참고 자료에서는 기존 회원가입 코드의 폴더 구조·응답 형식을 똑같이 따르게 했는데, 우리는 기존 자기소개 섹션의 글꼴·색·여백을 따라 하게 합니다. 정답의 형태를 직접 보여주는 Few-shot 원리입니다. 손으로 그린 스케치나 스크린샷을 첨부하는 것도 강력한 Reference입니다(멀티모달). 단, 파일 전체를 붙여넣지 말고 '어느 부분'만 지정하세요.</a:t>
            </a:r>
            <a:endParaRPr lang="en-US" smtClean="0"/>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25.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E(Evaluate): 성공 기준과 가드레일을 명문화합니다. '작업이 끝났을 때 어떤 상태가 되어야 성공인가?'를 적어 주면 AI가 그 기준에 맞춰 스스로 점검합니다. 참고 자료의 출력 형식·구현 범위·테스트 통과 기준을 비전공자용으로 '보이는 모습'·'휴대폰 화면'·'기존 내용 유지'로 바꿨습니다. 기대 조건을 명확히 하면 환각을 시스템적으로 줄일 수 있습니다.</a:t>
            </a:r>
            <a:endParaRPr lang="en-US" smtClean="0"/>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26.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I(Iterate): 피드백 루프를 통한 점진적 고도화. 핵심 철학은 '한 번의 프롬프트로 완벽한 결과를 기대하지 마라'입니다. 프롬프트 실행 → 결과 분석 → 오류 피드백 → 개선된 프롬프트. 에러가 나면 에러 메시지를 그대로 복사해 주는 것이 가장 좋습니다. 단, 매번 '전부 다시'를 요청하면 토큰이 크게 들어요. 아쉬운 점 한 가지씩 짚어서 요청하세요. 이 반복을 AI가 스스로 하게 만드는 것이 3부의 루프 엔지니어링입니다.</a:t>
            </a:r>
            <a:endParaRPr lang="en-US" smtClean="0"/>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27.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실습 2 (약 7분): 앞에서 본 T·C·R·E·I 다섯 줄을 합친 프롬프트입니다. 실습 1과 같은 대화창에서 이어서 입력하고, '올해 목표'는 본인 목표를 적도록 하세요(프롬프트에 목표 내용을 직접 적어도 됩니다). AI가 알려준 '확인할 점'을 브라우저에서 보고, 아쉬운 점 한 가지만 1회 추가 요청합니다(Iterate). 토큰 절약을 위해 추가 수정은 1회로 제한합니다.</a:t>
            </a:r>
            <a:endParaRPr lang="en-US" smtClean="0"/>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28.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실습 2 결과를 보며 비교합니다. 일반 프롬프트는 AI가 빈칸을 추측하느라 여러 번 고쳐야 하고 그만큼 토큰도 쓰입니다. TCREI는 처음에 조금 더 쓰지만 한두 번에 끝납니다. 참고 자료의 마무리 문장: '자연어가 곧 시스템 설계가 되는 시대. 당신은 코드를 치는 사람입니까, 지휘하는 사람입니까?' 다음은 휴식 후 3부(하네스·루프)입니다.</a:t>
            </a:r>
            <a:endParaRPr lang="en-US" smtClean="0"/>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29.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휴식 10분(20:10~20:20). 다음 파트는 하네스·루프 엔지니어링입니다. 휴식 중 실습 2 결과가 깨진 사람은 운영진이 도와주고, Antigravity 대화창은 그대로 열어두게 하세요.</a:t>
            </a:r>
            <a:endParaRPr lang="en-US" smtClean="0"/>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30.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세 번째 파트(30분): 하네스 엔지니어링과 루프 엔지니어링. 앞의 두 파트가 'AI에게 잘 말하는 법'이었다면, 이번에는 '말하지 않아도 AI가 알아서 규칙을 지키고, 스스로 고치며 끝까지 일하게 만드는 법'입니다. 개념 위주로 가볍게 듣고, 실습은 2개만 짧게 합니다.</a:t>
            </a:r>
            <a:endParaRPr lang="en-US" smtClean="0"/>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31.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하네스(Harness)는 원래 말에 채우는 마구(고삐·안장)를 뜻합니다. AI 모델은 힘이 센 야생마와 같아서, 아무리 '조심해줘'라고 말로 부탁해도 가끔 엉뚱한 방향으로 달립니다. 그래서 말 대신 환경을 바꿉니다: 규칙 파일을 두고, 자동으로 검사하고, 규칙을 어기면 아예 진행이 안 되게 막습니다. 핵심 문장: '부탁하지 말고, 시스템으로 강제하라.'</a:t>
            </a:r>
            <a:endParaRPr lang="en-US" smtClean="0"/>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32.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하네스는 AI를 세 겹으로 감싸는 방어막입니다. ① 규칙 파일(AGENTS.md): 모든 규칙을 한 번에 쏟아내지 않고, 지금 필요한 규칙만 파일로 알려줍니다(점진적 정보 주입). ② 피드백 루프: 오류 메시지나 테스트 결과를 AI가 직접 보고 스스로 고치게 합니다. ③ 시스템 훅: 규칙을 어기면 아예 저장이 안 되도록 막습니다. 안쪽에서 바깥쪽으로 갈수록 강제력이 강해집니다. 오늘 실습은 ① 규칙 파일만 직접 해봅니다.</a:t>
            </a:r>
            <a:endParaRPr lang="en-US" smtClean="0"/>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33.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하네스를 설계할 때의 4대 원칙입니다. ① Change Environment: 모델을 바꿀 수는 없으니 모델이 일하는 환경(파일·폴더·규칙)을 바꿉니다. ② Feedback Loop: AI가 실수한 지점이 곧 규칙을 추가할 지점입니다. 실패를 기록해 같은 실수를 막습니다. ③ Incremental Context: 규칙을 한 번에 다 주지 말고 필요할 때 조금씩 공개합니다. 토큰도 아끼고 AI도 덜 헷갈립니다. ④ System Enforce: 대화로 '제발 지켜줘'라고 하는 대신, 저장 전 자동 검사처럼 시스템으로 강제합니다.</a:t>
            </a:r>
            <a:endParaRPr lang="en-US" smtClean="0"/>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34.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실무에서는 'Pre-commit Hook(저장 전 훅)'이라는 장치를 많이 씁니다. 코드를 저장(커밋)하려는 순간 규칙 검사가 자동으로 실행되고, 규칙을 어기면 저장 자체가 안 됩니다. AI에게 '빨간색 쓰지 마'라고 여러 번 말하는 것보다, 쓰면 저장이 안 되게 만드는 쪽이 훨씬 확실합니다. 또 차단 메시지는 AI가 스스로 고치는 힌트가 됩니다(피드백 루프). 오늘은 설치하지 않고 개념만 알아둡니다.</a:t>
            </a:r>
            <a:endParaRPr lang="en-US" smtClean="0"/>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35.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하네스와 루프는 결국 '폴더 안에 무엇을 두느냐'로 구현됩니다. AGENTS.md(환경 바꾸기): AI가 항상 읽는 핵심 규칙으로, 20줄 이내로 짧게 쓰고 세부 내용은 '디자인 작업 전에는 docs/rules/design.md를 읽어라'처럼 연결만 걸어 둡니다. docs/rules/(규칙은 조금씩): 필요할 때만 읽게 해 토큰을 아낍니다. docs/progress.md(루프의 State): 어디까지 했는지 기록해 대화가 끊겨도 이어서 진행합니다. checks/(피드백 루프, Verify): 결과를 점검하는 기준입니다. 실수가 나오면 규칙 파일에 한 줄씩 추가하는 것이 하네스를 키우는 방법입니다. 심화: Git 훅(.githooks/)은 저장 차단, Worktree는 프로젝트 바깥에 복사본 작업공간을 만들며, 오늘은 개념만 소개합니다. ※ 강사 사전 확인: Antigravity가 AGENTS.md를 읽는지, .agent/rules/만 읽는지 테스트하세요.</a:t>
            </a:r>
            <a:endParaRPr lang="en-US" smtClean="0"/>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36.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실습 3 (약 7분): 하네스의 첫 겹인 '규칙 파일'을 직접 만듭니다. AGENTS.md는 AI 에이전트가 작업 전에 읽는 '우리 팀 규칙서'입니다. 매번 프롬프트에 규칙을 반복해서 적지 않아도 되니 토큰도 아끼실 수 있습니다. 마지막에 '배경을 빨간색으로 바꿔줘'를 입력해 AI가 규칙 2번을 근거로 거절하거나 되묻는지 확인합니다. ※ 강사 사전 확인: Antigravity가 AGENTS.md를 자동으로 읽는지 미리 테스트하세요. .agent/rules/ 폴더만 읽는다면 프롬프트의 파일 위치를 그에 맞게 바꿔 안내합니다.</a:t>
            </a:r>
            <a:endParaRPr lang="en-US" smtClean="0"/>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37.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루프 엔지니어링은 AI가 한 번 답하고 끝내는 게 아니라, '계획 → 실행 → 검사 → 다시 수정'을 스스로 반복하며 목표를 끝까지 해내게 만드는 방법입니다. 하네스가 '어디로 달리면 안 되는지'를 정한다면, 루프는 '어떻게 반복해서 완성하는지'를 정합니다. 사람은 목표를 주고 중간에 승인만 하면 됩니다. 단, 반복할수록 토큰이 늘어나므로 반드시 횟수 제한을 둡니다(오늘 실습은 최대 2회).</a:t>
            </a:r>
            <a:endParaRPr lang="en-US" smtClean="0"/>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38.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루프를 만드는 6가지 부품입니다. ① Automation(자동화): 정해진 시간이나 조건이 되면 알아서 실행. ② Worktrees(작업공간 분리): 여러 작업을 동시에 해도 서로 섞이지 않게 복사본 폴더에서 작업. ③ Skill(스킬): 자주 하는 일의 방법을 파일로 저장해 두고 재사용(6차시에서 자세히). ④ Plugins &amp; Connectors(커넥터): 메일·캘린더·노션 같은 외부 도구와 연결. ⑤ Sub-agents(하위 에이전트): 큰 일을 나눠서 보조 AI에게 맡김. ⑥ State(상태): 어디까지 했는지 파일에 기록해서, 중간에 끊겨도 이어서 진행. 오늘은 이름만 익히고, 뒤 차시에서 하나씩 직접 써봅니다.</a:t>
            </a:r>
            <a:endParaRPr lang="en-US" smtClean="0"/>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39.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루프가 실제로 도는 5단계입니다. ① Discover: 현재 상태를 읽고 무엇을 고칠지 찾습니다. ② Plan: 어떤 순서로 할지 계획을 세우고, 사람에게 승인을 받습니다. ③ Execute: 실제로 파일을 수정합니다. ④ Verify: 규칙(AGENTS.md)을 지켰는지, 결과가 목표에 맞는지 스스로 점검합니다. ⑤ Iterate: 문제가 있으면 다시 고치고, 없으면 멈춥니다. 핵심은 '멈출 조건'입니다. 횟수 제한이 없으면 토큰이 계속 소모되므로, 오늘 실습에서는 최대 2회로 제한합니다.</a:t>
            </a:r>
            <a:endParaRPr lang="en-US" smtClean="0"/>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40.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실습 4 (약 8분): 앞에서 본 루프 5단계를 프롬프트 하나에 담아 한 번에 지시합니다. AI가 개선점을 찾고 계획을 보여주면, 내용을 읽어보고 괜찮으면 '진행해'라고 승인합니다. 이것이 사람의 역할입니다. Verify 단계에서 실습 3의 AGENTS.md 규칙을 스스로 점검하는지 봐 주세요(하네스 + 루프의 결합). Iterate는 1번만 허용해 총 2회를 넘지 않도록 하여 Plus 요금제 토큰을 아낍니다.</a:t>
            </a:r>
            <a:endParaRPr lang="en-US" smtClean="0"/>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41.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오늘 수업 요약. ① 프롬프트: 구체적 지시·명확한 단어·맥락 제공·구조 형식화·일관성 유지, 그리고 토큰을 아끼는 습관. ② 컨텍스트: TCREI 다섯 줄로 AI가 추측할 빈칸을 없앤다. ③ 하네스와 루프: AGENTS.md 같은 규칙으로 AI를 지키고, Discover→Plan→Execute→Verify→Iterate로 스스로 반복하게 하되 횟수는 제한한다. 오늘 발전시킨 자기소개 페이지는 다음 시간에도 이어서 씁니다.</a:t>
            </a:r>
            <a:endParaRPr lang="en-US" smtClean="0"/>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42.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4차시는 LLM(대형 언어 모델)이 어떻게 답을 만드는지, 프롬프트로 AI를 속이는 공격(프롬프트 인젝션)을 어떻게 막는지, 그리고 스스로 도구를 쓰는 LLM 에이전트를 배웁니다. 오늘 만든 my-intro 폴더와 AGENTS.md를 그대로 이어서 쓰니 지우지 말고 잘 보관하라고 안내하세요.</a:t>
            </a:r>
            <a:endParaRPr lang="en-US" smtClean="0"/>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43.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질의응답. 자주 나오는 질문 예상: 'AGENTS.md를 AI가 안 읽어요' → 파일 위치·이름을 확인하고, 프롬프트에 'AGENTS.md를 먼저 읽고 시작해'를 붙이기. '토큰이 부족해요' → 새 대화로 시작하고, 가벼운 모델을 선택. 실습이 끝난 사람은 퇴실해도 좋다고 안내하고, 남은 사람의 실습을 도와줍니다.</a:t>
            </a:r>
            <a:endParaRPr lang="en-US" smtClean="0"/>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44.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마무리 인사. 오늘 프롬프트 → 컨텍스트 → 하네스·루프까지, 'AI에게 일 잘 시키는 법'을 한 단계씩 쌓았습니다. 완성한 자기소개 페이지 화면을 단톡방에 공유하도록 부탁하고, 4차시에 만나자고 인사합니다.</a:t>
            </a:r>
            <a:endParaRPr lang="en-US" smtClean="0"/>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slideLayouts/_rels/slideLayout1.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2.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3.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4.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5.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6.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7.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8.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9.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10.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11.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1D8BD707-D9CF-40AE-B4C6-C98DA3205C09}" type="datetimeFigureOut">
              <a:rPr lang="en-US" smtClean="0"/>
              <a:pPr/>
              <a:t>8/1/2011</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1D8BD707-D9CF-40AE-B4C6-C98DA3205C09}" type="datetimeFigureOut">
              <a:rPr lang="en-US" smtClean="0"/>
              <a:pPr/>
              <a:t>8/1/2011</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D8BD707-D9CF-40AE-B4C6-C98DA3205C09}" type="datetimeFigureOut">
              <a:rPr lang="en-US" smtClean="0"/>
              <a:pPr/>
              <a:t>8/1/2011</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Masters/_rels/slideMaster1.xml.rels><?xml version="1.0" encoding="UTF-8" standalone="yes"?><Relationships xmlns="http://schemas.openxmlformats.org/package/2006/relationships"><Relationship Id="rId1" Target="../slideLayouts/slideLayout1.xml" Type="http://schemas.openxmlformats.org/officeDocument/2006/relationships/slideLayout"/><Relationship Id="rId10" Target="../slideLayouts/slideLayout10.xml" Type="http://schemas.openxmlformats.org/officeDocument/2006/relationships/slideLayout"/><Relationship Id="rId11" Target="../slideLayouts/slideLayout11.xml" Type="http://schemas.openxmlformats.org/officeDocument/2006/relationships/slideLayout"/><Relationship Id="rId12" Target="../theme/theme1.xml" Type="http://schemas.openxmlformats.org/officeDocument/2006/relationships/theme"/><Relationship Id="rId2" Target="../slideLayouts/slideLayout2.xml" Type="http://schemas.openxmlformats.org/officeDocument/2006/relationships/slideLayout"/><Relationship Id="rId3" Target="../slideLayouts/slideLayout3.xml" Type="http://schemas.openxmlformats.org/officeDocument/2006/relationships/slideLayout"/><Relationship Id="rId4" Target="../slideLayouts/slideLayout4.xml" Type="http://schemas.openxmlformats.org/officeDocument/2006/relationships/slideLayout"/><Relationship Id="rId5" Target="../slideLayouts/slideLayout5.xml" Type="http://schemas.openxmlformats.org/officeDocument/2006/relationships/slideLayout"/><Relationship Id="rId6" Target="../slideLayouts/slideLayout6.xml" Type="http://schemas.openxmlformats.org/officeDocument/2006/relationships/slideLayout"/><Relationship Id="rId7" Target="../slideLayouts/slideLayout7.xml" Type="http://schemas.openxmlformats.org/officeDocument/2006/relationships/slideLayout"/><Relationship Id="rId8" Target="../slideLayouts/slideLayout8.xml" Type="http://schemas.openxmlformats.org/officeDocument/2006/relationships/slideLayout"/><Relationship Id="rId9" Target="../slideLayouts/slideLayout9.xml" Type="http://schemas.openxmlformats.org/officeDocument/2006/relationships/slideLayout"/></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D8BD707-D9CF-40AE-B4C6-C98DA3205C09}" type="datetimeFigureOut">
              <a:rPr lang="en-US" smtClean="0"/>
              <a:pPr/>
              <a:t>8/1/2011</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6F15528-21DE-4FAA-801E-634DDDAF4B2B}" type="slidenum">
              <a:rPr lang="en-US" smtClean="0"/>
              <a:pPr/>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Relationships xmlns="http://schemas.openxmlformats.org/package/2006/relationships"><Relationship Id="rId1" Target="../slideLayouts/slideLayout7.xml" Type="http://schemas.openxmlformats.org/officeDocument/2006/relationships/slideLayout"/><Relationship Id="rId2" Target="../notesSlides/notesSlide1.xml" Type="http://schemas.openxmlformats.org/officeDocument/2006/relationships/notesSlide"/><Relationship Id="rId3" Target="../media/image1.png" Type="http://schemas.openxmlformats.org/officeDocument/2006/relationships/image"/><Relationship Id="rId4" Target="../media/image2.svg" Type="http://schemas.openxmlformats.org/officeDocument/2006/relationships/image"/><Relationship Id="rId5" Target="../media/image3.png" Type="http://schemas.openxmlformats.org/officeDocument/2006/relationships/image"/><Relationship Id="rId6" Target="../media/image4.svg" Type="http://schemas.openxmlformats.org/officeDocument/2006/relationships/image"/></Relationships>
</file>

<file path=ppt/slides/_rels/slide2.xml.rels><?xml version="1.0" encoding="UTF-8" standalone="yes"?><Relationships xmlns="http://schemas.openxmlformats.org/package/2006/relationships"><Relationship Id="rId1" Target="../slideLayouts/slideLayout7.xml" Type="http://schemas.openxmlformats.org/officeDocument/2006/relationships/slideLayout"/><Relationship Id="rId2" Target="../notesSlides/notesSlide2.xml" Type="http://schemas.openxmlformats.org/officeDocument/2006/relationships/notesSlide"/><Relationship Id="rId3" Target="../media/image1.png" Type="http://schemas.openxmlformats.org/officeDocument/2006/relationships/image"/><Relationship Id="rId4" Target="../media/image2.svg" Type="http://schemas.openxmlformats.org/officeDocument/2006/relationships/image"/><Relationship Id="rId5" Target="../media/image5.png" Type="http://schemas.openxmlformats.org/officeDocument/2006/relationships/image"/><Relationship Id="rId6" Target="../media/image6.svg" Type="http://schemas.openxmlformats.org/officeDocument/2006/relationships/image"/></Relationships>
</file>

<file path=ppt/slides/_rels/slide3.xml.rels><?xml version="1.0" encoding="UTF-8" standalone="yes"?><Relationships xmlns="http://schemas.openxmlformats.org/package/2006/relationships"><Relationship Id="rId1" Target="../slideLayouts/slideLayout7.xml" Type="http://schemas.openxmlformats.org/officeDocument/2006/relationships/slideLayout"/><Relationship Id="rId2" Target="../notesSlides/notesSlide3.xml" Type="http://schemas.openxmlformats.org/officeDocument/2006/relationships/notesSlide"/><Relationship Id="rId3" Target="../media/image7.png" Type="http://schemas.openxmlformats.org/officeDocument/2006/relationships/image"/><Relationship Id="rId4" Target="../media/image8.svg" Type="http://schemas.openxmlformats.org/officeDocument/2006/relationships/image"/></Relationships>
</file>

<file path=ppt/slides/_rels/slide4.xml.rels><?xml version="1.0" encoding="UTF-8" standalone="yes"?><Relationships xmlns="http://schemas.openxmlformats.org/package/2006/relationships"><Relationship Id="rId1" Target="../slideLayouts/slideLayout7.xml" Type="http://schemas.openxmlformats.org/officeDocument/2006/relationships/slideLayout"/><Relationship Id="rId2" Target="../notesSlides/notesSlide4.xml" Type="http://schemas.openxmlformats.org/officeDocument/2006/relationships/notesSlide"/><Relationship Id="rId3" Target="../media/image1.png" Type="http://schemas.openxmlformats.org/officeDocument/2006/relationships/image"/><Relationship Id="rId4" Target="../media/image2.svg" Type="http://schemas.openxmlformats.org/officeDocument/2006/relationships/image"/><Relationship Id="rId5" Target="../media/image3.png" Type="http://schemas.openxmlformats.org/officeDocument/2006/relationships/image"/><Relationship Id="rId6" Target="../media/image4.svg" Type="http://schemas.openxmlformats.org/officeDocument/2006/relationships/image"/></Relationships>
</file>

<file path=ppt/slides/_rels/slide5.xml.rels><?xml version="1.0" encoding="UTF-8" standalone="yes"?><Relationships xmlns="http://schemas.openxmlformats.org/package/2006/relationships"><Relationship Id="rId1" Target="../slideLayouts/slideLayout7.xml" Type="http://schemas.openxmlformats.org/officeDocument/2006/relationships/slideLayout"/><Relationship Id="rId2" Target="../notesSlides/notesSlide5.xml" Type="http://schemas.openxmlformats.org/officeDocument/2006/relationships/notesSlide"/><Relationship Id="rId3" Target="../media/image9.png" Type="http://schemas.openxmlformats.org/officeDocument/2006/relationships/image"/><Relationship Id="rId4" Target="../media/image10.svg" Type="http://schemas.openxmlformats.org/officeDocument/2006/relationships/image"/><Relationship Id="rId5" Target="../media/image11.jpeg" Type="http://schemas.openxmlformats.org/officeDocument/2006/relationships/image"/><Relationship Id="rId6" Target="../media/image12.png" Type="http://schemas.openxmlformats.org/officeDocument/2006/relationships/image"/><Relationship Id="rId7" Target="../media/image13.svg" Type="http://schemas.openxmlformats.org/officeDocument/2006/relationships/image"/><Relationship Id="rId8" Target="../media/image14.png" Type="http://schemas.openxmlformats.org/officeDocument/2006/relationships/image"/><Relationship Id="rId9" Target="../media/image15.svg" Type="http://schemas.openxmlformats.org/officeDocument/2006/relationships/image"/></Relationships>
</file>

<file path=ppt/slides/_rels/slide6.xml.rels><?xml version="1.0" encoding="UTF-8" standalone="yes"?><Relationships xmlns="http://schemas.openxmlformats.org/package/2006/relationships"><Relationship Id="rId1" Target="../slideLayouts/slideLayout7.xml" Type="http://schemas.openxmlformats.org/officeDocument/2006/relationships/slideLayout"/><Relationship Id="rId2" Target="../notesSlides/notesSlide6.xml" Type="http://schemas.openxmlformats.org/officeDocument/2006/relationships/notesSlide"/><Relationship Id="rId3" Target="../media/image9.png" Type="http://schemas.openxmlformats.org/officeDocument/2006/relationships/image"/><Relationship Id="rId4" Target="../media/image10.svg" Type="http://schemas.openxmlformats.org/officeDocument/2006/relationships/image"/><Relationship Id="rId5" Target="../media/image16.jpeg" Type="http://schemas.openxmlformats.org/officeDocument/2006/relationships/image"/><Relationship Id="rId6" Target="../media/image17.jpeg" Type="http://schemas.openxmlformats.org/officeDocument/2006/relationships/image"/></Relationships>
</file>

<file path=ppt/slides/_rels/slide7.xml.rels><?xml version="1.0" encoding="UTF-8" standalone="yes"?><Relationships xmlns="http://schemas.openxmlformats.org/package/2006/relationships"><Relationship Id="rId1" Target="../slideLayouts/slideLayout7.xml" Type="http://schemas.openxmlformats.org/officeDocument/2006/relationships/slideLayout"/><Relationship Id="rId2" Target="../notesSlides/notesSlide7.xml" Type="http://schemas.openxmlformats.org/officeDocument/2006/relationships/notesSlide"/><Relationship Id="rId3" Target="../media/image9.png" Type="http://schemas.openxmlformats.org/officeDocument/2006/relationships/image"/><Relationship Id="rId4" Target="../media/image10.svg" Type="http://schemas.openxmlformats.org/officeDocument/2006/relationships/image"/><Relationship Id="rId5" Target="../media/image18.png" Type="http://schemas.openxmlformats.org/officeDocument/2006/relationships/image"/><Relationship Id="rId6" Target="../media/image19.svg" Type="http://schemas.openxmlformats.org/officeDocument/2006/relationships/image"/></Relationships>
</file>

<file path=ppt/slides/_rels/slide8.xml.rels><?xml version="1.0" encoding="UTF-8" standalone="yes"?><Relationships xmlns="http://schemas.openxmlformats.org/package/2006/relationships"><Relationship Id="rId1" Target="../slideLayouts/slideLayout7.xml" Type="http://schemas.openxmlformats.org/officeDocument/2006/relationships/slideLayout"/><Relationship Id="rId2" Target="../notesSlides/notesSlide8.xml" Type="http://schemas.openxmlformats.org/officeDocument/2006/relationships/notesSlide"/><Relationship Id="rId3" Target="../media/image9.png" Type="http://schemas.openxmlformats.org/officeDocument/2006/relationships/image"/><Relationship Id="rId4" Target="../media/image10.svg" Type="http://schemas.openxmlformats.org/officeDocument/2006/relationships/image"/><Relationship Id="rId5" Target="../media/image20.jpeg" Type="http://schemas.openxmlformats.org/officeDocument/2006/relationships/image"/><Relationship Id="rId6" Target="../media/image12.png" Type="http://schemas.openxmlformats.org/officeDocument/2006/relationships/image"/><Relationship Id="rId7" Target="../media/image13.svg" Type="http://schemas.openxmlformats.org/officeDocument/2006/relationships/image"/><Relationship Id="rId8" Target="../media/image14.png" Type="http://schemas.openxmlformats.org/officeDocument/2006/relationships/image"/><Relationship Id="rId9" Target="../media/image15.svg" Type="http://schemas.openxmlformats.org/officeDocument/2006/relationships/image"/></Relationships>
</file>

<file path=ppt/slides/_rels/slide9.xml.rels><?xml version="1.0" encoding="UTF-8" standalone="yes"?><Relationships xmlns="http://schemas.openxmlformats.org/package/2006/relationships"><Relationship Id="rId1" Target="../slideLayouts/slideLayout7.xml" Type="http://schemas.openxmlformats.org/officeDocument/2006/relationships/slideLayout"/><Relationship Id="rId2" Target="../notesSlides/notesSlide9.xml" Type="http://schemas.openxmlformats.org/officeDocument/2006/relationships/notesSlide"/><Relationship Id="rId3" Target="../media/image9.png" Type="http://schemas.openxmlformats.org/officeDocument/2006/relationships/image"/><Relationship Id="rId4" Target="../media/image10.svg" Type="http://schemas.openxmlformats.org/officeDocument/2006/relationships/image"/><Relationship Id="rId5" Target="../media/image21.jpeg" Type="http://schemas.openxmlformats.org/officeDocument/2006/relationships/image"/><Relationship Id="rId6" Target="../media/image12.png" Type="http://schemas.openxmlformats.org/officeDocument/2006/relationships/image"/><Relationship Id="rId7" Target="../media/image13.svg" Type="http://schemas.openxmlformats.org/officeDocument/2006/relationships/image"/><Relationship Id="rId8" Target="../media/image14.png" Type="http://schemas.openxmlformats.org/officeDocument/2006/relationships/image"/><Relationship Id="rId9" Target="../media/image15.svg" Type="http://schemas.openxmlformats.org/officeDocument/2006/relationships/image"/></Relationships>
</file>

<file path=ppt/slides/_rels/slide10.xml.rels><?xml version="1.0" encoding="UTF-8" standalone="yes"?><Relationships xmlns="http://schemas.openxmlformats.org/package/2006/relationships"><Relationship Id="rId1" Target="../slideLayouts/slideLayout7.xml" Type="http://schemas.openxmlformats.org/officeDocument/2006/relationships/slideLayout"/><Relationship Id="rId2" Target="../notesSlides/notesSlide10.xml" Type="http://schemas.openxmlformats.org/officeDocument/2006/relationships/notesSlide"/><Relationship Id="rId3" Target="../media/image9.png" Type="http://schemas.openxmlformats.org/officeDocument/2006/relationships/image"/><Relationship Id="rId4" Target="../media/image10.svg" Type="http://schemas.openxmlformats.org/officeDocument/2006/relationships/image"/><Relationship Id="rId5" Target="../media/image18.png" Type="http://schemas.openxmlformats.org/officeDocument/2006/relationships/image"/><Relationship Id="rId6" Target="../media/image19.svg" Type="http://schemas.openxmlformats.org/officeDocument/2006/relationships/image"/></Relationships>
</file>

<file path=ppt/slides/_rels/slide11.xml.rels><?xml version="1.0" encoding="UTF-8" standalone="yes"?><Relationships xmlns="http://schemas.openxmlformats.org/package/2006/relationships"><Relationship Id="rId1" Target="../slideLayouts/slideLayout7.xml" Type="http://schemas.openxmlformats.org/officeDocument/2006/relationships/slideLayout"/><Relationship Id="rId2" Target="../notesSlides/notesSlide11.xml" Type="http://schemas.openxmlformats.org/officeDocument/2006/relationships/notesSlide"/><Relationship Id="rId3" Target="../media/image9.png" Type="http://schemas.openxmlformats.org/officeDocument/2006/relationships/image"/><Relationship Id="rId4" Target="../media/image10.svg" Type="http://schemas.openxmlformats.org/officeDocument/2006/relationships/image"/></Relationships>
</file>

<file path=ppt/slides/_rels/slide12.xml.rels><?xml version="1.0" encoding="UTF-8" standalone="yes"?><Relationships xmlns="http://schemas.openxmlformats.org/package/2006/relationships"><Relationship Id="rId1" Target="../slideLayouts/slideLayout7.xml" Type="http://schemas.openxmlformats.org/officeDocument/2006/relationships/slideLayout"/><Relationship Id="rId2" Target="../notesSlides/notesSlide12.xml" Type="http://schemas.openxmlformats.org/officeDocument/2006/relationships/notesSlide"/><Relationship Id="rId3" Target="../media/image9.png" Type="http://schemas.openxmlformats.org/officeDocument/2006/relationships/image"/><Relationship Id="rId4" Target="../media/image10.svg" Type="http://schemas.openxmlformats.org/officeDocument/2006/relationships/image"/><Relationship Id="rId5" Target="../media/image22.png" Type="http://schemas.openxmlformats.org/officeDocument/2006/relationships/image"/><Relationship Id="rId6" Target="../media/image23.svg" Type="http://schemas.openxmlformats.org/officeDocument/2006/relationships/image"/><Relationship Id="rId7" Target="../media/image24.png" Type="http://schemas.openxmlformats.org/officeDocument/2006/relationships/image"/><Relationship Id="rId8" Target="../media/image25.svg" Type="http://schemas.openxmlformats.org/officeDocument/2006/relationships/image"/></Relationships>
</file>

<file path=ppt/slides/_rels/slide13.xml.rels><?xml version="1.0" encoding="UTF-8" standalone="yes"?><Relationships xmlns="http://schemas.openxmlformats.org/package/2006/relationships"><Relationship Id="rId1" Target="../slideLayouts/slideLayout7.xml" Type="http://schemas.openxmlformats.org/officeDocument/2006/relationships/slideLayout"/><Relationship Id="rId2" Target="../notesSlides/notesSlide13.xml" Type="http://schemas.openxmlformats.org/officeDocument/2006/relationships/notesSlide"/><Relationship Id="rId3" Target="../media/image9.png" Type="http://schemas.openxmlformats.org/officeDocument/2006/relationships/image"/><Relationship Id="rId4" Target="../media/image10.svg" Type="http://schemas.openxmlformats.org/officeDocument/2006/relationships/image"/><Relationship Id="rId5" Target="../media/image12.png" Type="http://schemas.openxmlformats.org/officeDocument/2006/relationships/image"/><Relationship Id="rId6" Target="../media/image13.svg" Type="http://schemas.openxmlformats.org/officeDocument/2006/relationships/image"/><Relationship Id="rId7" Target="../media/image14.png" Type="http://schemas.openxmlformats.org/officeDocument/2006/relationships/image"/><Relationship Id="rId8" Target="../media/image15.svg" Type="http://schemas.openxmlformats.org/officeDocument/2006/relationships/image"/></Relationships>
</file>

<file path=ppt/slides/_rels/slide14.xml.rels><?xml version="1.0" encoding="UTF-8" standalone="yes"?><Relationships xmlns="http://schemas.openxmlformats.org/package/2006/relationships"><Relationship Id="rId1" Target="../slideLayouts/slideLayout7.xml" Type="http://schemas.openxmlformats.org/officeDocument/2006/relationships/slideLayout"/><Relationship Id="rId2" Target="../notesSlides/notesSlide14.xml" Type="http://schemas.openxmlformats.org/officeDocument/2006/relationships/notesSlide"/><Relationship Id="rId3" Target="../media/image9.png" Type="http://schemas.openxmlformats.org/officeDocument/2006/relationships/image"/><Relationship Id="rId4" Target="../media/image10.svg" Type="http://schemas.openxmlformats.org/officeDocument/2006/relationships/image"/><Relationship Id="rId5" Target="../media/image12.png" Type="http://schemas.openxmlformats.org/officeDocument/2006/relationships/image"/><Relationship Id="rId6" Target="../media/image13.svg" Type="http://schemas.openxmlformats.org/officeDocument/2006/relationships/image"/><Relationship Id="rId7" Target="../media/image14.png" Type="http://schemas.openxmlformats.org/officeDocument/2006/relationships/image"/><Relationship Id="rId8" Target="../media/image15.svg" Type="http://schemas.openxmlformats.org/officeDocument/2006/relationships/image"/></Relationships>
</file>

<file path=ppt/slides/_rels/slide15.xml.rels><?xml version="1.0" encoding="UTF-8" standalone="yes"?><Relationships xmlns="http://schemas.openxmlformats.org/package/2006/relationships"><Relationship Id="rId1" Target="../slideLayouts/slideLayout7.xml" Type="http://schemas.openxmlformats.org/officeDocument/2006/relationships/slideLayout"/><Relationship Id="rId2" Target="../notesSlides/notesSlide15.xml" Type="http://schemas.openxmlformats.org/officeDocument/2006/relationships/notesSlide"/><Relationship Id="rId3" Target="../media/image9.png" Type="http://schemas.openxmlformats.org/officeDocument/2006/relationships/image"/><Relationship Id="rId4" Target="../media/image10.svg" Type="http://schemas.openxmlformats.org/officeDocument/2006/relationships/image"/></Relationships>
</file>

<file path=ppt/slides/_rels/slide16.xml.rels><?xml version="1.0" encoding="UTF-8" standalone="yes"?><Relationships xmlns="http://schemas.openxmlformats.org/package/2006/relationships"><Relationship Id="rId1" Target="../slideLayouts/slideLayout7.xml" Type="http://schemas.openxmlformats.org/officeDocument/2006/relationships/slideLayout"/><Relationship Id="rId2" Target="../notesSlides/notesSlide16.xml" Type="http://schemas.openxmlformats.org/officeDocument/2006/relationships/notesSlide"/><Relationship Id="rId3" Target="../media/image9.png" Type="http://schemas.openxmlformats.org/officeDocument/2006/relationships/image"/><Relationship Id="rId4" Target="../media/image10.svg" Type="http://schemas.openxmlformats.org/officeDocument/2006/relationships/image"/><Relationship Id="rId5" Target="../media/image12.png" Type="http://schemas.openxmlformats.org/officeDocument/2006/relationships/image"/><Relationship Id="rId6" Target="../media/image13.svg" Type="http://schemas.openxmlformats.org/officeDocument/2006/relationships/image"/><Relationship Id="rId7" Target="../media/image14.png" Type="http://schemas.openxmlformats.org/officeDocument/2006/relationships/image"/><Relationship Id="rId8" Target="../media/image15.svg" Type="http://schemas.openxmlformats.org/officeDocument/2006/relationships/image"/></Relationships>
</file>

<file path=ppt/slides/_rels/slide17.xml.rels><?xml version="1.0" encoding="UTF-8" standalone="yes"?><Relationships xmlns="http://schemas.openxmlformats.org/package/2006/relationships"><Relationship Id="rId1" Target="../slideLayouts/slideLayout7.xml" Type="http://schemas.openxmlformats.org/officeDocument/2006/relationships/slideLayout"/><Relationship Id="rId2" Target="../notesSlides/notesSlide17.xml" Type="http://schemas.openxmlformats.org/officeDocument/2006/relationships/notesSlide"/><Relationship Id="rId3" Target="../media/image9.png" Type="http://schemas.openxmlformats.org/officeDocument/2006/relationships/image"/><Relationship Id="rId4" Target="../media/image10.svg" Type="http://schemas.openxmlformats.org/officeDocument/2006/relationships/image"/><Relationship Id="rId5" Target="../media/image22.png" Type="http://schemas.openxmlformats.org/officeDocument/2006/relationships/image"/><Relationship Id="rId6" Target="../media/image23.svg" Type="http://schemas.openxmlformats.org/officeDocument/2006/relationships/image"/><Relationship Id="rId7" Target="../media/image24.png" Type="http://schemas.openxmlformats.org/officeDocument/2006/relationships/image"/><Relationship Id="rId8" Target="../media/image25.svg" Type="http://schemas.openxmlformats.org/officeDocument/2006/relationships/image"/></Relationships>
</file>

<file path=ppt/slides/_rels/slide18.xml.rels><?xml version="1.0" encoding="UTF-8" standalone="yes"?><Relationships xmlns="http://schemas.openxmlformats.org/package/2006/relationships"><Relationship Id="rId1" Target="../slideLayouts/slideLayout7.xml" Type="http://schemas.openxmlformats.org/officeDocument/2006/relationships/slideLayout"/><Relationship Id="rId2" Target="../notesSlides/notesSlide18.xml" Type="http://schemas.openxmlformats.org/officeDocument/2006/relationships/notesSlide"/><Relationship Id="rId3" Target="../media/image9.png" Type="http://schemas.openxmlformats.org/officeDocument/2006/relationships/image"/><Relationship Id="rId4" Target="../media/image10.svg" Type="http://schemas.openxmlformats.org/officeDocument/2006/relationships/image"/><Relationship Id="rId5" Target="../media/image26.jpeg" Type="http://schemas.openxmlformats.org/officeDocument/2006/relationships/image"/></Relationships>
</file>

<file path=ppt/slides/_rels/slide19.xml.rels><?xml version="1.0" encoding="UTF-8" standalone="yes"?><Relationships xmlns="http://schemas.openxmlformats.org/package/2006/relationships"><Relationship Id="rId1" Target="../slideLayouts/slideLayout7.xml" Type="http://schemas.openxmlformats.org/officeDocument/2006/relationships/slideLayout"/><Relationship Id="rId2" Target="../notesSlides/notesSlide19.xml" Type="http://schemas.openxmlformats.org/officeDocument/2006/relationships/notesSlide"/><Relationship Id="rId3" Target="../media/image1.png" Type="http://schemas.openxmlformats.org/officeDocument/2006/relationships/image"/><Relationship Id="rId4" Target="../media/image2.svg" Type="http://schemas.openxmlformats.org/officeDocument/2006/relationships/image"/><Relationship Id="rId5" Target="../media/image3.png" Type="http://schemas.openxmlformats.org/officeDocument/2006/relationships/image"/><Relationship Id="rId6" Target="../media/image4.svg" Type="http://schemas.openxmlformats.org/officeDocument/2006/relationships/image"/></Relationships>
</file>

<file path=ppt/slides/_rels/slide20.xml.rels><?xml version="1.0" encoding="UTF-8" standalone="yes"?><Relationships xmlns="http://schemas.openxmlformats.org/package/2006/relationships"><Relationship Id="rId1" Target="../slideLayouts/slideLayout7.xml" Type="http://schemas.openxmlformats.org/officeDocument/2006/relationships/slideLayout"/><Relationship Id="rId2" Target="../notesSlides/notesSlide20.xml" Type="http://schemas.openxmlformats.org/officeDocument/2006/relationships/notesSlide"/><Relationship Id="rId3" Target="../media/image9.png" Type="http://schemas.openxmlformats.org/officeDocument/2006/relationships/image"/><Relationship Id="rId4" Target="../media/image10.svg" Type="http://schemas.openxmlformats.org/officeDocument/2006/relationships/image"/><Relationship Id="rId5" Target="../media/image27.jpeg" Type="http://schemas.openxmlformats.org/officeDocument/2006/relationships/image"/><Relationship Id="rId6" Target="../media/image12.png" Type="http://schemas.openxmlformats.org/officeDocument/2006/relationships/image"/><Relationship Id="rId7" Target="../media/image13.svg" Type="http://schemas.openxmlformats.org/officeDocument/2006/relationships/image"/><Relationship Id="rId8" Target="../media/image14.png" Type="http://schemas.openxmlformats.org/officeDocument/2006/relationships/image"/><Relationship Id="rId9" Target="../media/image15.svg" Type="http://schemas.openxmlformats.org/officeDocument/2006/relationships/image"/></Relationships>
</file>

<file path=ppt/slides/_rels/slide21.xml.rels><?xml version="1.0" encoding="UTF-8" standalone="yes"?><Relationships xmlns="http://schemas.openxmlformats.org/package/2006/relationships"><Relationship Id="rId1" Target="../slideLayouts/slideLayout7.xml" Type="http://schemas.openxmlformats.org/officeDocument/2006/relationships/slideLayout"/><Relationship Id="rId2" Target="../notesSlides/notesSlide21.xml" Type="http://schemas.openxmlformats.org/officeDocument/2006/relationships/notesSlide"/><Relationship Id="rId3" Target="../media/image9.png" Type="http://schemas.openxmlformats.org/officeDocument/2006/relationships/image"/><Relationship Id="rId4" Target="../media/image10.svg" Type="http://schemas.openxmlformats.org/officeDocument/2006/relationships/image"/></Relationships>
</file>

<file path=ppt/slides/_rels/slide22.xml.rels><?xml version="1.0" encoding="UTF-8" standalone="yes"?><Relationships xmlns="http://schemas.openxmlformats.org/package/2006/relationships"><Relationship Id="rId1" Target="../slideLayouts/slideLayout7.xml" Type="http://schemas.openxmlformats.org/officeDocument/2006/relationships/slideLayout"/><Relationship Id="rId2" Target="../notesSlides/notesSlide22.xml" Type="http://schemas.openxmlformats.org/officeDocument/2006/relationships/notesSlide"/><Relationship Id="rId3" Target="../media/image9.png" Type="http://schemas.openxmlformats.org/officeDocument/2006/relationships/image"/><Relationship Id="rId4" Target="../media/image10.svg" Type="http://schemas.openxmlformats.org/officeDocument/2006/relationships/image"/><Relationship Id="rId5" Target="../media/image12.png" Type="http://schemas.openxmlformats.org/officeDocument/2006/relationships/image"/><Relationship Id="rId6" Target="../media/image13.svg" Type="http://schemas.openxmlformats.org/officeDocument/2006/relationships/image"/><Relationship Id="rId7" Target="../media/image14.png" Type="http://schemas.openxmlformats.org/officeDocument/2006/relationships/image"/><Relationship Id="rId8" Target="../media/image15.svg" Type="http://schemas.openxmlformats.org/officeDocument/2006/relationships/image"/></Relationships>
</file>

<file path=ppt/slides/_rels/slide23.xml.rels><?xml version="1.0" encoding="UTF-8" standalone="yes"?><Relationships xmlns="http://schemas.openxmlformats.org/package/2006/relationships"><Relationship Id="rId1" Target="../slideLayouts/slideLayout7.xml" Type="http://schemas.openxmlformats.org/officeDocument/2006/relationships/slideLayout"/><Relationship Id="rId2" Target="../notesSlides/notesSlide23.xml" Type="http://schemas.openxmlformats.org/officeDocument/2006/relationships/notesSlide"/><Relationship Id="rId3" Target="../media/image9.png" Type="http://schemas.openxmlformats.org/officeDocument/2006/relationships/image"/><Relationship Id="rId4" Target="../media/image10.svg" Type="http://schemas.openxmlformats.org/officeDocument/2006/relationships/image"/><Relationship Id="rId5" Target="../media/image12.png" Type="http://schemas.openxmlformats.org/officeDocument/2006/relationships/image"/><Relationship Id="rId6" Target="../media/image13.svg" Type="http://schemas.openxmlformats.org/officeDocument/2006/relationships/image"/><Relationship Id="rId7" Target="../media/image14.png" Type="http://schemas.openxmlformats.org/officeDocument/2006/relationships/image"/><Relationship Id="rId8" Target="../media/image15.svg" Type="http://schemas.openxmlformats.org/officeDocument/2006/relationships/image"/></Relationships>
</file>

<file path=ppt/slides/_rels/slide24.xml.rels><?xml version="1.0" encoding="UTF-8" standalone="yes"?><Relationships xmlns="http://schemas.openxmlformats.org/package/2006/relationships"><Relationship Id="rId1" Target="../slideLayouts/slideLayout7.xml" Type="http://schemas.openxmlformats.org/officeDocument/2006/relationships/slideLayout"/><Relationship Id="rId2" Target="../notesSlides/notesSlide24.xml" Type="http://schemas.openxmlformats.org/officeDocument/2006/relationships/notesSlide"/><Relationship Id="rId3" Target="../media/image9.png" Type="http://schemas.openxmlformats.org/officeDocument/2006/relationships/image"/><Relationship Id="rId4" Target="../media/image10.svg" Type="http://schemas.openxmlformats.org/officeDocument/2006/relationships/image"/><Relationship Id="rId5" Target="../media/image12.png" Type="http://schemas.openxmlformats.org/officeDocument/2006/relationships/image"/><Relationship Id="rId6" Target="../media/image13.svg" Type="http://schemas.openxmlformats.org/officeDocument/2006/relationships/image"/><Relationship Id="rId7" Target="../media/image14.png" Type="http://schemas.openxmlformats.org/officeDocument/2006/relationships/image"/><Relationship Id="rId8" Target="../media/image15.svg" Type="http://schemas.openxmlformats.org/officeDocument/2006/relationships/image"/></Relationships>
</file>

<file path=ppt/slides/_rels/slide25.xml.rels><?xml version="1.0" encoding="UTF-8" standalone="yes"?><Relationships xmlns="http://schemas.openxmlformats.org/package/2006/relationships"><Relationship Id="rId1" Target="../slideLayouts/slideLayout7.xml" Type="http://schemas.openxmlformats.org/officeDocument/2006/relationships/slideLayout"/><Relationship Id="rId2" Target="../notesSlides/notesSlide25.xml" Type="http://schemas.openxmlformats.org/officeDocument/2006/relationships/notesSlide"/><Relationship Id="rId3" Target="../media/image9.png" Type="http://schemas.openxmlformats.org/officeDocument/2006/relationships/image"/><Relationship Id="rId4" Target="../media/image10.svg" Type="http://schemas.openxmlformats.org/officeDocument/2006/relationships/image"/><Relationship Id="rId5" Target="../media/image12.png" Type="http://schemas.openxmlformats.org/officeDocument/2006/relationships/image"/><Relationship Id="rId6" Target="../media/image13.svg" Type="http://schemas.openxmlformats.org/officeDocument/2006/relationships/image"/><Relationship Id="rId7" Target="../media/image14.png" Type="http://schemas.openxmlformats.org/officeDocument/2006/relationships/image"/><Relationship Id="rId8" Target="../media/image15.svg" Type="http://schemas.openxmlformats.org/officeDocument/2006/relationships/image"/></Relationships>
</file>

<file path=ppt/slides/_rels/slide26.xml.rels><?xml version="1.0" encoding="UTF-8" standalone="yes"?><Relationships xmlns="http://schemas.openxmlformats.org/package/2006/relationships"><Relationship Id="rId1" Target="../slideLayouts/slideLayout7.xml" Type="http://schemas.openxmlformats.org/officeDocument/2006/relationships/slideLayout"/><Relationship Id="rId2" Target="../notesSlides/notesSlide26.xml" Type="http://schemas.openxmlformats.org/officeDocument/2006/relationships/notesSlide"/><Relationship Id="rId3" Target="../media/image9.png" Type="http://schemas.openxmlformats.org/officeDocument/2006/relationships/image"/><Relationship Id="rId4" Target="../media/image10.svg" Type="http://schemas.openxmlformats.org/officeDocument/2006/relationships/image"/><Relationship Id="rId5" Target="../media/image12.png" Type="http://schemas.openxmlformats.org/officeDocument/2006/relationships/image"/><Relationship Id="rId6" Target="../media/image13.svg" Type="http://schemas.openxmlformats.org/officeDocument/2006/relationships/image"/><Relationship Id="rId7" Target="../media/image14.png" Type="http://schemas.openxmlformats.org/officeDocument/2006/relationships/image"/><Relationship Id="rId8" Target="../media/image15.svg" Type="http://schemas.openxmlformats.org/officeDocument/2006/relationships/image"/></Relationships>
</file>

<file path=ppt/slides/_rels/slide27.xml.rels><?xml version="1.0" encoding="UTF-8" standalone="yes"?><Relationships xmlns="http://schemas.openxmlformats.org/package/2006/relationships"><Relationship Id="rId1" Target="../slideLayouts/slideLayout7.xml" Type="http://schemas.openxmlformats.org/officeDocument/2006/relationships/slideLayout"/><Relationship Id="rId2" Target="../notesSlides/notesSlide27.xml" Type="http://schemas.openxmlformats.org/officeDocument/2006/relationships/notesSlide"/><Relationship Id="rId3" Target="../media/image9.png" Type="http://schemas.openxmlformats.org/officeDocument/2006/relationships/image"/><Relationship Id="rId4" Target="../media/image10.svg" Type="http://schemas.openxmlformats.org/officeDocument/2006/relationships/image"/><Relationship Id="rId5" Target="../media/image12.png" Type="http://schemas.openxmlformats.org/officeDocument/2006/relationships/image"/><Relationship Id="rId6" Target="../media/image13.svg" Type="http://schemas.openxmlformats.org/officeDocument/2006/relationships/image"/><Relationship Id="rId7" Target="../media/image14.png" Type="http://schemas.openxmlformats.org/officeDocument/2006/relationships/image"/><Relationship Id="rId8" Target="../media/image15.svg" Type="http://schemas.openxmlformats.org/officeDocument/2006/relationships/image"/></Relationships>
</file>

<file path=ppt/slides/_rels/slide28.xml.rels><?xml version="1.0" encoding="UTF-8" standalone="yes"?><Relationships xmlns="http://schemas.openxmlformats.org/package/2006/relationships"><Relationship Id="rId1" Target="../slideLayouts/slideLayout7.xml" Type="http://schemas.openxmlformats.org/officeDocument/2006/relationships/slideLayout"/><Relationship Id="rId2" Target="../notesSlides/notesSlide28.xml" Type="http://schemas.openxmlformats.org/officeDocument/2006/relationships/notesSlide"/><Relationship Id="rId3" Target="../media/image9.png" Type="http://schemas.openxmlformats.org/officeDocument/2006/relationships/image"/><Relationship Id="rId4" Target="../media/image10.svg" Type="http://schemas.openxmlformats.org/officeDocument/2006/relationships/image"/></Relationships>
</file>

<file path=ppt/slides/_rels/slide29.xml.rels><?xml version="1.0" encoding="UTF-8" standalone="yes"?><Relationships xmlns="http://schemas.openxmlformats.org/package/2006/relationships"><Relationship Id="rId1" Target="../slideLayouts/slideLayout7.xml" Type="http://schemas.openxmlformats.org/officeDocument/2006/relationships/slideLayout"/><Relationship Id="rId2" Target="../notesSlides/notesSlide29.xml" Type="http://schemas.openxmlformats.org/officeDocument/2006/relationships/notesSlide"/><Relationship Id="rId3" Target="../media/image9.png" Type="http://schemas.openxmlformats.org/officeDocument/2006/relationships/image"/><Relationship Id="rId4" Target="../media/image10.svg" Type="http://schemas.openxmlformats.org/officeDocument/2006/relationships/image"/><Relationship Id="rId5" Target="../media/image26.jpeg" Type="http://schemas.openxmlformats.org/officeDocument/2006/relationships/image"/></Relationships>
</file>

<file path=ppt/slides/_rels/slide30.xml.rels><?xml version="1.0" encoding="UTF-8" standalone="yes"?><Relationships xmlns="http://schemas.openxmlformats.org/package/2006/relationships"><Relationship Id="rId1" Target="../slideLayouts/slideLayout7.xml" Type="http://schemas.openxmlformats.org/officeDocument/2006/relationships/slideLayout"/><Relationship Id="rId2" Target="../notesSlides/notesSlide30.xml" Type="http://schemas.openxmlformats.org/officeDocument/2006/relationships/notesSlide"/><Relationship Id="rId3" Target="../media/image1.png" Type="http://schemas.openxmlformats.org/officeDocument/2006/relationships/image"/><Relationship Id="rId4" Target="../media/image2.svg" Type="http://schemas.openxmlformats.org/officeDocument/2006/relationships/image"/><Relationship Id="rId5" Target="../media/image3.png" Type="http://schemas.openxmlformats.org/officeDocument/2006/relationships/image"/><Relationship Id="rId6" Target="../media/image4.svg" Type="http://schemas.openxmlformats.org/officeDocument/2006/relationships/image"/></Relationships>
</file>

<file path=ppt/slides/_rels/slide31.xml.rels><?xml version="1.0" encoding="UTF-8" standalone="yes"?><Relationships xmlns="http://schemas.openxmlformats.org/package/2006/relationships"><Relationship Id="rId1" Target="../slideLayouts/slideLayout7.xml" Type="http://schemas.openxmlformats.org/officeDocument/2006/relationships/slideLayout"/><Relationship Id="rId2" Target="../notesSlides/notesSlide31.xml" Type="http://schemas.openxmlformats.org/officeDocument/2006/relationships/notesSlide"/><Relationship Id="rId3" Target="../media/image9.png" Type="http://schemas.openxmlformats.org/officeDocument/2006/relationships/image"/><Relationship Id="rId4" Target="../media/image10.svg" Type="http://schemas.openxmlformats.org/officeDocument/2006/relationships/image"/><Relationship Id="rId5" Target="../media/image28.jpeg" Type="http://schemas.openxmlformats.org/officeDocument/2006/relationships/image"/><Relationship Id="rId6" Target="../media/image12.png" Type="http://schemas.openxmlformats.org/officeDocument/2006/relationships/image"/><Relationship Id="rId7" Target="../media/image13.svg" Type="http://schemas.openxmlformats.org/officeDocument/2006/relationships/image"/><Relationship Id="rId8" Target="../media/image14.png" Type="http://schemas.openxmlformats.org/officeDocument/2006/relationships/image"/><Relationship Id="rId9" Target="../media/image15.svg" Type="http://schemas.openxmlformats.org/officeDocument/2006/relationships/image"/></Relationships>
</file>

<file path=ppt/slides/_rels/slide32.xml.rels><?xml version="1.0" encoding="UTF-8" standalone="yes"?><Relationships xmlns="http://schemas.openxmlformats.org/package/2006/relationships"><Relationship Id="rId1" Target="../slideLayouts/slideLayout7.xml" Type="http://schemas.openxmlformats.org/officeDocument/2006/relationships/slideLayout"/><Relationship Id="rId2" Target="../notesSlides/notesSlide32.xml" Type="http://schemas.openxmlformats.org/officeDocument/2006/relationships/notesSlide"/><Relationship Id="rId3" Target="../media/image9.png" Type="http://schemas.openxmlformats.org/officeDocument/2006/relationships/image"/><Relationship Id="rId4" Target="../media/image10.svg" Type="http://schemas.openxmlformats.org/officeDocument/2006/relationships/image"/></Relationships>
</file>

<file path=ppt/slides/_rels/slide33.xml.rels><?xml version="1.0" encoding="UTF-8" standalone="yes"?><Relationships xmlns="http://schemas.openxmlformats.org/package/2006/relationships"><Relationship Id="rId1" Target="../slideLayouts/slideLayout7.xml" Type="http://schemas.openxmlformats.org/officeDocument/2006/relationships/slideLayout"/><Relationship Id="rId2" Target="../notesSlides/notesSlide33.xml" Type="http://schemas.openxmlformats.org/officeDocument/2006/relationships/notesSlide"/><Relationship Id="rId3" Target="../media/image9.png" Type="http://schemas.openxmlformats.org/officeDocument/2006/relationships/image"/><Relationship Id="rId4" Target="../media/image10.svg" Type="http://schemas.openxmlformats.org/officeDocument/2006/relationships/image"/><Relationship Id="rId5" Target="../media/image18.png" Type="http://schemas.openxmlformats.org/officeDocument/2006/relationships/image"/><Relationship Id="rId6" Target="../media/image19.svg" Type="http://schemas.openxmlformats.org/officeDocument/2006/relationships/image"/></Relationships>
</file>

<file path=ppt/slides/_rels/slide34.xml.rels><?xml version="1.0" encoding="UTF-8" standalone="yes"?><Relationships xmlns="http://schemas.openxmlformats.org/package/2006/relationships"><Relationship Id="rId1" Target="../slideLayouts/slideLayout7.xml" Type="http://schemas.openxmlformats.org/officeDocument/2006/relationships/slideLayout"/><Relationship Id="rId2" Target="../notesSlides/notesSlide34.xml" Type="http://schemas.openxmlformats.org/officeDocument/2006/relationships/notesSlide"/><Relationship Id="rId3" Target="../media/image9.png" Type="http://schemas.openxmlformats.org/officeDocument/2006/relationships/image"/><Relationship Id="rId4" Target="../media/image10.svg" Type="http://schemas.openxmlformats.org/officeDocument/2006/relationships/image"/><Relationship Id="rId5" Target="../media/image14.png" Type="http://schemas.openxmlformats.org/officeDocument/2006/relationships/image"/><Relationship Id="rId6" Target="../media/image15.svg" Type="http://schemas.openxmlformats.org/officeDocument/2006/relationships/image"/></Relationships>
</file>

<file path=ppt/slides/_rels/slide35.xml.rels><?xml version="1.0" encoding="UTF-8" standalone="yes"?><Relationships xmlns="http://schemas.openxmlformats.org/package/2006/relationships"><Relationship Id="rId1" Target="../slideLayouts/slideLayout7.xml" Type="http://schemas.openxmlformats.org/officeDocument/2006/relationships/slideLayout"/><Relationship Id="rId2" Target="../notesSlides/notesSlide35.xml" Type="http://schemas.openxmlformats.org/officeDocument/2006/relationships/notesSlide"/><Relationship Id="rId3" Target="../media/image9.png" Type="http://schemas.openxmlformats.org/officeDocument/2006/relationships/image"/><Relationship Id="rId4" Target="../media/image10.svg" Type="http://schemas.openxmlformats.org/officeDocument/2006/relationships/image"/><Relationship Id="rId5" Target="../media/image14.png" Type="http://schemas.openxmlformats.org/officeDocument/2006/relationships/image"/><Relationship Id="rId6" Target="../media/image15.svg" Type="http://schemas.openxmlformats.org/officeDocument/2006/relationships/image"/></Relationships>
</file>

<file path=ppt/slides/_rels/slide36.xml.rels><?xml version="1.0" encoding="UTF-8" standalone="yes"?><Relationships xmlns="http://schemas.openxmlformats.org/package/2006/relationships"><Relationship Id="rId1" Target="../slideLayouts/slideLayout7.xml" Type="http://schemas.openxmlformats.org/officeDocument/2006/relationships/slideLayout"/><Relationship Id="rId2" Target="../notesSlides/notesSlide36.xml" Type="http://schemas.openxmlformats.org/officeDocument/2006/relationships/notesSlide"/><Relationship Id="rId3" Target="../media/image9.png" Type="http://schemas.openxmlformats.org/officeDocument/2006/relationships/image"/><Relationship Id="rId4" Target="../media/image10.svg" Type="http://schemas.openxmlformats.org/officeDocument/2006/relationships/image"/><Relationship Id="rId5" Target="../media/image12.png" Type="http://schemas.openxmlformats.org/officeDocument/2006/relationships/image"/><Relationship Id="rId6" Target="../media/image13.svg" Type="http://schemas.openxmlformats.org/officeDocument/2006/relationships/image"/><Relationship Id="rId7" Target="../media/image14.png" Type="http://schemas.openxmlformats.org/officeDocument/2006/relationships/image"/><Relationship Id="rId8" Target="../media/image15.svg" Type="http://schemas.openxmlformats.org/officeDocument/2006/relationships/image"/></Relationships>
</file>

<file path=ppt/slides/_rels/slide37.xml.rels><?xml version="1.0" encoding="UTF-8" standalone="yes"?><Relationships xmlns="http://schemas.openxmlformats.org/package/2006/relationships"><Relationship Id="rId1" Target="../slideLayouts/slideLayout7.xml" Type="http://schemas.openxmlformats.org/officeDocument/2006/relationships/slideLayout"/><Relationship Id="rId2" Target="../notesSlides/notesSlide37.xml" Type="http://schemas.openxmlformats.org/officeDocument/2006/relationships/notesSlide"/><Relationship Id="rId3" Target="../media/image9.png" Type="http://schemas.openxmlformats.org/officeDocument/2006/relationships/image"/><Relationship Id="rId4" Target="../media/image10.svg" Type="http://schemas.openxmlformats.org/officeDocument/2006/relationships/image"/><Relationship Id="rId5" Target="../media/image29.jpeg" Type="http://schemas.openxmlformats.org/officeDocument/2006/relationships/image"/><Relationship Id="rId6" Target="../media/image12.png" Type="http://schemas.openxmlformats.org/officeDocument/2006/relationships/image"/><Relationship Id="rId7" Target="../media/image13.svg" Type="http://schemas.openxmlformats.org/officeDocument/2006/relationships/image"/><Relationship Id="rId8" Target="../media/image14.png" Type="http://schemas.openxmlformats.org/officeDocument/2006/relationships/image"/><Relationship Id="rId9" Target="../media/image15.svg" Type="http://schemas.openxmlformats.org/officeDocument/2006/relationships/image"/></Relationships>
</file>

<file path=ppt/slides/_rels/slide38.xml.rels><?xml version="1.0" encoding="UTF-8" standalone="yes"?><Relationships xmlns="http://schemas.openxmlformats.org/package/2006/relationships"><Relationship Id="rId1" Target="../slideLayouts/slideLayout7.xml" Type="http://schemas.openxmlformats.org/officeDocument/2006/relationships/slideLayout"/><Relationship Id="rId10" Target="../media/image35.svg" Type="http://schemas.openxmlformats.org/officeDocument/2006/relationships/image"/><Relationship Id="rId11" Target="../media/image36.png" Type="http://schemas.openxmlformats.org/officeDocument/2006/relationships/image"/><Relationship Id="rId12" Target="../media/image37.svg" Type="http://schemas.openxmlformats.org/officeDocument/2006/relationships/image"/><Relationship Id="rId2" Target="../notesSlides/notesSlide38.xml" Type="http://schemas.openxmlformats.org/officeDocument/2006/relationships/notesSlide"/><Relationship Id="rId3" Target="../media/image7.png" Type="http://schemas.openxmlformats.org/officeDocument/2006/relationships/image"/><Relationship Id="rId4" Target="../media/image8.svg" Type="http://schemas.openxmlformats.org/officeDocument/2006/relationships/image"/><Relationship Id="rId5" Target="../media/image30.png" Type="http://schemas.openxmlformats.org/officeDocument/2006/relationships/image"/><Relationship Id="rId6" Target="../media/image31.svg" Type="http://schemas.openxmlformats.org/officeDocument/2006/relationships/image"/><Relationship Id="rId7" Target="../media/image32.png" Type="http://schemas.openxmlformats.org/officeDocument/2006/relationships/image"/><Relationship Id="rId8" Target="../media/image33.svg" Type="http://schemas.openxmlformats.org/officeDocument/2006/relationships/image"/><Relationship Id="rId9" Target="../media/image34.png" Type="http://schemas.openxmlformats.org/officeDocument/2006/relationships/image"/></Relationships>
</file>

<file path=ppt/slides/_rels/slide39.xml.rels><?xml version="1.0" encoding="UTF-8" standalone="yes"?><Relationships xmlns="http://schemas.openxmlformats.org/package/2006/relationships"><Relationship Id="rId1" Target="../slideLayouts/slideLayout7.xml" Type="http://schemas.openxmlformats.org/officeDocument/2006/relationships/slideLayout"/><Relationship Id="rId2" Target="../notesSlides/notesSlide39.xml" Type="http://schemas.openxmlformats.org/officeDocument/2006/relationships/notesSlide"/><Relationship Id="rId3" Target="../media/image9.png" Type="http://schemas.openxmlformats.org/officeDocument/2006/relationships/image"/><Relationship Id="rId4" Target="../media/image10.svg" Type="http://schemas.openxmlformats.org/officeDocument/2006/relationships/image"/></Relationships>
</file>

<file path=ppt/slides/_rels/slide40.xml.rels><?xml version="1.0" encoding="UTF-8" standalone="yes"?><Relationships xmlns="http://schemas.openxmlformats.org/package/2006/relationships"><Relationship Id="rId1" Target="../slideLayouts/slideLayout7.xml" Type="http://schemas.openxmlformats.org/officeDocument/2006/relationships/slideLayout"/><Relationship Id="rId2" Target="../notesSlides/notesSlide40.xml" Type="http://schemas.openxmlformats.org/officeDocument/2006/relationships/notesSlide"/><Relationship Id="rId3" Target="../media/image9.png" Type="http://schemas.openxmlformats.org/officeDocument/2006/relationships/image"/><Relationship Id="rId4" Target="../media/image10.svg" Type="http://schemas.openxmlformats.org/officeDocument/2006/relationships/image"/><Relationship Id="rId5" Target="../media/image12.png" Type="http://schemas.openxmlformats.org/officeDocument/2006/relationships/image"/><Relationship Id="rId6" Target="../media/image13.svg" Type="http://schemas.openxmlformats.org/officeDocument/2006/relationships/image"/><Relationship Id="rId7" Target="../media/image14.png" Type="http://schemas.openxmlformats.org/officeDocument/2006/relationships/image"/><Relationship Id="rId8" Target="../media/image15.svg" Type="http://schemas.openxmlformats.org/officeDocument/2006/relationships/image"/></Relationships>
</file>

<file path=ppt/slides/_rels/slide41.xml.rels><?xml version="1.0" encoding="UTF-8" standalone="yes"?><Relationships xmlns="http://schemas.openxmlformats.org/package/2006/relationships"><Relationship Id="rId1" Target="../slideLayouts/slideLayout7.xml" Type="http://schemas.openxmlformats.org/officeDocument/2006/relationships/slideLayout"/><Relationship Id="rId10" Target="../media/image35.svg" Type="http://schemas.openxmlformats.org/officeDocument/2006/relationships/image"/><Relationship Id="rId11" Target="../media/image36.png" Type="http://schemas.openxmlformats.org/officeDocument/2006/relationships/image"/><Relationship Id="rId12" Target="../media/image37.svg" Type="http://schemas.openxmlformats.org/officeDocument/2006/relationships/image"/><Relationship Id="rId2" Target="../notesSlides/notesSlide41.xml" Type="http://schemas.openxmlformats.org/officeDocument/2006/relationships/notesSlide"/><Relationship Id="rId3" Target="../media/image7.png" Type="http://schemas.openxmlformats.org/officeDocument/2006/relationships/image"/><Relationship Id="rId4" Target="../media/image8.svg" Type="http://schemas.openxmlformats.org/officeDocument/2006/relationships/image"/><Relationship Id="rId5" Target="../media/image30.png" Type="http://schemas.openxmlformats.org/officeDocument/2006/relationships/image"/><Relationship Id="rId6" Target="../media/image31.svg" Type="http://schemas.openxmlformats.org/officeDocument/2006/relationships/image"/><Relationship Id="rId7" Target="../media/image32.png" Type="http://schemas.openxmlformats.org/officeDocument/2006/relationships/image"/><Relationship Id="rId8" Target="../media/image33.svg" Type="http://schemas.openxmlformats.org/officeDocument/2006/relationships/image"/><Relationship Id="rId9" Target="../media/image34.png" Type="http://schemas.openxmlformats.org/officeDocument/2006/relationships/image"/></Relationships>
</file>

<file path=ppt/slides/_rels/slide42.xml.rels><?xml version="1.0" encoding="UTF-8" standalone="yes"?><Relationships xmlns="http://schemas.openxmlformats.org/package/2006/relationships"><Relationship Id="rId1" Target="../slideLayouts/slideLayout7.xml" Type="http://schemas.openxmlformats.org/officeDocument/2006/relationships/slideLayout"/><Relationship Id="rId2" Target="../notesSlides/notesSlide42.xml" Type="http://schemas.openxmlformats.org/officeDocument/2006/relationships/notesSlide"/><Relationship Id="rId3" Target="../media/image9.png" Type="http://schemas.openxmlformats.org/officeDocument/2006/relationships/image"/><Relationship Id="rId4" Target="../media/image10.svg" Type="http://schemas.openxmlformats.org/officeDocument/2006/relationships/image"/><Relationship Id="rId5" Target="../media/image12.png" Type="http://schemas.openxmlformats.org/officeDocument/2006/relationships/image"/><Relationship Id="rId6" Target="../media/image13.svg" Type="http://schemas.openxmlformats.org/officeDocument/2006/relationships/image"/><Relationship Id="rId7" Target="../media/image14.png" Type="http://schemas.openxmlformats.org/officeDocument/2006/relationships/image"/><Relationship Id="rId8" Target="../media/image15.svg" Type="http://schemas.openxmlformats.org/officeDocument/2006/relationships/image"/><Relationship Id="rId9" Target="../media/image38.jpeg" Type="http://schemas.openxmlformats.org/officeDocument/2006/relationships/image"/></Relationships>
</file>

<file path=ppt/slides/_rels/slide43.xml.rels><?xml version="1.0" encoding="UTF-8" standalone="yes"?><Relationships xmlns="http://schemas.openxmlformats.org/package/2006/relationships"><Relationship Id="rId1" Target="../slideLayouts/slideLayout7.xml" Type="http://schemas.openxmlformats.org/officeDocument/2006/relationships/slideLayout"/><Relationship Id="rId2" Target="../notesSlides/notesSlide43.xml" Type="http://schemas.openxmlformats.org/officeDocument/2006/relationships/notesSlide"/><Relationship Id="rId3" Target="../media/image9.png" Type="http://schemas.openxmlformats.org/officeDocument/2006/relationships/image"/><Relationship Id="rId4" Target="../media/image10.svg" Type="http://schemas.openxmlformats.org/officeDocument/2006/relationships/image"/><Relationship Id="rId5" Target="../media/image39.png" Type="http://schemas.openxmlformats.org/officeDocument/2006/relationships/image"/><Relationship Id="rId6" Target="../media/image40.svg" Type="http://schemas.openxmlformats.org/officeDocument/2006/relationships/image"/><Relationship Id="rId7" Target="../media/image41.png" Type="http://schemas.openxmlformats.org/officeDocument/2006/relationships/image"/><Relationship Id="rId8" Target="../media/image42.svg" Type="http://schemas.openxmlformats.org/officeDocument/2006/relationships/image"/></Relationships>
</file>

<file path=ppt/slides/_rels/slide44.xml.rels><?xml version="1.0" encoding="UTF-8" standalone="yes"?><Relationships xmlns="http://schemas.openxmlformats.org/package/2006/relationships"><Relationship Id="rId1" Target="../slideLayouts/slideLayout7.xml" Type="http://schemas.openxmlformats.org/officeDocument/2006/relationships/slideLayout"/><Relationship Id="rId2" Target="../notesSlides/notesSlide44.xml" Type="http://schemas.openxmlformats.org/officeDocument/2006/relationships/notesSlide"/><Relationship Id="rId3" Target="../media/image1.png" Type="http://schemas.openxmlformats.org/officeDocument/2006/relationships/image"/><Relationship Id="rId4" Target="../media/image2.svg" Type="http://schemas.openxmlformats.org/officeDocument/2006/relationships/image"/><Relationship Id="rId5" Target="../media/image3.png" Type="http://schemas.openxmlformats.org/officeDocument/2006/relationships/image"/><Relationship Id="rId6" Target="../media/image4.svg" Type="http://schemas.openxmlformats.org/officeDocument/2006/relationships/image"/></Relationships>
</file>

<file path=ppt/slides/slide1.xml><?xml version="1.0" encoding="utf-8"?>
<p:sld xmlns:p="http://schemas.openxmlformats.org/presentationml/2006/main" xmlns:a="http://schemas.openxmlformats.org/drawingml/2006/main" xmlns:r="http://schemas.openxmlformats.org/officeDocument/2006/relationships">
  <p:cSld>
    <p:bg>
      <p:bgPr>
        <a:solidFill>
          <a:srgbClr val="5170FF"/>
        </a:solidFill>
      </p:bgPr>
    </p:bg>
    <p:spTree>
      <p:nvGrpSpPr>
        <p:cNvPr id="1" name=""/>
        <p:cNvGrpSpPr/>
        <p:nvPr/>
      </p:nvGrpSpPr>
      <p:grpSpPr>
        <a:xfrm>
          <a:off x="0" y="0"/>
          <a:ext cx="0" cy="0"/>
          <a:chOff x="0" y="0"/>
          <a:chExt cx="0" cy="0"/>
        </a:xfrm>
      </p:grpSpPr>
      <p:grpSp>
        <p:nvGrpSpPr>
          <p:cNvPr name="Group 2" id="2"/>
          <p:cNvGrpSpPr/>
          <p:nvPr/>
        </p:nvGrpSpPr>
        <p:grpSpPr>
          <a:xfrm rot="0">
            <a:off x="534854" y="566049"/>
            <a:ext cx="17218292" cy="9186097"/>
            <a:chOff x="0" y="0"/>
            <a:chExt cx="22957723" cy="12248129"/>
          </a:xfrm>
        </p:grpSpPr>
        <p:grpSp>
          <p:nvGrpSpPr>
            <p:cNvPr name="Group 3" id="3"/>
            <p:cNvGrpSpPr/>
            <p:nvPr/>
          </p:nvGrpSpPr>
          <p:grpSpPr>
            <a:xfrm rot="0">
              <a:off x="0" y="835531"/>
              <a:ext cx="22957723" cy="11412598"/>
              <a:chOff x="0" y="0"/>
              <a:chExt cx="4777465" cy="2374943"/>
            </a:xfrm>
          </p:grpSpPr>
          <p:sp>
            <p:nvSpPr>
              <p:cNvPr name="Freeform 4" id="4"/>
              <p:cNvSpPr/>
              <p:nvPr/>
            </p:nvSpPr>
            <p:spPr>
              <a:xfrm flipH="false" flipV="false" rot="0">
                <a:off x="0" y="0"/>
                <a:ext cx="4777465" cy="2374943"/>
              </a:xfrm>
              <a:custGeom>
                <a:avLst/>
                <a:gdLst/>
                <a:ahLst/>
                <a:cxnLst/>
                <a:rect r="r" b="b" t="t" l="l"/>
                <a:pathLst>
                  <a:path h="2374943" w="4777465">
                    <a:moveTo>
                      <a:pt x="22931" y="0"/>
                    </a:moveTo>
                    <a:lnTo>
                      <a:pt x="4754534" y="0"/>
                    </a:lnTo>
                    <a:cubicBezTo>
                      <a:pt x="4767199" y="0"/>
                      <a:pt x="4777465" y="10267"/>
                      <a:pt x="4777465" y="22931"/>
                    </a:cubicBezTo>
                    <a:lnTo>
                      <a:pt x="4777465" y="2352012"/>
                    </a:lnTo>
                    <a:cubicBezTo>
                      <a:pt x="4777465" y="2358094"/>
                      <a:pt x="4775049" y="2363926"/>
                      <a:pt x="4770749" y="2368227"/>
                    </a:cubicBezTo>
                    <a:cubicBezTo>
                      <a:pt x="4766449" y="2372527"/>
                      <a:pt x="4760616" y="2374943"/>
                      <a:pt x="4754534" y="2374943"/>
                    </a:cubicBezTo>
                    <a:lnTo>
                      <a:pt x="22931" y="2374943"/>
                    </a:lnTo>
                    <a:cubicBezTo>
                      <a:pt x="10267" y="2374943"/>
                      <a:pt x="0" y="2364677"/>
                      <a:pt x="0" y="2352012"/>
                    </a:cubicBezTo>
                    <a:lnTo>
                      <a:pt x="0" y="22931"/>
                    </a:lnTo>
                    <a:cubicBezTo>
                      <a:pt x="0" y="10267"/>
                      <a:pt x="10267" y="0"/>
                      <a:pt x="22931" y="0"/>
                    </a:cubicBezTo>
                    <a:close/>
                  </a:path>
                </a:pathLst>
              </a:custGeom>
              <a:solidFill>
                <a:srgbClr val="FFFFFF"/>
              </a:solidFill>
              <a:ln cap="rnd">
                <a:noFill/>
                <a:prstDash val="solid"/>
                <a:round/>
              </a:ln>
            </p:spPr>
          </p:sp>
          <p:sp>
            <p:nvSpPr>
              <p:cNvPr name="TextBox 5" id="5"/>
              <p:cNvSpPr txBox="true"/>
              <p:nvPr/>
            </p:nvSpPr>
            <p:spPr>
              <a:xfrm>
                <a:off x="0" y="-38100"/>
                <a:ext cx="4777465" cy="2413043"/>
              </a:xfrm>
              <a:prstGeom prst="rect">
                <a:avLst/>
              </a:prstGeom>
            </p:spPr>
            <p:txBody>
              <a:bodyPr anchor="ctr" rtlCol="false" tIns="48220" lIns="48220" bIns="48220" rIns="48220"/>
              <a:lstStyle/>
              <a:p>
                <a:pPr algn="ctr" marL="0" indent="0" lvl="0">
                  <a:lnSpc>
                    <a:spcPts val="1853"/>
                  </a:lnSpc>
                  <a:spcBef>
                    <a:spcPct val="0"/>
                  </a:spcBef>
                </a:pPr>
              </a:p>
              <a:p>
                <a:pPr algn="ctr" marL="0" indent="0" lvl="0">
                  <a:lnSpc>
                    <a:spcPts val="1853"/>
                  </a:lnSpc>
                  <a:spcBef>
                    <a:spcPct val="0"/>
                  </a:spcBef>
                </a:pPr>
              </a:p>
              <a:p>
                <a:pPr algn="ctr" marL="0" indent="0" lvl="0">
                  <a:lnSpc>
                    <a:spcPts val="1853"/>
                  </a:lnSpc>
                  <a:spcBef>
                    <a:spcPct val="0"/>
                  </a:spcBef>
                </a:pPr>
              </a:p>
            </p:txBody>
          </p:sp>
        </p:grpSp>
        <p:grpSp>
          <p:nvGrpSpPr>
            <p:cNvPr name="Group 6" id="6"/>
            <p:cNvGrpSpPr/>
            <p:nvPr/>
          </p:nvGrpSpPr>
          <p:grpSpPr>
            <a:xfrm rot="0">
              <a:off x="4517287" y="0"/>
              <a:ext cx="18440436" cy="3397582"/>
              <a:chOff x="0" y="0"/>
              <a:chExt cx="3837425" cy="707031"/>
            </a:xfrm>
          </p:grpSpPr>
          <p:sp>
            <p:nvSpPr>
              <p:cNvPr name="Freeform 7" id="7"/>
              <p:cNvSpPr/>
              <p:nvPr/>
            </p:nvSpPr>
            <p:spPr>
              <a:xfrm flipH="false" flipV="false" rot="0">
                <a:off x="0" y="0"/>
                <a:ext cx="3837425" cy="707031"/>
              </a:xfrm>
              <a:custGeom>
                <a:avLst/>
                <a:gdLst/>
                <a:ahLst/>
                <a:cxnLst/>
                <a:rect r="r" b="b" t="t" l="l"/>
                <a:pathLst>
                  <a:path h="707031" w="3837425">
                    <a:moveTo>
                      <a:pt x="28549" y="0"/>
                    </a:moveTo>
                    <a:lnTo>
                      <a:pt x="3808877" y="0"/>
                    </a:lnTo>
                    <a:cubicBezTo>
                      <a:pt x="3824644" y="0"/>
                      <a:pt x="3837425" y="12782"/>
                      <a:pt x="3837425" y="28549"/>
                    </a:cubicBezTo>
                    <a:lnTo>
                      <a:pt x="3837425" y="678483"/>
                    </a:lnTo>
                    <a:cubicBezTo>
                      <a:pt x="3837425" y="686054"/>
                      <a:pt x="3834418" y="693316"/>
                      <a:pt x="3829064" y="698670"/>
                    </a:cubicBezTo>
                    <a:cubicBezTo>
                      <a:pt x="3823710" y="704024"/>
                      <a:pt x="3816448" y="707031"/>
                      <a:pt x="3808877" y="707031"/>
                    </a:cubicBezTo>
                    <a:lnTo>
                      <a:pt x="28549" y="707031"/>
                    </a:lnTo>
                    <a:cubicBezTo>
                      <a:pt x="12782" y="707031"/>
                      <a:pt x="0" y="694250"/>
                      <a:pt x="0" y="678483"/>
                    </a:cubicBezTo>
                    <a:lnTo>
                      <a:pt x="0" y="28549"/>
                    </a:lnTo>
                    <a:cubicBezTo>
                      <a:pt x="0" y="20977"/>
                      <a:pt x="3008" y="13716"/>
                      <a:pt x="8362" y="8362"/>
                    </a:cubicBezTo>
                    <a:cubicBezTo>
                      <a:pt x="13716" y="3008"/>
                      <a:pt x="20977" y="0"/>
                      <a:pt x="28549" y="0"/>
                    </a:cubicBezTo>
                    <a:close/>
                  </a:path>
                </a:pathLst>
              </a:custGeom>
              <a:solidFill>
                <a:srgbClr val="FFFFFF"/>
              </a:solidFill>
              <a:ln cap="rnd">
                <a:noFill/>
                <a:prstDash val="solid"/>
                <a:round/>
              </a:ln>
            </p:spPr>
          </p:sp>
          <p:sp>
            <p:nvSpPr>
              <p:cNvPr name="TextBox 8" id="8"/>
              <p:cNvSpPr txBox="true"/>
              <p:nvPr/>
            </p:nvSpPr>
            <p:spPr>
              <a:xfrm>
                <a:off x="0" y="-38100"/>
                <a:ext cx="3837425" cy="745131"/>
              </a:xfrm>
              <a:prstGeom prst="rect">
                <a:avLst/>
              </a:prstGeom>
            </p:spPr>
            <p:txBody>
              <a:bodyPr anchor="ctr" rtlCol="false" tIns="48220" lIns="48220" bIns="48220" rIns="48220"/>
              <a:lstStyle/>
              <a:p>
                <a:pPr algn="ctr" marL="0" indent="0" lvl="0">
                  <a:lnSpc>
                    <a:spcPts val="1853"/>
                  </a:lnSpc>
                  <a:spcBef>
                    <a:spcPct val="0"/>
                  </a:spcBef>
                </a:pPr>
              </a:p>
              <a:p>
                <a:pPr algn="ctr" marL="0" indent="0" lvl="0">
                  <a:lnSpc>
                    <a:spcPts val="1853"/>
                  </a:lnSpc>
                  <a:spcBef>
                    <a:spcPct val="0"/>
                  </a:spcBef>
                </a:pPr>
              </a:p>
              <a:p>
                <a:pPr algn="ctr" marL="0" indent="0" lvl="0">
                  <a:lnSpc>
                    <a:spcPts val="1853"/>
                  </a:lnSpc>
                  <a:spcBef>
                    <a:spcPct val="0"/>
                  </a:spcBef>
                </a:pPr>
              </a:p>
            </p:txBody>
          </p:sp>
        </p:grpSp>
        <p:grpSp>
          <p:nvGrpSpPr>
            <p:cNvPr name="Group 9" id="9"/>
            <p:cNvGrpSpPr/>
            <p:nvPr/>
          </p:nvGrpSpPr>
          <p:grpSpPr>
            <a:xfrm rot="0">
              <a:off x="4081187" y="442770"/>
              <a:ext cx="2392010" cy="1865053"/>
              <a:chOff x="0" y="0"/>
              <a:chExt cx="497773" cy="388115"/>
            </a:xfrm>
          </p:grpSpPr>
          <p:sp>
            <p:nvSpPr>
              <p:cNvPr name="Freeform 10" id="10"/>
              <p:cNvSpPr/>
              <p:nvPr/>
            </p:nvSpPr>
            <p:spPr>
              <a:xfrm flipH="false" flipV="false" rot="0">
                <a:off x="0" y="0"/>
                <a:ext cx="497773" cy="388115"/>
              </a:xfrm>
              <a:custGeom>
                <a:avLst/>
                <a:gdLst/>
                <a:ahLst/>
                <a:cxnLst/>
                <a:rect r="r" b="b" t="t" l="l"/>
                <a:pathLst>
                  <a:path h="388115" w="497773">
                    <a:moveTo>
                      <a:pt x="0" y="0"/>
                    </a:moveTo>
                    <a:lnTo>
                      <a:pt x="497773" y="0"/>
                    </a:lnTo>
                    <a:lnTo>
                      <a:pt x="497773" y="388115"/>
                    </a:lnTo>
                    <a:lnTo>
                      <a:pt x="0" y="388115"/>
                    </a:lnTo>
                    <a:close/>
                  </a:path>
                </a:pathLst>
              </a:custGeom>
              <a:solidFill>
                <a:srgbClr val="FFFFFF"/>
              </a:solidFill>
              <a:ln cap="sq">
                <a:noFill/>
                <a:prstDash val="solid"/>
                <a:miter/>
              </a:ln>
            </p:spPr>
          </p:sp>
          <p:sp>
            <p:nvSpPr>
              <p:cNvPr name="TextBox 11" id="11"/>
              <p:cNvSpPr txBox="true"/>
              <p:nvPr/>
            </p:nvSpPr>
            <p:spPr>
              <a:xfrm>
                <a:off x="0" y="-38100"/>
                <a:ext cx="497773" cy="426215"/>
              </a:xfrm>
              <a:prstGeom prst="rect">
                <a:avLst/>
              </a:prstGeom>
            </p:spPr>
            <p:txBody>
              <a:bodyPr anchor="ctr" rtlCol="false" tIns="48220" lIns="48220" bIns="48220" rIns="48220"/>
              <a:lstStyle/>
              <a:p>
                <a:pPr algn="ctr" marL="0" indent="0" lvl="0">
                  <a:lnSpc>
                    <a:spcPts val="1853"/>
                  </a:lnSpc>
                  <a:spcBef>
                    <a:spcPct val="0"/>
                  </a:spcBef>
                </a:pPr>
              </a:p>
              <a:p>
                <a:pPr algn="ctr" marL="0" indent="0" lvl="0">
                  <a:lnSpc>
                    <a:spcPts val="1853"/>
                  </a:lnSpc>
                  <a:spcBef>
                    <a:spcPct val="0"/>
                  </a:spcBef>
                </a:pPr>
              </a:p>
              <a:p>
                <a:pPr algn="ctr" marL="0" indent="0" lvl="0">
                  <a:lnSpc>
                    <a:spcPts val="1853"/>
                  </a:lnSpc>
                  <a:spcBef>
                    <a:spcPct val="0"/>
                  </a:spcBef>
                </a:pPr>
              </a:p>
            </p:txBody>
          </p:sp>
        </p:grpSp>
      </p:grpSp>
      <p:grpSp>
        <p:nvGrpSpPr>
          <p:cNvPr name="Group 12" id="12"/>
          <p:cNvGrpSpPr/>
          <p:nvPr/>
        </p:nvGrpSpPr>
        <p:grpSpPr>
          <a:xfrm rot="0">
            <a:off x="2091821" y="-102735"/>
            <a:ext cx="1878623" cy="1295432"/>
            <a:chOff x="0" y="0"/>
            <a:chExt cx="521251" cy="359436"/>
          </a:xfrm>
        </p:grpSpPr>
        <p:sp>
          <p:nvSpPr>
            <p:cNvPr name="Freeform 13" id="13"/>
            <p:cNvSpPr/>
            <p:nvPr/>
          </p:nvSpPr>
          <p:spPr>
            <a:xfrm flipH="false" flipV="false" rot="0">
              <a:off x="0" y="0"/>
              <a:ext cx="521251" cy="359436"/>
            </a:xfrm>
            <a:custGeom>
              <a:avLst/>
              <a:gdLst/>
              <a:ahLst/>
              <a:cxnLst/>
              <a:rect r="r" b="b" t="t" l="l"/>
              <a:pathLst>
                <a:path h="359436" w="521251">
                  <a:moveTo>
                    <a:pt x="179718" y="0"/>
                  </a:moveTo>
                  <a:lnTo>
                    <a:pt x="341533" y="0"/>
                  </a:lnTo>
                  <a:cubicBezTo>
                    <a:pt x="440789" y="0"/>
                    <a:pt x="521251" y="80463"/>
                    <a:pt x="521251" y="179718"/>
                  </a:cubicBezTo>
                  <a:lnTo>
                    <a:pt x="521251" y="179718"/>
                  </a:lnTo>
                  <a:cubicBezTo>
                    <a:pt x="521251" y="227382"/>
                    <a:pt x="502317" y="273094"/>
                    <a:pt x="468613" y="306798"/>
                  </a:cubicBezTo>
                  <a:cubicBezTo>
                    <a:pt x="434909" y="340502"/>
                    <a:pt x="389197" y="359436"/>
                    <a:pt x="341533" y="359436"/>
                  </a:cubicBezTo>
                  <a:lnTo>
                    <a:pt x="179718" y="359436"/>
                  </a:lnTo>
                  <a:cubicBezTo>
                    <a:pt x="132054" y="359436"/>
                    <a:pt x="86342" y="340502"/>
                    <a:pt x="52638" y="306798"/>
                  </a:cubicBezTo>
                  <a:cubicBezTo>
                    <a:pt x="18935" y="273094"/>
                    <a:pt x="0" y="227382"/>
                    <a:pt x="0" y="179718"/>
                  </a:cubicBezTo>
                  <a:lnTo>
                    <a:pt x="0" y="179718"/>
                  </a:lnTo>
                  <a:cubicBezTo>
                    <a:pt x="0" y="132054"/>
                    <a:pt x="18935" y="86342"/>
                    <a:pt x="52638" y="52638"/>
                  </a:cubicBezTo>
                  <a:cubicBezTo>
                    <a:pt x="86342" y="18935"/>
                    <a:pt x="132054" y="0"/>
                    <a:pt x="179718" y="0"/>
                  </a:cubicBezTo>
                  <a:close/>
                </a:path>
              </a:pathLst>
            </a:custGeom>
            <a:solidFill>
              <a:srgbClr val="5170FF"/>
            </a:solidFill>
            <a:ln cap="rnd">
              <a:noFill/>
              <a:prstDash val="solid"/>
              <a:round/>
            </a:ln>
          </p:spPr>
        </p:sp>
        <p:sp>
          <p:nvSpPr>
            <p:cNvPr name="TextBox 14" id="14"/>
            <p:cNvSpPr txBox="true"/>
            <p:nvPr/>
          </p:nvSpPr>
          <p:spPr>
            <a:xfrm>
              <a:off x="0" y="-38100"/>
              <a:ext cx="521251" cy="397536"/>
            </a:xfrm>
            <a:prstGeom prst="rect">
              <a:avLst/>
            </a:prstGeom>
          </p:spPr>
          <p:txBody>
            <a:bodyPr anchor="ctr" rtlCol="false" tIns="48220" lIns="48220" bIns="48220" rIns="48220"/>
            <a:lstStyle/>
            <a:p>
              <a:pPr algn="ctr" marL="0" indent="0" lvl="0">
                <a:lnSpc>
                  <a:spcPts val="1853"/>
                </a:lnSpc>
                <a:spcBef>
                  <a:spcPct val="0"/>
                </a:spcBef>
              </a:pPr>
            </a:p>
            <a:p>
              <a:pPr algn="ctr" marL="0" indent="0" lvl="0">
                <a:lnSpc>
                  <a:spcPts val="1853"/>
                </a:lnSpc>
                <a:spcBef>
                  <a:spcPct val="0"/>
                </a:spcBef>
              </a:pPr>
            </a:p>
            <a:p>
              <a:pPr algn="ctr" marL="0" indent="0" lvl="0">
                <a:lnSpc>
                  <a:spcPts val="1853"/>
                </a:lnSpc>
                <a:spcBef>
                  <a:spcPct val="0"/>
                </a:spcBef>
              </a:pPr>
            </a:p>
          </p:txBody>
        </p:sp>
      </p:grpSp>
      <p:sp>
        <p:nvSpPr>
          <p:cNvPr name="Freeform 15" id="15"/>
          <p:cNvSpPr/>
          <p:nvPr/>
        </p:nvSpPr>
        <p:spPr>
          <a:xfrm flipH="false" flipV="false" rot="-5400000">
            <a:off x="16995628" y="862350"/>
            <a:ext cx="82863" cy="368281"/>
          </a:xfrm>
          <a:custGeom>
            <a:avLst/>
            <a:gdLst/>
            <a:ahLst/>
            <a:cxnLst/>
            <a:rect r="r" b="b" t="t" l="l"/>
            <a:pathLst>
              <a:path h="368281" w="82863">
                <a:moveTo>
                  <a:pt x="0" y="0"/>
                </a:moveTo>
                <a:lnTo>
                  <a:pt x="82863" y="0"/>
                </a:lnTo>
                <a:lnTo>
                  <a:pt x="82863" y="368281"/>
                </a:lnTo>
                <a:lnTo>
                  <a:pt x="0" y="368281"/>
                </a:lnTo>
                <a:lnTo>
                  <a:pt x="0" y="0"/>
                </a:lnTo>
                <a:close/>
              </a:path>
            </a:pathLst>
          </a:custGeom>
          <a:blipFill>
            <a:blip r:embed="rId3">
              <a:extLst>
                <a:ext uri="{96DAC541-7B7A-43D3-8B79-37D633B846F1}">
                  <asvg:svgBlip xmlns:asvg="http://schemas.microsoft.com/office/drawing/2016/SVG/main" r:embed="rId4"/>
                </a:ext>
              </a:extLst>
            </a:blip>
            <a:stretch>
              <a:fillRect l="0" t="0" r="0" b="0"/>
            </a:stretch>
          </a:blipFill>
          <a:ln cap="sq">
            <a:noFill/>
            <a:prstDash val="solid"/>
            <a:miter/>
          </a:ln>
        </p:spPr>
      </p:sp>
      <p:sp>
        <p:nvSpPr>
          <p:cNvPr name="Freeform 16" id="16"/>
          <p:cNvSpPr/>
          <p:nvPr/>
        </p:nvSpPr>
        <p:spPr>
          <a:xfrm flipH="false" flipV="false" rot="0">
            <a:off x="13540110" y="6593084"/>
            <a:ext cx="3312808" cy="2401786"/>
          </a:xfrm>
          <a:custGeom>
            <a:avLst/>
            <a:gdLst/>
            <a:ahLst/>
            <a:cxnLst/>
            <a:rect r="r" b="b" t="t" l="l"/>
            <a:pathLst>
              <a:path h="2401786" w="3312808">
                <a:moveTo>
                  <a:pt x="0" y="0"/>
                </a:moveTo>
                <a:lnTo>
                  <a:pt x="3312809" y="0"/>
                </a:lnTo>
                <a:lnTo>
                  <a:pt x="3312809" y="2401786"/>
                </a:lnTo>
                <a:lnTo>
                  <a:pt x="0" y="2401786"/>
                </a:lnTo>
                <a:lnTo>
                  <a:pt x="0" y="0"/>
                </a:lnTo>
                <a:close/>
              </a:path>
            </a:pathLst>
          </a:custGeom>
          <a:blipFill>
            <a:blip r:embed="rId5">
              <a:extLst>
                <a:ext uri="{96DAC541-7B7A-43D3-8B79-37D633B846F1}">
                  <asvg:svgBlip xmlns:asvg="http://schemas.microsoft.com/office/drawing/2016/SVG/main" r:embed="rId6"/>
                </a:ext>
              </a:extLst>
            </a:blip>
            <a:stretch>
              <a:fillRect l="0" t="0" r="0" b="0"/>
            </a:stretch>
          </a:blipFill>
        </p:spPr>
      </p:sp>
      <p:sp>
        <p:nvSpPr>
          <p:cNvPr name="TextBox 17" id="17"/>
          <p:cNvSpPr txBox="true"/>
          <p:nvPr/>
        </p:nvSpPr>
        <p:spPr>
          <a:xfrm rot="0">
            <a:off x="659283" y="679939"/>
            <a:ext cx="2865076" cy="325120"/>
          </a:xfrm>
          <a:prstGeom prst="rect">
            <a:avLst/>
          </a:prstGeom>
        </p:spPr>
        <p:txBody>
          <a:bodyPr anchor="t" rtlCol="false" tIns="0" lIns="0" bIns="0" rIns="0">
            <a:spAutoFit/>
          </a:bodyPr>
          <a:lstStyle/>
          <a:p>
            <a:pPr algn="ctr" marL="0" indent="0" lvl="0">
              <a:lnSpc>
                <a:spcPts val="2540"/>
              </a:lnSpc>
              <a:spcBef>
                <a:spcPct val="0"/>
              </a:spcBef>
            </a:pPr>
            <a:r>
              <a:rPr lang="en-US" b="true" sz="2000" spc="122" strike="noStrike" u="none">
                <a:solidFill>
                  <a:srgbClr val="FFFFFF"/>
                </a:solidFill>
                <a:latin typeface="프리젠테이션 Bold"/>
                <a:ea typeface="프리젠테이션 Bold"/>
                <a:cs typeface="프리젠테이션 Bold"/>
                <a:sym typeface="프리젠테이션 Bold"/>
              </a:rPr>
              <a:t>해달 바이브코딩 기초반</a:t>
            </a:r>
          </a:p>
        </p:txBody>
      </p:sp>
      <p:sp>
        <p:nvSpPr>
          <p:cNvPr name="TextBox 18" id="18"/>
          <p:cNvSpPr txBox="true"/>
          <p:nvPr/>
        </p:nvSpPr>
        <p:spPr>
          <a:xfrm rot="0">
            <a:off x="2377195" y="2557664"/>
            <a:ext cx="14882105" cy="1533894"/>
          </a:xfrm>
          <a:prstGeom prst="rect">
            <a:avLst/>
          </a:prstGeom>
        </p:spPr>
        <p:txBody>
          <a:bodyPr anchor="t" rtlCol="false" tIns="0" lIns="0" bIns="0" rIns="0">
            <a:spAutoFit/>
          </a:bodyPr>
          <a:lstStyle/>
          <a:p>
            <a:pPr algn="l" marL="0" indent="0" lvl="0">
              <a:lnSpc>
                <a:spcPts val="12193"/>
              </a:lnSpc>
              <a:spcBef>
                <a:spcPct val="0"/>
              </a:spcBef>
            </a:pPr>
            <a:r>
              <a:rPr lang="en-US" b="true" sz="9601" strike="noStrike" u="none">
                <a:solidFill>
                  <a:srgbClr val="000000"/>
                </a:solidFill>
                <a:latin typeface="프리젠테이션 Bold"/>
                <a:ea typeface="프리젠테이션 Bold"/>
                <a:cs typeface="프리젠테이션 Bold"/>
                <a:sym typeface="프리젠테이션 Bold"/>
              </a:rPr>
              <a:t>VIBE CODING 기초</a:t>
            </a:r>
          </a:p>
        </p:txBody>
      </p:sp>
      <p:sp>
        <p:nvSpPr>
          <p:cNvPr name="TextBox 19" id="19"/>
          <p:cNvSpPr txBox="true"/>
          <p:nvPr/>
        </p:nvSpPr>
        <p:spPr>
          <a:xfrm rot="0">
            <a:off x="2377195" y="3813005"/>
            <a:ext cx="7161075" cy="1533894"/>
          </a:xfrm>
          <a:prstGeom prst="rect">
            <a:avLst/>
          </a:prstGeom>
        </p:spPr>
        <p:txBody>
          <a:bodyPr anchor="t" rtlCol="false" tIns="0" lIns="0" bIns="0" rIns="0">
            <a:spAutoFit/>
          </a:bodyPr>
          <a:lstStyle/>
          <a:p>
            <a:pPr algn="l" marL="0" indent="0" lvl="0">
              <a:lnSpc>
                <a:spcPts val="12193"/>
              </a:lnSpc>
              <a:spcBef>
                <a:spcPct val="0"/>
              </a:spcBef>
            </a:pPr>
            <a:r>
              <a:rPr lang="en-US" b="true" sz="9601" strike="noStrike" u="none">
                <a:solidFill>
                  <a:srgbClr val="5170FF"/>
                </a:solidFill>
                <a:latin typeface="프리젠테이션 Bold"/>
                <a:ea typeface="프리젠테이션 Bold"/>
                <a:cs typeface="프리젠테이션 Bold"/>
                <a:sym typeface="프리젠테이션 Bold"/>
              </a:rPr>
              <a:t>3차시</a:t>
            </a:r>
          </a:p>
        </p:txBody>
      </p:sp>
      <p:sp>
        <p:nvSpPr>
          <p:cNvPr name="TextBox 20" id="20"/>
          <p:cNvSpPr txBox="true"/>
          <p:nvPr/>
        </p:nvSpPr>
        <p:spPr>
          <a:xfrm rot="0">
            <a:off x="2461238" y="6029828"/>
            <a:ext cx="10520872" cy="341376"/>
          </a:xfrm>
          <a:prstGeom prst="rect">
            <a:avLst/>
          </a:prstGeom>
        </p:spPr>
        <p:txBody>
          <a:bodyPr anchor="t" rtlCol="false" tIns="0" lIns="0" bIns="0" rIns="0">
            <a:spAutoFit/>
          </a:bodyPr>
          <a:lstStyle/>
          <a:p>
            <a:pPr algn="l" marL="0" indent="0" lvl="0">
              <a:lnSpc>
                <a:spcPts val="2771"/>
              </a:lnSpc>
              <a:spcBef>
                <a:spcPct val="0"/>
              </a:spcBef>
            </a:pPr>
            <a:r>
              <a:rPr lang="en-US" b="true" sz="1799" spc="-17" strike="noStrike" u="none">
                <a:solidFill>
                  <a:srgbClr val="5170FF"/>
                </a:solidFill>
                <a:latin typeface="프리젠테이션 Bold"/>
                <a:ea typeface="프리젠테이션 Bold"/>
                <a:cs typeface="프리젠테이션 Bold"/>
                <a:sym typeface="프리젠테이션 Bold"/>
              </a:rPr>
              <a:t>프롬프트 · 컨텍스트 · 하네스 · 루프 엔지니어링</a:t>
            </a:r>
          </a:p>
        </p:txBody>
      </p:sp>
      <p:sp>
        <p:nvSpPr>
          <p:cNvPr name="TextBox 21" id="21"/>
          <p:cNvSpPr txBox="true"/>
          <p:nvPr/>
        </p:nvSpPr>
        <p:spPr>
          <a:xfrm rot="0">
            <a:off x="2443870" y="5460741"/>
            <a:ext cx="7287980" cy="456184"/>
          </a:xfrm>
          <a:prstGeom prst="rect">
            <a:avLst/>
          </a:prstGeom>
        </p:spPr>
        <p:txBody>
          <a:bodyPr anchor="t" rtlCol="false" tIns="0" lIns="0" bIns="0" rIns="0">
            <a:spAutoFit/>
          </a:bodyPr>
          <a:lstStyle/>
          <a:p>
            <a:pPr algn="l" marL="0" indent="0" lvl="0">
              <a:lnSpc>
                <a:spcPts val="3667"/>
              </a:lnSpc>
              <a:spcBef>
                <a:spcPct val="0"/>
              </a:spcBef>
            </a:pPr>
            <a:r>
              <a:rPr lang="en-US" b="true" sz="2799" spc="-114" strike="noStrike" u="none">
                <a:solidFill>
                  <a:srgbClr val="000000">
                    <a:alpha val="93725"/>
                  </a:srgbClr>
                </a:solidFill>
                <a:latin typeface="프리젠테이션 Bold"/>
                <a:ea typeface="프리젠테이션 Bold"/>
                <a:cs typeface="프리젠테이션 Bold"/>
                <a:sym typeface="프리젠테이션 Bold"/>
              </a:rPr>
              <a:t>AI에게 일 잘 시키는 법</a:t>
            </a:r>
          </a:p>
        </p:txBody>
      </p:sp>
      <p:sp>
        <p:nvSpPr>
          <p:cNvPr name="AutoShape 22" id="22"/>
          <p:cNvSpPr/>
          <p:nvPr/>
        </p:nvSpPr>
        <p:spPr>
          <a:xfrm flipH="true" flipV="true">
            <a:off x="4613382" y="7266893"/>
            <a:ext cx="0" cy="212812"/>
          </a:xfrm>
          <a:prstGeom prst="line">
            <a:avLst/>
          </a:prstGeom>
          <a:ln cap="flat" w="9525">
            <a:solidFill>
              <a:srgbClr val="222222">
                <a:alpha val="22745"/>
              </a:srgbClr>
            </a:solidFill>
            <a:prstDash val="solid"/>
            <a:headEnd type="none" len="sm" w="sm"/>
            <a:tailEnd type="none" len="sm" w="sm"/>
          </a:ln>
        </p:spPr>
      </p:sp>
      <p:sp>
        <p:nvSpPr>
          <p:cNvPr name="TextBox 23" id="23"/>
          <p:cNvSpPr txBox="true"/>
          <p:nvPr/>
        </p:nvSpPr>
        <p:spPr>
          <a:xfrm rot="0">
            <a:off x="2443870" y="7187244"/>
            <a:ext cx="2074261" cy="334010"/>
          </a:xfrm>
          <a:prstGeom prst="rect">
            <a:avLst/>
          </a:prstGeom>
        </p:spPr>
        <p:txBody>
          <a:bodyPr anchor="t" rtlCol="false" tIns="0" lIns="0" bIns="0" rIns="0">
            <a:spAutoFit/>
          </a:bodyPr>
          <a:lstStyle/>
          <a:p>
            <a:pPr algn="l" marL="0" indent="0" lvl="1">
              <a:lnSpc>
                <a:spcPts val="2620"/>
              </a:lnSpc>
              <a:spcBef>
                <a:spcPct val="0"/>
              </a:spcBef>
            </a:pPr>
            <a:r>
              <a:rPr lang="en-US" b="true" sz="2000" spc="-80" strike="noStrike" u="none">
                <a:solidFill>
                  <a:srgbClr val="222222"/>
                </a:solidFill>
                <a:latin typeface="프리젠테이션 Bold"/>
                <a:ea typeface="프리젠테이션 Bold"/>
                <a:cs typeface="프리젠테이션 Bold"/>
                <a:sym typeface="프리젠테이션 Bold"/>
              </a:rPr>
              <a:t>해달 교육운영진 </a:t>
            </a:r>
            <a:r>
              <a:rPr lang="en-US" b="true" sz="2000" spc="-80" strike="noStrike" u="none">
                <a:solidFill>
                  <a:srgbClr val="5170FF"/>
                </a:solidFill>
                <a:latin typeface="프리젠테이션 Bold"/>
                <a:ea typeface="프리젠테이션 Bold"/>
                <a:cs typeface="프리젠테이션 Bold"/>
                <a:sym typeface="프리젠테이션 Bold"/>
              </a:rPr>
              <a:t>허진수</a:t>
            </a:r>
          </a:p>
        </p:txBody>
      </p:sp>
      <p:sp>
        <p:nvSpPr>
          <p:cNvPr name="TextBox 24" id="24"/>
          <p:cNvSpPr txBox="true"/>
          <p:nvPr/>
        </p:nvSpPr>
        <p:spPr>
          <a:xfrm rot="0">
            <a:off x="4873801" y="7278683"/>
            <a:ext cx="2358365" cy="246380"/>
          </a:xfrm>
          <a:prstGeom prst="rect">
            <a:avLst/>
          </a:prstGeom>
        </p:spPr>
        <p:txBody>
          <a:bodyPr anchor="t" rtlCol="false" tIns="0" lIns="0" bIns="0" rIns="0">
            <a:spAutoFit/>
          </a:bodyPr>
          <a:lstStyle/>
          <a:p>
            <a:pPr algn="just" marL="0" indent="0" lvl="0">
              <a:lnSpc>
                <a:spcPts val="1660"/>
              </a:lnSpc>
              <a:spcBef>
                <a:spcPct val="0"/>
              </a:spcBef>
            </a:pPr>
            <a:r>
              <a:rPr lang="en-US" b="true" sz="2000" spc="34" strike="noStrike" u="none">
                <a:solidFill>
                  <a:srgbClr val="000000"/>
                </a:solidFill>
                <a:latin typeface="프리젠테이션 Bold"/>
                <a:ea typeface="프리젠테이션 Bold"/>
                <a:cs typeface="프리젠테이션 Bold"/>
                <a:sym typeface="프리젠테이션 Bold"/>
              </a:rPr>
              <a:t>문의: 단톡방</a:t>
            </a:r>
          </a:p>
        </p:txBody>
      </p:sp>
      <p:sp>
        <p:nvSpPr>
          <p:cNvPr name="AutoShape 25" id="25"/>
          <p:cNvSpPr/>
          <p:nvPr/>
        </p:nvSpPr>
        <p:spPr>
          <a:xfrm>
            <a:off x="2461238" y="6934831"/>
            <a:ext cx="8718036" cy="0"/>
          </a:xfrm>
          <a:prstGeom prst="line">
            <a:avLst/>
          </a:prstGeom>
          <a:ln cap="flat" w="9525">
            <a:solidFill>
              <a:srgbClr val="222222">
                <a:alpha val="22745"/>
              </a:srgbClr>
            </a:solidFill>
            <a:prstDash val="solid"/>
            <a:headEnd type="none" len="sm" w="sm"/>
            <a:tailEnd type="none" len="sm" w="sm"/>
          </a:ln>
        </p:spPr>
      </p:sp>
    </p:spTree>
  </p:cSld>
  <p:clrMapOvr>
    <a:masterClrMapping/>
  </p:clrMapOvr>
</p:sld>
</file>

<file path=ppt/slides/slide2.xml><?xml version="1.0" encoding="utf-8"?>
<p:sld xmlns:p="http://schemas.openxmlformats.org/presentationml/2006/main" xmlns:a="http://schemas.openxmlformats.org/drawingml/2006/main" xmlns:r="http://schemas.openxmlformats.org/officeDocument/2006/relationships">
  <p:cSld>
    <p:bg>
      <p:bgPr>
        <a:solidFill>
          <a:srgbClr val="5170FF"/>
        </a:solidFill>
      </p:bgPr>
    </p:bg>
    <p:spTree>
      <p:nvGrpSpPr>
        <p:cNvPr id="1" name=""/>
        <p:cNvGrpSpPr/>
        <p:nvPr/>
      </p:nvGrpSpPr>
      <p:grpSpPr>
        <a:xfrm>
          <a:off x="0" y="0"/>
          <a:ext cx="0" cy="0"/>
          <a:chOff x="0" y="0"/>
          <a:chExt cx="0" cy="0"/>
        </a:xfrm>
      </p:grpSpPr>
      <p:grpSp>
        <p:nvGrpSpPr>
          <p:cNvPr name="Group 2" id="2"/>
          <p:cNvGrpSpPr/>
          <p:nvPr/>
        </p:nvGrpSpPr>
        <p:grpSpPr>
          <a:xfrm rot="0">
            <a:off x="534854" y="566049"/>
            <a:ext cx="17218292" cy="9186097"/>
            <a:chOff x="0" y="0"/>
            <a:chExt cx="22957723" cy="12248129"/>
          </a:xfrm>
        </p:grpSpPr>
        <p:grpSp>
          <p:nvGrpSpPr>
            <p:cNvPr name="Group 3" id="3"/>
            <p:cNvGrpSpPr/>
            <p:nvPr/>
          </p:nvGrpSpPr>
          <p:grpSpPr>
            <a:xfrm rot="0">
              <a:off x="0" y="835531"/>
              <a:ext cx="22957723" cy="11412598"/>
              <a:chOff x="0" y="0"/>
              <a:chExt cx="4777465" cy="2374943"/>
            </a:xfrm>
          </p:grpSpPr>
          <p:sp>
            <p:nvSpPr>
              <p:cNvPr name="Freeform 4" id="4"/>
              <p:cNvSpPr/>
              <p:nvPr/>
            </p:nvSpPr>
            <p:spPr>
              <a:xfrm flipH="false" flipV="false" rot="0">
                <a:off x="0" y="0"/>
                <a:ext cx="4777465" cy="2374943"/>
              </a:xfrm>
              <a:custGeom>
                <a:avLst/>
                <a:gdLst/>
                <a:ahLst/>
                <a:cxnLst/>
                <a:rect r="r" b="b" t="t" l="l"/>
                <a:pathLst>
                  <a:path h="2374943" w="4777465">
                    <a:moveTo>
                      <a:pt x="22931" y="0"/>
                    </a:moveTo>
                    <a:lnTo>
                      <a:pt x="4754534" y="0"/>
                    </a:lnTo>
                    <a:cubicBezTo>
                      <a:pt x="4767199" y="0"/>
                      <a:pt x="4777465" y="10267"/>
                      <a:pt x="4777465" y="22931"/>
                    </a:cubicBezTo>
                    <a:lnTo>
                      <a:pt x="4777465" y="2352012"/>
                    </a:lnTo>
                    <a:cubicBezTo>
                      <a:pt x="4777465" y="2358094"/>
                      <a:pt x="4775049" y="2363926"/>
                      <a:pt x="4770749" y="2368227"/>
                    </a:cubicBezTo>
                    <a:cubicBezTo>
                      <a:pt x="4766449" y="2372527"/>
                      <a:pt x="4760616" y="2374943"/>
                      <a:pt x="4754534" y="2374943"/>
                    </a:cubicBezTo>
                    <a:lnTo>
                      <a:pt x="22931" y="2374943"/>
                    </a:lnTo>
                    <a:cubicBezTo>
                      <a:pt x="10267" y="2374943"/>
                      <a:pt x="0" y="2364677"/>
                      <a:pt x="0" y="2352012"/>
                    </a:cubicBezTo>
                    <a:lnTo>
                      <a:pt x="0" y="22931"/>
                    </a:lnTo>
                    <a:cubicBezTo>
                      <a:pt x="0" y="10267"/>
                      <a:pt x="10267" y="0"/>
                      <a:pt x="22931" y="0"/>
                    </a:cubicBezTo>
                    <a:close/>
                  </a:path>
                </a:pathLst>
              </a:custGeom>
              <a:solidFill>
                <a:srgbClr val="FFFFFF"/>
              </a:solidFill>
              <a:ln cap="rnd">
                <a:noFill/>
                <a:prstDash val="solid"/>
                <a:round/>
              </a:ln>
            </p:spPr>
          </p:sp>
          <p:sp>
            <p:nvSpPr>
              <p:cNvPr name="TextBox 5" id="5"/>
              <p:cNvSpPr txBox="true"/>
              <p:nvPr/>
            </p:nvSpPr>
            <p:spPr>
              <a:xfrm>
                <a:off x="0" y="-38100"/>
                <a:ext cx="4777465" cy="2413043"/>
              </a:xfrm>
              <a:prstGeom prst="rect">
                <a:avLst/>
              </a:prstGeom>
            </p:spPr>
            <p:txBody>
              <a:bodyPr anchor="ctr" rtlCol="false" tIns="48220" lIns="48220" bIns="48220" rIns="48220"/>
              <a:lstStyle/>
              <a:p>
                <a:pPr algn="ctr" marL="0" indent="0" lvl="0">
                  <a:lnSpc>
                    <a:spcPts val="1853"/>
                  </a:lnSpc>
                  <a:spcBef>
                    <a:spcPct val="0"/>
                  </a:spcBef>
                </a:pPr>
              </a:p>
              <a:p>
                <a:pPr algn="ctr" marL="0" indent="0" lvl="0">
                  <a:lnSpc>
                    <a:spcPts val="1853"/>
                  </a:lnSpc>
                  <a:spcBef>
                    <a:spcPct val="0"/>
                  </a:spcBef>
                </a:pPr>
              </a:p>
              <a:p>
                <a:pPr algn="ctr" marL="0" indent="0" lvl="0">
                  <a:lnSpc>
                    <a:spcPts val="1853"/>
                  </a:lnSpc>
                  <a:spcBef>
                    <a:spcPct val="0"/>
                  </a:spcBef>
                </a:pPr>
              </a:p>
            </p:txBody>
          </p:sp>
        </p:grpSp>
        <p:grpSp>
          <p:nvGrpSpPr>
            <p:cNvPr name="Group 6" id="6"/>
            <p:cNvGrpSpPr/>
            <p:nvPr/>
          </p:nvGrpSpPr>
          <p:grpSpPr>
            <a:xfrm rot="0">
              <a:off x="4517287" y="0"/>
              <a:ext cx="18440436" cy="3397582"/>
              <a:chOff x="0" y="0"/>
              <a:chExt cx="3837425" cy="707031"/>
            </a:xfrm>
          </p:grpSpPr>
          <p:sp>
            <p:nvSpPr>
              <p:cNvPr name="Freeform 7" id="7"/>
              <p:cNvSpPr/>
              <p:nvPr/>
            </p:nvSpPr>
            <p:spPr>
              <a:xfrm flipH="false" flipV="false" rot="0">
                <a:off x="0" y="0"/>
                <a:ext cx="3837425" cy="707031"/>
              </a:xfrm>
              <a:custGeom>
                <a:avLst/>
                <a:gdLst/>
                <a:ahLst/>
                <a:cxnLst/>
                <a:rect r="r" b="b" t="t" l="l"/>
                <a:pathLst>
                  <a:path h="707031" w="3837425">
                    <a:moveTo>
                      <a:pt x="28549" y="0"/>
                    </a:moveTo>
                    <a:lnTo>
                      <a:pt x="3808877" y="0"/>
                    </a:lnTo>
                    <a:cubicBezTo>
                      <a:pt x="3824644" y="0"/>
                      <a:pt x="3837425" y="12782"/>
                      <a:pt x="3837425" y="28549"/>
                    </a:cubicBezTo>
                    <a:lnTo>
                      <a:pt x="3837425" y="678483"/>
                    </a:lnTo>
                    <a:cubicBezTo>
                      <a:pt x="3837425" y="686054"/>
                      <a:pt x="3834418" y="693316"/>
                      <a:pt x="3829064" y="698670"/>
                    </a:cubicBezTo>
                    <a:cubicBezTo>
                      <a:pt x="3823710" y="704024"/>
                      <a:pt x="3816448" y="707031"/>
                      <a:pt x="3808877" y="707031"/>
                    </a:cubicBezTo>
                    <a:lnTo>
                      <a:pt x="28549" y="707031"/>
                    </a:lnTo>
                    <a:cubicBezTo>
                      <a:pt x="12782" y="707031"/>
                      <a:pt x="0" y="694250"/>
                      <a:pt x="0" y="678483"/>
                    </a:cubicBezTo>
                    <a:lnTo>
                      <a:pt x="0" y="28549"/>
                    </a:lnTo>
                    <a:cubicBezTo>
                      <a:pt x="0" y="20977"/>
                      <a:pt x="3008" y="13716"/>
                      <a:pt x="8362" y="8362"/>
                    </a:cubicBezTo>
                    <a:cubicBezTo>
                      <a:pt x="13716" y="3008"/>
                      <a:pt x="20977" y="0"/>
                      <a:pt x="28549" y="0"/>
                    </a:cubicBezTo>
                    <a:close/>
                  </a:path>
                </a:pathLst>
              </a:custGeom>
              <a:solidFill>
                <a:srgbClr val="FFFFFF"/>
              </a:solidFill>
              <a:ln cap="rnd">
                <a:noFill/>
                <a:prstDash val="solid"/>
                <a:round/>
              </a:ln>
            </p:spPr>
          </p:sp>
          <p:sp>
            <p:nvSpPr>
              <p:cNvPr name="TextBox 8" id="8"/>
              <p:cNvSpPr txBox="true"/>
              <p:nvPr/>
            </p:nvSpPr>
            <p:spPr>
              <a:xfrm>
                <a:off x="0" y="-38100"/>
                <a:ext cx="3837425" cy="745131"/>
              </a:xfrm>
              <a:prstGeom prst="rect">
                <a:avLst/>
              </a:prstGeom>
            </p:spPr>
            <p:txBody>
              <a:bodyPr anchor="ctr" rtlCol="false" tIns="48220" lIns="48220" bIns="48220" rIns="48220"/>
              <a:lstStyle/>
              <a:p>
                <a:pPr algn="ctr" marL="0" indent="0" lvl="0">
                  <a:lnSpc>
                    <a:spcPts val="1853"/>
                  </a:lnSpc>
                  <a:spcBef>
                    <a:spcPct val="0"/>
                  </a:spcBef>
                </a:pPr>
              </a:p>
              <a:p>
                <a:pPr algn="ctr" marL="0" indent="0" lvl="0">
                  <a:lnSpc>
                    <a:spcPts val="1853"/>
                  </a:lnSpc>
                  <a:spcBef>
                    <a:spcPct val="0"/>
                  </a:spcBef>
                </a:pPr>
              </a:p>
              <a:p>
                <a:pPr algn="ctr" marL="0" indent="0" lvl="0">
                  <a:lnSpc>
                    <a:spcPts val="1853"/>
                  </a:lnSpc>
                  <a:spcBef>
                    <a:spcPct val="0"/>
                  </a:spcBef>
                </a:pPr>
              </a:p>
            </p:txBody>
          </p:sp>
        </p:grpSp>
        <p:grpSp>
          <p:nvGrpSpPr>
            <p:cNvPr name="Group 9" id="9"/>
            <p:cNvGrpSpPr/>
            <p:nvPr/>
          </p:nvGrpSpPr>
          <p:grpSpPr>
            <a:xfrm rot="0">
              <a:off x="4081187" y="442770"/>
              <a:ext cx="2392010" cy="1865053"/>
              <a:chOff x="0" y="0"/>
              <a:chExt cx="497773" cy="388115"/>
            </a:xfrm>
          </p:grpSpPr>
          <p:sp>
            <p:nvSpPr>
              <p:cNvPr name="Freeform 10" id="10"/>
              <p:cNvSpPr/>
              <p:nvPr/>
            </p:nvSpPr>
            <p:spPr>
              <a:xfrm flipH="false" flipV="false" rot="0">
                <a:off x="0" y="0"/>
                <a:ext cx="497773" cy="388115"/>
              </a:xfrm>
              <a:custGeom>
                <a:avLst/>
                <a:gdLst/>
                <a:ahLst/>
                <a:cxnLst/>
                <a:rect r="r" b="b" t="t" l="l"/>
                <a:pathLst>
                  <a:path h="388115" w="497773">
                    <a:moveTo>
                      <a:pt x="0" y="0"/>
                    </a:moveTo>
                    <a:lnTo>
                      <a:pt x="497773" y="0"/>
                    </a:lnTo>
                    <a:lnTo>
                      <a:pt x="497773" y="388115"/>
                    </a:lnTo>
                    <a:lnTo>
                      <a:pt x="0" y="388115"/>
                    </a:lnTo>
                    <a:close/>
                  </a:path>
                </a:pathLst>
              </a:custGeom>
              <a:solidFill>
                <a:srgbClr val="FFFFFF"/>
              </a:solidFill>
              <a:ln cap="sq">
                <a:noFill/>
                <a:prstDash val="solid"/>
                <a:miter/>
              </a:ln>
            </p:spPr>
          </p:sp>
          <p:sp>
            <p:nvSpPr>
              <p:cNvPr name="TextBox 11" id="11"/>
              <p:cNvSpPr txBox="true"/>
              <p:nvPr/>
            </p:nvSpPr>
            <p:spPr>
              <a:xfrm>
                <a:off x="0" y="-38100"/>
                <a:ext cx="497773" cy="426215"/>
              </a:xfrm>
              <a:prstGeom prst="rect">
                <a:avLst/>
              </a:prstGeom>
            </p:spPr>
            <p:txBody>
              <a:bodyPr anchor="ctr" rtlCol="false" tIns="48220" lIns="48220" bIns="48220" rIns="48220"/>
              <a:lstStyle/>
              <a:p>
                <a:pPr algn="ctr" marL="0" indent="0" lvl="0">
                  <a:lnSpc>
                    <a:spcPts val="1853"/>
                  </a:lnSpc>
                  <a:spcBef>
                    <a:spcPct val="0"/>
                  </a:spcBef>
                </a:pPr>
              </a:p>
              <a:p>
                <a:pPr algn="ctr" marL="0" indent="0" lvl="0">
                  <a:lnSpc>
                    <a:spcPts val="1853"/>
                  </a:lnSpc>
                  <a:spcBef>
                    <a:spcPct val="0"/>
                  </a:spcBef>
                </a:pPr>
              </a:p>
              <a:p>
                <a:pPr algn="ctr" marL="0" indent="0" lvl="0">
                  <a:lnSpc>
                    <a:spcPts val="1853"/>
                  </a:lnSpc>
                  <a:spcBef>
                    <a:spcPct val="0"/>
                  </a:spcBef>
                </a:pPr>
              </a:p>
            </p:txBody>
          </p:sp>
        </p:grpSp>
      </p:grpSp>
      <p:grpSp>
        <p:nvGrpSpPr>
          <p:cNvPr name="Group 12" id="12"/>
          <p:cNvGrpSpPr/>
          <p:nvPr/>
        </p:nvGrpSpPr>
        <p:grpSpPr>
          <a:xfrm rot="0">
            <a:off x="2091821" y="-102735"/>
            <a:ext cx="1878623" cy="1295432"/>
            <a:chOff x="0" y="0"/>
            <a:chExt cx="521251" cy="359436"/>
          </a:xfrm>
        </p:grpSpPr>
        <p:sp>
          <p:nvSpPr>
            <p:cNvPr name="Freeform 13" id="13"/>
            <p:cNvSpPr/>
            <p:nvPr/>
          </p:nvSpPr>
          <p:spPr>
            <a:xfrm flipH="false" flipV="false" rot="0">
              <a:off x="0" y="0"/>
              <a:ext cx="521251" cy="359436"/>
            </a:xfrm>
            <a:custGeom>
              <a:avLst/>
              <a:gdLst/>
              <a:ahLst/>
              <a:cxnLst/>
              <a:rect r="r" b="b" t="t" l="l"/>
              <a:pathLst>
                <a:path h="359436" w="521251">
                  <a:moveTo>
                    <a:pt x="179718" y="0"/>
                  </a:moveTo>
                  <a:lnTo>
                    <a:pt x="341533" y="0"/>
                  </a:lnTo>
                  <a:cubicBezTo>
                    <a:pt x="440789" y="0"/>
                    <a:pt x="521251" y="80463"/>
                    <a:pt x="521251" y="179718"/>
                  </a:cubicBezTo>
                  <a:lnTo>
                    <a:pt x="521251" y="179718"/>
                  </a:lnTo>
                  <a:cubicBezTo>
                    <a:pt x="521251" y="227382"/>
                    <a:pt x="502317" y="273094"/>
                    <a:pt x="468613" y="306798"/>
                  </a:cubicBezTo>
                  <a:cubicBezTo>
                    <a:pt x="434909" y="340502"/>
                    <a:pt x="389197" y="359436"/>
                    <a:pt x="341533" y="359436"/>
                  </a:cubicBezTo>
                  <a:lnTo>
                    <a:pt x="179718" y="359436"/>
                  </a:lnTo>
                  <a:cubicBezTo>
                    <a:pt x="132054" y="359436"/>
                    <a:pt x="86342" y="340502"/>
                    <a:pt x="52638" y="306798"/>
                  </a:cubicBezTo>
                  <a:cubicBezTo>
                    <a:pt x="18935" y="273094"/>
                    <a:pt x="0" y="227382"/>
                    <a:pt x="0" y="179718"/>
                  </a:cubicBezTo>
                  <a:lnTo>
                    <a:pt x="0" y="179718"/>
                  </a:lnTo>
                  <a:cubicBezTo>
                    <a:pt x="0" y="132054"/>
                    <a:pt x="18935" y="86342"/>
                    <a:pt x="52638" y="52638"/>
                  </a:cubicBezTo>
                  <a:cubicBezTo>
                    <a:pt x="86342" y="18935"/>
                    <a:pt x="132054" y="0"/>
                    <a:pt x="179718" y="0"/>
                  </a:cubicBezTo>
                  <a:close/>
                </a:path>
              </a:pathLst>
            </a:custGeom>
            <a:solidFill>
              <a:srgbClr val="5170FF"/>
            </a:solidFill>
            <a:ln cap="rnd">
              <a:noFill/>
              <a:prstDash val="solid"/>
              <a:round/>
            </a:ln>
          </p:spPr>
        </p:sp>
        <p:sp>
          <p:nvSpPr>
            <p:cNvPr name="TextBox 14" id="14"/>
            <p:cNvSpPr txBox="true"/>
            <p:nvPr/>
          </p:nvSpPr>
          <p:spPr>
            <a:xfrm>
              <a:off x="0" y="-38100"/>
              <a:ext cx="521251" cy="397536"/>
            </a:xfrm>
            <a:prstGeom prst="rect">
              <a:avLst/>
            </a:prstGeom>
          </p:spPr>
          <p:txBody>
            <a:bodyPr anchor="ctr" rtlCol="false" tIns="48220" lIns="48220" bIns="48220" rIns="48220"/>
            <a:lstStyle/>
            <a:p>
              <a:pPr algn="ctr" marL="0" indent="0" lvl="0">
                <a:lnSpc>
                  <a:spcPts val="1853"/>
                </a:lnSpc>
                <a:spcBef>
                  <a:spcPct val="0"/>
                </a:spcBef>
              </a:pPr>
            </a:p>
            <a:p>
              <a:pPr algn="ctr" marL="0" indent="0" lvl="0">
                <a:lnSpc>
                  <a:spcPts val="1853"/>
                </a:lnSpc>
                <a:spcBef>
                  <a:spcPct val="0"/>
                </a:spcBef>
              </a:pPr>
            </a:p>
            <a:p>
              <a:pPr algn="ctr" marL="0" indent="0" lvl="0">
                <a:lnSpc>
                  <a:spcPts val="1853"/>
                </a:lnSpc>
                <a:spcBef>
                  <a:spcPct val="0"/>
                </a:spcBef>
              </a:pPr>
            </a:p>
          </p:txBody>
        </p:sp>
      </p:grpSp>
      <p:sp>
        <p:nvSpPr>
          <p:cNvPr name="Freeform 15" id="15"/>
          <p:cNvSpPr/>
          <p:nvPr/>
        </p:nvSpPr>
        <p:spPr>
          <a:xfrm flipH="false" flipV="false" rot="-5400000">
            <a:off x="16995628" y="862350"/>
            <a:ext cx="82863" cy="368281"/>
          </a:xfrm>
          <a:custGeom>
            <a:avLst/>
            <a:gdLst/>
            <a:ahLst/>
            <a:cxnLst/>
            <a:rect r="r" b="b" t="t" l="l"/>
            <a:pathLst>
              <a:path h="368281" w="82863">
                <a:moveTo>
                  <a:pt x="0" y="0"/>
                </a:moveTo>
                <a:lnTo>
                  <a:pt x="82863" y="0"/>
                </a:lnTo>
                <a:lnTo>
                  <a:pt x="82863" y="368281"/>
                </a:lnTo>
                <a:lnTo>
                  <a:pt x="0" y="368281"/>
                </a:lnTo>
                <a:lnTo>
                  <a:pt x="0" y="0"/>
                </a:lnTo>
                <a:close/>
              </a:path>
            </a:pathLst>
          </a:custGeom>
          <a:blipFill>
            <a:blip r:embed="rId3">
              <a:extLst>
                <a:ext uri="{96DAC541-7B7A-43D3-8B79-37D633B846F1}">
                  <asvg:svgBlip xmlns:asvg="http://schemas.microsoft.com/office/drawing/2016/SVG/main" r:embed="rId4"/>
                </a:ext>
              </a:extLst>
            </a:blip>
            <a:stretch>
              <a:fillRect l="0" t="0" r="0" b="0"/>
            </a:stretch>
          </a:blipFill>
          <a:ln cap="sq">
            <a:noFill/>
            <a:prstDash val="solid"/>
            <a:miter/>
          </a:ln>
        </p:spPr>
      </p:sp>
      <p:sp>
        <p:nvSpPr>
          <p:cNvPr name="TextBox 16" id="16"/>
          <p:cNvSpPr txBox="true"/>
          <p:nvPr/>
        </p:nvSpPr>
        <p:spPr>
          <a:xfrm rot="0">
            <a:off x="2091821" y="3201454"/>
            <a:ext cx="4351624" cy="1532001"/>
          </a:xfrm>
          <a:prstGeom prst="rect">
            <a:avLst/>
          </a:prstGeom>
        </p:spPr>
        <p:txBody>
          <a:bodyPr anchor="t" rtlCol="false" tIns="0" lIns="0" bIns="0" rIns="0">
            <a:spAutoFit/>
          </a:bodyPr>
          <a:lstStyle/>
          <a:p>
            <a:pPr algn="l">
              <a:lnSpc>
                <a:spcPts val="12192"/>
              </a:lnSpc>
            </a:pPr>
            <a:r>
              <a:rPr lang="en-US" b="true" sz="9600">
                <a:solidFill>
                  <a:srgbClr val="747EA3"/>
                </a:solidFill>
                <a:latin typeface="프리젠테이션 Bold"/>
                <a:ea typeface="프리젠테이션 Bold"/>
                <a:cs typeface="프리젠테이션 Bold"/>
                <a:sym typeface="프리젠테이션 Bold"/>
              </a:rPr>
              <a:t>INDEX</a:t>
            </a:r>
          </a:p>
        </p:txBody>
      </p:sp>
      <p:sp>
        <p:nvSpPr>
          <p:cNvPr name="TextBox 17" id="17"/>
          <p:cNvSpPr txBox="true"/>
          <p:nvPr/>
        </p:nvSpPr>
        <p:spPr>
          <a:xfrm rot="0">
            <a:off x="2109189" y="4672145"/>
            <a:ext cx="4753408" cy="341376"/>
          </a:xfrm>
          <a:prstGeom prst="rect">
            <a:avLst/>
          </a:prstGeom>
        </p:spPr>
        <p:txBody>
          <a:bodyPr anchor="t" rtlCol="false" tIns="0" lIns="0" bIns="0" rIns="0">
            <a:spAutoFit/>
          </a:bodyPr>
          <a:lstStyle/>
          <a:p>
            <a:pPr algn="l" marL="0" indent="0" lvl="0">
              <a:lnSpc>
                <a:spcPts val="2771"/>
              </a:lnSpc>
              <a:spcBef>
                <a:spcPct val="0"/>
              </a:spcBef>
            </a:pPr>
            <a:r>
              <a:rPr lang="en-US" b="true" sz="1799" spc="-30" strike="noStrike" u="none">
                <a:solidFill>
                  <a:srgbClr val="5170FF"/>
                </a:solidFill>
                <a:latin typeface="프리젠테이션 Bold"/>
                <a:ea typeface="프리젠테이션 Bold"/>
                <a:cs typeface="프리젠테이션 Bold"/>
                <a:sym typeface="프리젠테이션 Bold"/>
              </a:rPr>
              <a:t>3차시 수업 순서 (120분)</a:t>
            </a:r>
          </a:p>
        </p:txBody>
      </p:sp>
      <p:grpSp>
        <p:nvGrpSpPr>
          <p:cNvPr name="Group 18" id="18"/>
          <p:cNvGrpSpPr/>
          <p:nvPr/>
        </p:nvGrpSpPr>
        <p:grpSpPr>
          <a:xfrm rot="0">
            <a:off x="7600950" y="3238500"/>
            <a:ext cx="8750967" cy="3351235"/>
            <a:chOff x="0" y="0"/>
            <a:chExt cx="11667955" cy="4468314"/>
          </a:xfrm>
        </p:grpSpPr>
        <p:sp>
          <p:nvSpPr>
            <p:cNvPr name="AutoShape 19" id="19"/>
            <p:cNvSpPr/>
            <p:nvPr/>
          </p:nvSpPr>
          <p:spPr>
            <a:xfrm>
              <a:off x="36676" y="934034"/>
              <a:ext cx="11631279" cy="0"/>
            </a:xfrm>
            <a:prstGeom prst="line">
              <a:avLst/>
            </a:prstGeom>
            <a:ln cap="flat" w="12700">
              <a:solidFill>
                <a:srgbClr val="222222">
                  <a:alpha val="14902"/>
                </a:srgbClr>
              </a:solidFill>
              <a:prstDash val="solid"/>
              <a:headEnd type="none" len="sm" w="sm"/>
              <a:tailEnd type="none" len="sm" w="sm"/>
            </a:ln>
          </p:spPr>
        </p:sp>
        <p:sp>
          <p:nvSpPr>
            <p:cNvPr name="AutoShape 20" id="20"/>
            <p:cNvSpPr/>
            <p:nvPr/>
          </p:nvSpPr>
          <p:spPr>
            <a:xfrm>
              <a:off x="36676" y="2234157"/>
              <a:ext cx="11631279" cy="0"/>
            </a:xfrm>
            <a:prstGeom prst="line">
              <a:avLst/>
            </a:prstGeom>
            <a:ln cap="flat" w="12700">
              <a:solidFill>
                <a:srgbClr val="222222">
                  <a:alpha val="14902"/>
                </a:srgbClr>
              </a:solidFill>
              <a:prstDash val="solid"/>
              <a:headEnd type="none" len="sm" w="sm"/>
              <a:tailEnd type="none" len="sm" w="sm"/>
            </a:ln>
          </p:spPr>
        </p:sp>
        <p:sp>
          <p:nvSpPr>
            <p:cNvPr name="AutoShape 21" id="21"/>
            <p:cNvSpPr/>
            <p:nvPr/>
          </p:nvSpPr>
          <p:spPr>
            <a:xfrm>
              <a:off x="36676" y="3534280"/>
              <a:ext cx="11631279" cy="0"/>
            </a:xfrm>
            <a:prstGeom prst="line">
              <a:avLst/>
            </a:prstGeom>
            <a:ln cap="flat" w="12700">
              <a:solidFill>
                <a:srgbClr val="222222">
                  <a:alpha val="14902"/>
                </a:srgbClr>
              </a:solidFill>
              <a:prstDash val="solid"/>
              <a:headEnd type="none" len="sm" w="sm"/>
              <a:tailEnd type="none" len="sm" w="sm"/>
            </a:ln>
          </p:spPr>
        </p:sp>
        <p:sp>
          <p:nvSpPr>
            <p:cNvPr name="TextBox 22" id="22"/>
            <p:cNvSpPr txBox="true"/>
            <p:nvPr/>
          </p:nvSpPr>
          <p:spPr>
            <a:xfrm rot="0">
              <a:off x="1058941" y="1338223"/>
              <a:ext cx="6928367" cy="529844"/>
            </a:xfrm>
            <a:prstGeom prst="rect">
              <a:avLst/>
            </a:prstGeom>
          </p:spPr>
          <p:txBody>
            <a:bodyPr anchor="t" rtlCol="false" tIns="0" lIns="0" bIns="0" rIns="0">
              <a:spAutoFit/>
            </a:bodyPr>
            <a:lstStyle/>
            <a:p>
              <a:pPr algn="l" marL="0" indent="0" lvl="0">
                <a:lnSpc>
                  <a:spcPts val="2856"/>
                </a:lnSpc>
                <a:spcBef>
                  <a:spcPct val="0"/>
                </a:spcBef>
              </a:pPr>
              <a:r>
                <a:rPr lang="en-US" b="true" sz="2800" spc="-56" strike="noStrike" u="none">
                  <a:solidFill>
                    <a:srgbClr val="000000"/>
                  </a:solidFill>
                  <a:latin typeface="프리젠테이션 Bold"/>
                  <a:ea typeface="프리젠테이션 Bold"/>
                  <a:cs typeface="프리젠테이션 Bold"/>
                  <a:sym typeface="프리젠테이션 Bold"/>
                </a:rPr>
                <a:t>컨텍스트 엔지니어링</a:t>
              </a:r>
            </a:p>
          </p:txBody>
        </p:sp>
        <p:sp>
          <p:nvSpPr>
            <p:cNvPr name="TextBox 23" id="23"/>
            <p:cNvSpPr txBox="true"/>
            <p:nvPr/>
          </p:nvSpPr>
          <p:spPr>
            <a:xfrm rot="0">
              <a:off x="0" y="1391606"/>
              <a:ext cx="624642" cy="470704"/>
            </a:xfrm>
            <a:prstGeom prst="rect">
              <a:avLst/>
            </a:prstGeom>
          </p:spPr>
          <p:txBody>
            <a:bodyPr anchor="t" rtlCol="false" tIns="0" lIns="0" bIns="0" rIns="0">
              <a:spAutoFit/>
            </a:bodyPr>
            <a:lstStyle/>
            <a:p>
              <a:pPr algn="ctr">
                <a:lnSpc>
                  <a:spcPts val="2323"/>
                </a:lnSpc>
              </a:pPr>
              <a:r>
                <a:rPr lang="en-US" b="true" sz="2799" spc="212">
                  <a:solidFill>
                    <a:srgbClr val="5170FF"/>
                  </a:solidFill>
                  <a:latin typeface="프리젠테이션 Semi-Bold"/>
                  <a:ea typeface="프리젠테이션 Semi-Bold"/>
                  <a:cs typeface="프리젠테이션 Semi-Bold"/>
                  <a:sym typeface="프리젠테이션 Semi-Bold"/>
                </a:rPr>
                <a:t>2</a:t>
              </a:r>
            </a:p>
          </p:txBody>
        </p:sp>
        <p:sp>
          <p:nvSpPr>
            <p:cNvPr name="TextBox 24" id="24"/>
            <p:cNvSpPr txBox="true"/>
            <p:nvPr/>
          </p:nvSpPr>
          <p:spPr>
            <a:xfrm rot="0">
              <a:off x="1058941" y="3938470"/>
              <a:ext cx="6595062" cy="529844"/>
            </a:xfrm>
            <a:prstGeom prst="rect">
              <a:avLst/>
            </a:prstGeom>
          </p:spPr>
          <p:txBody>
            <a:bodyPr anchor="t" rtlCol="false" tIns="0" lIns="0" bIns="0" rIns="0">
              <a:spAutoFit/>
            </a:bodyPr>
            <a:lstStyle/>
            <a:p>
              <a:pPr algn="l" marL="0" indent="0" lvl="0">
                <a:lnSpc>
                  <a:spcPts val="2856"/>
                </a:lnSpc>
                <a:spcBef>
                  <a:spcPct val="0"/>
                </a:spcBef>
              </a:pPr>
              <a:r>
                <a:rPr lang="en-US" b="true" sz="2800" spc="-56" strike="noStrike" u="none">
                  <a:solidFill>
                    <a:srgbClr val="000000"/>
                  </a:solidFill>
                  <a:latin typeface="프리젠테이션 Bold"/>
                  <a:ea typeface="프리젠테이션 Bold"/>
                  <a:cs typeface="프리젠테이션 Bold"/>
                  <a:sym typeface="프리젠테이션 Bold"/>
                </a:rPr>
                <a:t>마무리 &amp; 질의응답</a:t>
              </a:r>
            </a:p>
          </p:txBody>
        </p:sp>
        <p:sp>
          <p:nvSpPr>
            <p:cNvPr name="TextBox 25" id="25"/>
            <p:cNvSpPr txBox="true"/>
            <p:nvPr/>
          </p:nvSpPr>
          <p:spPr>
            <a:xfrm rot="0">
              <a:off x="0" y="3991852"/>
              <a:ext cx="624642" cy="470704"/>
            </a:xfrm>
            <a:prstGeom prst="rect">
              <a:avLst/>
            </a:prstGeom>
          </p:spPr>
          <p:txBody>
            <a:bodyPr anchor="t" rtlCol="false" tIns="0" lIns="0" bIns="0" rIns="0">
              <a:spAutoFit/>
            </a:bodyPr>
            <a:lstStyle/>
            <a:p>
              <a:pPr algn="ctr">
                <a:lnSpc>
                  <a:spcPts val="2323"/>
                </a:lnSpc>
              </a:pPr>
              <a:r>
                <a:rPr lang="en-US" b="true" sz="2799" spc="212">
                  <a:solidFill>
                    <a:srgbClr val="5170FF"/>
                  </a:solidFill>
                  <a:latin typeface="프리젠테이션 Semi-Bold"/>
                  <a:ea typeface="프리젠테이션 Semi-Bold"/>
                  <a:cs typeface="프리젠테이션 Semi-Bold"/>
                  <a:sym typeface="프리젠테이션 Semi-Bold"/>
                </a:rPr>
                <a:t>4</a:t>
              </a:r>
            </a:p>
          </p:txBody>
        </p:sp>
        <p:sp>
          <p:nvSpPr>
            <p:cNvPr name="TextBox 26" id="26"/>
            <p:cNvSpPr txBox="true"/>
            <p:nvPr/>
          </p:nvSpPr>
          <p:spPr>
            <a:xfrm rot="0">
              <a:off x="1058941" y="38100"/>
              <a:ext cx="6595062" cy="529844"/>
            </a:xfrm>
            <a:prstGeom prst="rect">
              <a:avLst/>
            </a:prstGeom>
          </p:spPr>
          <p:txBody>
            <a:bodyPr anchor="t" rtlCol="false" tIns="0" lIns="0" bIns="0" rIns="0">
              <a:spAutoFit/>
            </a:bodyPr>
            <a:lstStyle/>
            <a:p>
              <a:pPr algn="l" marL="0" indent="0" lvl="0">
                <a:lnSpc>
                  <a:spcPts val="2856"/>
                </a:lnSpc>
                <a:spcBef>
                  <a:spcPct val="0"/>
                </a:spcBef>
              </a:pPr>
              <a:r>
                <a:rPr lang="en-US" b="true" sz="2800" spc="-56" strike="noStrike" u="none">
                  <a:solidFill>
                    <a:srgbClr val="000000"/>
                  </a:solidFill>
                  <a:latin typeface="프리젠테이션 Bold"/>
                  <a:ea typeface="프리젠테이션 Bold"/>
                  <a:cs typeface="프리젠테이션 Bold"/>
                  <a:sym typeface="프리젠테이션 Bold"/>
                </a:rPr>
                <a:t>프롬프트 엔지니어링</a:t>
              </a:r>
            </a:p>
          </p:txBody>
        </p:sp>
        <p:sp>
          <p:nvSpPr>
            <p:cNvPr name="TextBox 27" id="27"/>
            <p:cNvSpPr txBox="true"/>
            <p:nvPr/>
          </p:nvSpPr>
          <p:spPr>
            <a:xfrm rot="0">
              <a:off x="0" y="91483"/>
              <a:ext cx="624642" cy="470704"/>
            </a:xfrm>
            <a:prstGeom prst="rect">
              <a:avLst/>
            </a:prstGeom>
          </p:spPr>
          <p:txBody>
            <a:bodyPr anchor="t" rtlCol="false" tIns="0" lIns="0" bIns="0" rIns="0">
              <a:spAutoFit/>
            </a:bodyPr>
            <a:lstStyle/>
            <a:p>
              <a:pPr algn="ctr">
                <a:lnSpc>
                  <a:spcPts val="2323"/>
                </a:lnSpc>
              </a:pPr>
              <a:r>
                <a:rPr lang="en-US" b="true" sz="2799" spc="212">
                  <a:solidFill>
                    <a:srgbClr val="5170FF"/>
                  </a:solidFill>
                  <a:latin typeface="프리젠테이션 Semi-Bold"/>
                  <a:ea typeface="프리젠테이션 Semi-Bold"/>
                  <a:cs typeface="프리젠테이션 Semi-Bold"/>
                  <a:sym typeface="프리젠테이션 Semi-Bold"/>
                </a:rPr>
                <a:t>1</a:t>
              </a:r>
            </a:p>
          </p:txBody>
        </p:sp>
        <p:sp>
          <p:nvSpPr>
            <p:cNvPr name="TextBox 28" id="28"/>
            <p:cNvSpPr txBox="true"/>
            <p:nvPr/>
          </p:nvSpPr>
          <p:spPr>
            <a:xfrm rot="0">
              <a:off x="1058941" y="2638346"/>
              <a:ext cx="6595062" cy="529844"/>
            </a:xfrm>
            <a:prstGeom prst="rect">
              <a:avLst/>
            </a:prstGeom>
          </p:spPr>
          <p:txBody>
            <a:bodyPr anchor="t" rtlCol="false" tIns="0" lIns="0" bIns="0" rIns="0">
              <a:spAutoFit/>
            </a:bodyPr>
            <a:lstStyle/>
            <a:p>
              <a:pPr algn="l" marL="0" indent="0" lvl="0">
                <a:lnSpc>
                  <a:spcPts val="2856"/>
                </a:lnSpc>
                <a:spcBef>
                  <a:spcPct val="0"/>
                </a:spcBef>
              </a:pPr>
              <a:r>
                <a:rPr lang="en-US" b="true" sz="2800" spc="-56" strike="noStrike" u="none">
                  <a:solidFill>
                    <a:srgbClr val="000000"/>
                  </a:solidFill>
                  <a:latin typeface="프리젠테이션 Bold"/>
                  <a:ea typeface="프리젠테이션 Bold"/>
                  <a:cs typeface="프리젠테이션 Bold"/>
                  <a:sym typeface="프리젠테이션 Bold"/>
                </a:rPr>
                <a:t>하네스 · 루프 엔지니어링</a:t>
              </a:r>
            </a:p>
          </p:txBody>
        </p:sp>
        <p:sp>
          <p:nvSpPr>
            <p:cNvPr name="TextBox 29" id="29"/>
            <p:cNvSpPr txBox="true"/>
            <p:nvPr/>
          </p:nvSpPr>
          <p:spPr>
            <a:xfrm rot="0">
              <a:off x="0" y="2691729"/>
              <a:ext cx="624642" cy="470704"/>
            </a:xfrm>
            <a:prstGeom prst="rect">
              <a:avLst/>
            </a:prstGeom>
          </p:spPr>
          <p:txBody>
            <a:bodyPr anchor="t" rtlCol="false" tIns="0" lIns="0" bIns="0" rIns="0">
              <a:spAutoFit/>
            </a:bodyPr>
            <a:lstStyle/>
            <a:p>
              <a:pPr algn="ctr">
                <a:lnSpc>
                  <a:spcPts val="2323"/>
                </a:lnSpc>
              </a:pPr>
              <a:r>
                <a:rPr lang="en-US" b="true" sz="2799" spc="212">
                  <a:solidFill>
                    <a:srgbClr val="5170FF"/>
                  </a:solidFill>
                  <a:latin typeface="프리젠테이션 Semi-Bold"/>
                  <a:ea typeface="프리젠테이션 Semi-Bold"/>
                  <a:cs typeface="프리젠테이션 Semi-Bold"/>
                  <a:sym typeface="프리젠테이션 Semi-Bold"/>
                </a:rPr>
                <a:t>3</a:t>
              </a:r>
            </a:p>
          </p:txBody>
        </p:sp>
      </p:grpSp>
      <p:sp>
        <p:nvSpPr>
          <p:cNvPr name="Freeform 30" id="30"/>
          <p:cNvSpPr/>
          <p:nvPr/>
        </p:nvSpPr>
        <p:spPr>
          <a:xfrm flipH="false" flipV="false" rot="0">
            <a:off x="2137764" y="2174998"/>
            <a:ext cx="1092574" cy="1021557"/>
          </a:xfrm>
          <a:custGeom>
            <a:avLst/>
            <a:gdLst/>
            <a:ahLst/>
            <a:cxnLst/>
            <a:rect r="r" b="b" t="t" l="l"/>
            <a:pathLst>
              <a:path h="1021557" w="1092574">
                <a:moveTo>
                  <a:pt x="0" y="0"/>
                </a:moveTo>
                <a:lnTo>
                  <a:pt x="1092574" y="0"/>
                </a:lnTo>
                <a:lnTo>
                  <a:pt x="1092574" y="1021556"/>
                </a:lnTo>
                <a:lnTo>
                  <a:pt x="0" y="1021556"/>
                </a:lnTo>
                <a:lnTo>
                  <a:pt x="0" y="0"/>
                </a:lnTo>
                <a:close/>
              </a:path>
            </a:pathLst>
          </a:custGeom>
          <a:blipFill>
            <a:blip r:embed="rId5">
              <a:extLst>
                <a:ext uri="{96DAC541-7B7A-43D3-8B79-37D633B846F1}">
                  <asvg:svgBlip xmlns:asvg="http://schemas.microsoft.com/office/drawing/2016/SVG/main" r:embed="rId6"/>
                </a:ext>
              </a:extLst>
            </a:blip>
            <a:stretch>
              <a:fillRect l="0" t="0" r="0" b="0"/>
            </a:stretch>
          </a:blipFill>
        </p:spPr>
      </p:sp>
      <p:sp>
        <p:nvSpPr>
          <p:cNvPr name="TextBox 31" id="31"/>
          <p:cNvSpPr txBox="true"/>
          <p:nvPr/>
        </p:nvSpPr>
        <p:spPr>
          <a:xfrm rot="0">
            <a:off x="659283" y="679939"/>
            <a:ext cx="2865076" cy="325120"/>
          </a:xfrm>
          <a:prstGeom prst="rect">
            <a:avLst/>
          </a:prstGeom>
        </p:spPr>
        <p:txBody>
          <a:bodyPr anchor="t" rtlCol="false" tIns="0" lIns="0" bIns="0" rIns="0">
            <a:spAutoFit/>
          </a:bodyPr>
          <a:lstStyle/>
          <a:p>
            <a:pPr algn="ctr" marL="0" indent="0" lvl="0">
              <a:lnSpc>
                <a:spcPts val="2540"/>
              </a:lnSpc>
              <a:spcBef>
                <a:spcPct val="0"/>
              </a:spcBef>
            </a:pPr>
            <a:r>
              <a:rPr lang="en-US" b="true" sz="2000" spc="122" strike="noStrike" u="none">
                <a:solidFill>
                  <a:srgbClr val="FFFFFF"/>
                </a:solidFill>
                <a:latin typeface="프리젠테이션 Bold"/>
                <a:ea typeface="프리젠테이션 Bold"/>
                <a:cs typeface="프리젠테이션 Bold"/>
                <a:sym typeface="프리젠테이션 Bold"/>
              </a:rPr>
              <a:t>해달 바이브코딩 기초반</a:t>
            </a:r>
          </a:p>
        </p:txBody>
      </p:sp>
      <p:sp>
        <p:nvSpPr>
          <p:cNvPr name="TextBox 32" id="32"/>
          <p:cNvSpPr txBox="true"/>
          <p:nvPr/>
        </p:nvSpPr>
        <p:spPr>
          <a:xfrm rot="0">
            <a:off x="8382000" y="8899525"/>
            <a:ext cx="1524000" cy="358775"/>
          </a:xfrm>
          <a:prstGeom prst="rect">
            <a:avLst/>
          </a:prstGeom>
        </p:spPr>
        <p:txBody>
          <a:bodyPr anchor="t" rtlCol="false" tIns="0" lIns="0" bIns="0" rIns="0">
            <a:spAutoFit/>
          </a:bodyPr>
          <a:lstStyle/>
          <a:p>
            <a:pPr algn="ctr">
              <a:lnSpc>
                <a:spcPts val="2800"/>
              </a:lnSpc>
            </a:pPr>
            <a:r>
              <a:rPr lang="en-US" b="true" sz="2000">
                <a:solidFill>
                  <a:srgbClr val="4165C1"/>
                </a:solidFill>
                <a:latin typeface="프리젠테이션 Bold"/>
                <a:ea typeface="프리젠테이션 Bold"/>
                <a:cs typeface="프리젠테이션 Bold"/>
                <a:sym typeface="프리젠테이션 Bold"/>
              </a:rPr>
              <a:t>- 2 -</a:t>
            </a:r>
          </a:p>
        </p:txBody>
      </p:sp>
    </p:spTree>
  </p:cSld>
  <p:clrMapOvr>
    <a:masterClrMapping/>
  </p:clrMapOvr>
</p:sld>
</file>

<file path=ppt/slides/slide3.xml><?xml version="1.0" encoding="utf-8"?>
<p:sld xmlns:p="http://schemas.openxmlformats.org/presentationml/2006/main" xmlns:a="http://schemas.openxmlformats.org/drawingml/2006/main" xmlns:r="http://schemas.openxmlformats.org/officeDocument/2006/relationships">
  <p:cSld>
    <p:bg>
      <p:bgPr>
        <a:solidFill>
          <a:srgbClr val="5170FF"/>
        </a:solidFill>
      </p:bgPr>
    </p:bg>
    <p:spTree>
      <p:nvGrpSpPr>
        <p:cNvPr id="1" name=""/>
        <p:cNvGrpSpPr/>
        <p:nvPr/>
      </p:nvGrpSpPr>
      <p:grpSpPr>
        <a:xfrm>
          <a:off x="0" y="0"/>
          <a:ext cx="0" cy="0"/>
          <a:chOff x="0" y="0"/>
          <a:chExt cx="0" cy="0"/>
        </a:xfrm>
      </p:grpSpPr>
      <p:grpSp>
        <p:nvGrpSpPr>
          <p:cNvPr name="Group 2" id="2"/>
          <p:cNvGrpSpPr/>
          <p:nvPr/>
        </p:nvGrpSpPr>
        <p:grpSpPr>
          <a:xfrm rot="0">
            <a:off x="544379" y="534854"/>
            <a:ext cx="17218292" cy="9294946"/>
            <a:chOff x="0" y="0"/>
            <a:chExt cx="22957723" cy="12393261"/>
          </a:xfrm>
        </p:grpSpPr>
        <p:grpSp>
          <p:nvGrpSpPr>
            <p:cNvPr name="Group 3" id="3"/>
            <p:cNvGrpSpPr/>
            <p:nvPr/>
          </p:nvGrpSpPr>
          <p:grpSpPr>
            <a:xfrm rot="0">
              <a:off x="0" y="1727243"/>
              <a:ext cx="22957723" cy="10666019"/>
              <a:chOff x="0" y="0"/>
              <a:chExt cx="4777465" cy="2219581"/>
            </a:xfrm>
          </p:grpSpPr>
          <p:sp>
            <p:nvSpPr>
              <p:cNvPr name="Freeform 4" id="4"/>
              <p:cNvSpPr/>
              <p:nvPr/>
            </p:nvSpPr>
            <p:spPr>
              <a:xfrm flipH="false" flipV="false" rot="0">
                <a:off x="0" y="0"/>
                <a:ext cx="4777465" cy="2219581"/>
              </a:xfrm>
              <a:custGeom>
                <a:avLst/>
                <a:gdLst/>
                <a:ahLst/>
                <a:cxnLst/>
                <a:rect r="r" b="b" t="t" l="l"/>
                <a:pathLst>
                  <a:path h="2219581" w="4777465">
                    <a:moveTo>
                      <a:pt x="22931" y="0"/>
                    </a:moveTo>
                    <a:lnTo>
                      <a:pt x="4754534" y="0"/>
                    </a:lnTo>
                    <a:cubicBezTo>
                      <a:pt x="4767199" y="0"/>
                      <a:pt x="4777465" y="10267"/>
                      <a:pt x="4777465" y="22931"/>
                    </a:cubicBezTo>
                    <a:lnTo>
                      <a:pt x="4777465" y="2196650"/>
                    </a:lnTo>
                    <a:cubicBezTo>
                      <a:pt x="4777465" y="2202732"/>
                      <a:pt x="4775049" y="2208564"/>
                      <a:pt x="4770749" y="2212865"/>
                    </a:cubicBezTo>
                    <a:cubicBezTo>
                      <a:pt x="4766449" y="2217165"/>
                      <a:pt x="4760616" y="2219581"/>
                      <a:pt x="4754534" y="2219581"/>
                    </a:cubicBezTo>
                    <a:lnTo>
                      <a:pt x="22931" y="2219581"/>
                    </a:lnTo>
                    <a:cubicBezTo>
                      <a:pt x="10267" y="2219581"/>
                      <a:pt x="0" y="2209315"/>
                      <a:pt x="0" y="2196650"/>
                    </a:cubicBezTo>
                    <a:lnTo>
                      <a:pt x="0" y="22931"/>
                    </a:lnTo>
                    <a:cubicBezTo>
                      <a:pt x="0" y="10267"/>
                      <a:pt x="10267" y="0"/>
                      <a:pt x="22931" y="0"/>
                    </a:cubicBezTo>
                    <a:close/>
                  </a:path>
                </a:pathLst>
              </a:custGeom>
              <a:solidFill>
                <a:srgbClr val="FFFFFF"/>
              </a:solidFill>
              <a:ln cap="rnd">
                <a:noFill/>
                <a:prstDash val="solid"/>
                <a:round/>
              </a:ln>
            </p:spPr>
          </p:sp>
          <p:sp>
            <p:nvSpPr>
              <p:cNvPr name="TextBox 5" id="5"/>
              <p:cNvSpPr txBox="true"/>
              <p:nvPr/>
            </p:nvSpPr>
            <p:spPr>
              <a:xfrm>
                <a:off x="0" y="-38100"/>
                <a:ext cx="4777465" cy="2257681"/>
              </a:xfrm>
              <a:prstGeom prst="rect">
                <a:avLst/>
              </a:prstGeom>
            </p:spPr>
            <p:txBody>
              <a:bodyPr anchor="ctr" rtlCol="false" tIns="48220" lIns="48220" bIns="48220" rIns="48220"/>
              <a:lstStyle/>
              <a:p>
                <a:pPr algn="ctr" marL="0" indent="0" lvl="0">
                  <a:lnSpc>
                    <a:spcPts val="1853"/>
                  </a:lnSpc>
                  <a:spcBef>
                    <a:spcPct val="0"/>
                  </a:spcBef>
                </a:pPr>
              </a:p>
              <a:p>
                <a:pPr algn="ctr" marL="0" indent="0" lvl="0">
                  <a:lnSpc>
                    <a:spcPts val="1853"/>
                  </a:lnSpc>
                  <a:spcBef>
                    <a:spcPct val="0"/>
                  </a:spcBef>
                </a:pPr>
              </a:p>
              <a:p>
                <a:pPr algn="ctr" marL="0" indent="0" lvl="0">
                  <a:lnSpc>
                    <a:spcPts val="1853"/>
                  </a:lnSpc>
                  <a:spcBef>
                    <a:spcPct val="0"/>
                  </a:spcBef>
                </a:pPr>
              </a:p>
            </p:txBody>
          </p:sp>
        </p:grpSp>
        <p:grpSp>
          <p:nvGrpSpPr>
            <p:cNvPr name="Group 6" id="6"/>
            <p:cNvGrpSpPr/>
            <p:nvPr/>
          </p:nvGrpSpPr>
          <p:grpSpPr>
            <a:xfrm rot="0">
              <a:off x="18499830" y="891712"/>
              <a:ext cx="4457893" cy="3397582"/>
              <a:chOff x="0" y="0"/>
              <a:chExt cx="927680" cy="707031"/>
            </a:xfrm>
          </p:grpSpPr>
          <p:sp>
            <p:nvSpPr>
              <p:cNvPr name="Freeform 7" id="7"/>
              <p:cNvSpPr/>
              <p:nvPr/>
            </p:nvSpPr>
            <p:spPr>
              <a:xfrm flipH="false" flipV="false" rot="0">
                <a:off x="0" y="0"/>
                <a:ext cx="927680" cy="707031"/>
              </a:xfrm>
              <a:custGeom>
                <a:avLst/>
                <a:gdLst/>
                <a:ahLst/>
                <a:cxnLst/>
                <a:rect r="r" b="b" t="t" l="l"/>
                <a:pathLst>
                  <a:path h="707031" w="927680">
                    <a:moveTo>
                      <a:pt x="118094" y="0"/>
                    </a:moveTo>
                    <a:lnTo>
                      <a:pt x="809586" y="0"/>
                    </a:lnTo>
                    <a:cubicBezTo>
                      <a:pt x="874808" y="0"/>
                      <a:pt x="927680" y="52872"/>
                      <a:pt x="927680" y="118094"/>
                    </a:cubicBezTo>
                    <a:lnTo>
                      <a:pt x="927680" y="588937"/>
                    </a:lnTo>
                    <a:cubicBezTo>
                      <a:pt x="927680" y="654159"/>
                      <a:pt x="874808" y="707031"/>
                      <a:pt x="809586" y="707031"/>
                    </a:cubicBezTo>
                    <a:lnTo>
                      <a:pt x="118094" y="707031"/>
                    </a:lnTo>
                    <a:cubicBezTo>
                      <a:pt x="52872" y="707031"/>
                      <a:pt x="0" y="654159"/>
                      <a:pt x="0" y="588937"/>
                    </a:cubicBezTo>
                    <a:lnTo>
                      <a:pt x="0" y="118094"/>
                    </a:lnTo>
                    <a:cubicBezTo>
                      <a:pt x="0" y="52872"/>
                      <a:pt x="52872" y="0"/>
                      <a:pt x="118094" y="0"/>
                    </a:cubicBezTo>
                    <a:close/>
                  </a:path>
                </a:pathLst>
              </a:custGeom>
              <a:solidFill>
                <a:srgbClr val="FFFFFF"/>
              </a:solidFill>
              <a:ln cap="rnd">
                <a:noFill/>
                <a:prstDash val="solid"/>
                <a:round/>
              </a:ln>
            </p:spPr>
          </p:sp>
          <p:sp>
            <p:nvSpPr>
              <p:cNvPr name="TextBox 8" id="8"/>
              <p:cNvSpPr txBox="true"/>
              <p:nvPr/>
            </p:nvSpPr>
            <p:spPr>
              <a:xfrm>
                <a:off x="0" y="-38100"/>
                <a:ext cx="927680" cy="745131"/>
              </a:xfrm>
              <a:prstGeom prst="rect">
                <a:avLst/>
              </a:prstGeom>
            </p:spPr>
            <p:txBody>
              <a:bodyPr anchor="ctr" rtlCol="false" tIns="48220" lIns="48220" bIns="48220" rIns="48220"/>
              <a:lstStyle/>
              <a:p>
                <a:pPr algn="ctr" marL="0" indent="0" lvl="0">
                  <a:lnSpc>
                    <a:spcPts val="1853"/>
                  </a:lnSpc>
                  <a:spcBef>
                    <a:spcPct val="0"/>
                  </a:spcBef>
                </a:pPr>
              </a:p>
              <a:p>
                <a:pPr algn="ctr" marL="0" indent="0" lvl="0">
                  <a:lnSpc>
                    <a:spcPts val="1853"/>
                  </a:lnSpc>
                  <a:spcBef>
                    <a:spcPct val="0"/>
                  </a:spcBef>
                </a:pPr>
              </a:p>
              <a:p>
                <a:pPr algn="ctr" marL="0" indent="0" lvl="0">
                  <a:lnSpc>
                    <a:spcPts val="1853"/>
                  </a:lnSpc>
                  <a:spcBef>
                    <a:spcPct val="0"/>
                  </a:spcBef>
                </a:pPr>
              </a:p>
            </p:txBody>
          </p:sp>
        </p:grpSp>
        <p:grpSp>
          <p:nvGrpSpPr>
            <p:cNvPr name="Group 9" id="9"/>
            <p:cNvGrpSpPr/>
            <p:nvPr/>
          </p:nvGrpSpPr>
          <p:grpSpPr>
            <a:xfrm rot="0">
              <a:off x="18064463" y="1334482"/>
              <a:ext cx="2392010" cy="1865053"/>
              <a:chOff x="0" y="0"/>
              <a:chExt cx="497773" cy="388115"/>
            </a:xfrm>
          </p:grpSpPr>
          <p:sp>
            <p:nvSpPr>
              <p:cNvPr name="Freeform 10" id="10"/>
              <p:cNvSpPr/>
              <p:nvPr/>
            </p:nvSpPr>
            <p:spPr>
              <a:xfrm flipH="false" flipV="false" rot="0">
                <a:off x="0" y="0"/>
                <a:ext cx="497773" cy="388115"/>
              </a:xfrm>
              <a:custGeom>
                <a:avLst/>
                <a:gdLst/>
                <a:ahLst/>
                <a:cxnLst/>
                <a:rect r="r" b="b" t="t" l="l"/>
                <a:pathLst>
                  <a:path h="388115" w="497773">
                    <a:moveTo>
                      <a:pt x="0" y="0"/>
                    </a:moveTo>
                    <a:lnTo>
                      <a:pt x="497773" y="0"/>
                    </a:lnTo>
                    <a:lnTo>
                      <a:pt x="497773" y="388115"/>
                    </a:lnTo>
                    <a:lnTo>
                      <a:pt x="0" y="388115"/>
                    </a:lnTo>
                    <a:close/>
                  </a:path>
                </a:pathLst>
              </a:custGeom>
              <a:solidFill>
                <a:srgbClr val="FFFFFF"/>
              </a:solidFill>
              <a:ln cap="sq">
                <a:noFill/>
                <a:prstDash val="solid"/>
                <a:miter/>
              </a:ln>
            </p:spPr>
          </p:sp>
          <p:sp>
            <p:nvSpPr>
              <p:cNvPr name="TextBox 11" id="11"/>
              <p:cNvSpPr txBox="true"/>
              <p:nvPr/>
            </p:nvSpPr>
            <p:spPr>
              <a:xfrm>
                <a:off x="0" y="-38100"/>
                <a:ext cx="497773" cy="426215"/>
              </a:xfrm>
              <a:prstGeom prst="rect">
                <a:avLst/>
              </a:prstGeom>
            </p:spPr>
            <p:txBody>
              <a:bodyPr anchor="ctr" rtlCol="false" tIns="48220" lIns="48220" bIns="48220" rIns="48220"/>
              <a:lstStyle/>
              <a:p>
                <a:pPr algn="ctr" marL="0" indent="0" lvl="0">
                  <a:lnSpc>
                    <a:spcPts val="1853"/>
                  </a:lnSpc>
                  <a:spcBef>
                    <a:spcPct val="0"/>
                  </a:spcBef>
                </a:pPr>
              </a:p>
              <a:p>
                <a:pPr algn="ctr" marL="0" indent="0" lvl="0">
                  <a:lnSpc>
                    <a:spcPts val="1853"/>
                  </a:lnSpc>
                  <a:spcBef>
                    <a:spcPct val="0"/>
                  </a:spcBef>
                </a:pPr>
              </a:p>
              <a:p>
                <a:pPr algn="ctr" marL="0" indent="0" lvl="0">
                  <a:lnSpc>
                    <a:spcPts val="1853"/>
                  </a:lnSpc>
                  <a:spcBef>
                    <a:spcPct val="0"/>
                  </a:spcBef>
                </a:pPr>
              </a:p>
            </p:txBody>
          </p:sp>
        </p:grpSp>
        <p:grpSp>
          <p:nvGrpSpPr>
            <p:cNvPr name="Group 12" id="12"/>
            <p:cNvGrpSpPr/>
            <p:nvPr/>
          </p:nvGrpSpPr>
          <p:grpSpPr>
            <a:xfrm rot="0">
              <a:off x="16059231" y="0"/>
              <a:ext cx="2504831" cy="1727243"/>
              <a:chOff x="0" y="0"/>
              <a:chExt cx="521251" cy="359436"/>
            </a:xfrm>
          </p:grpSpPr>
          <p:sp>
            <p:nvSpPr>
              <p:cNvPr name="Freeform 13" id="13"/>
              <p:cNvSpPr/>
              <p:nvPr/>
            </p:nvSpPr>
            <p:spPr>
              <a:xfrm flipH="false" flipV="false" rot="0">
                <a:off x="0" y="0"/>
                <a:ext cx="521251" cy="359436"/>
              </a:xfrm>
              <a:custGeom>
                <a:avLst/>
                <a:gdLst/>
                <a:ahLst/>
                <a:cxnLst/>
                <a:rect r="r" b="b" t="t" l="l"/>
                <a:pathLst>
                  <a:path h="359436" w="521251">
                    <a:moveTo>
                      <a:pt x="179718" y="0"/>
                    </a:moveTo>
                    <a:lnTo>
                      <a:pt x="341533" y="0"/>
                    </a:lnTo>
                    <a:cubicBezTo>
                      <a:pt x="440789" y="0"/>
                      <a:pt x="521251" y="80463"/>
                      <a:pt x="521251" y="179718"/>
                    </a:cubicBezTo>
                    <a:lnTo>
                      <a:pt x="521251" y="179718"/>
                    </a:lnTo>
                    <a:cubicBezTo>
                      <a:pt x="521251" y="227382"/>
                      <a:pt x="502317" y="273094"/>
                      <a:pt x="468613" y="306798"/>
                    </a:cubicBezTo>
                    <a:cubicBezTo>
                      <a:pt x="434909" y="340502"/>
                      <a:pt x="389197" y="359436"/>
                      <a:pt x="341533" y="359436"/>
                    </a:cubicBezTo>
                    <a:lnTo>
                      <a:pt x="179718" y="359436"/>
                    </a:lnTo>
                    <a:cubicBezTo>
                      <a:pt x="132054" y="359436"/>
                      <a:pt x="86342" y="340502"/>
                      <a:pt x="52638" y="306798"/>
                    </a:cubicBezTo>
                    <a:cubicBezTo>
                      <a:pt x="18935" y="273094"/>
                      <a:pt x="0" y="227382"/>
                      <a:pt x="0" y="179718"/>
                    </a:cubicBezTo>
                    <a:lnTo>
                      <a:pt x="0" y="179718"/>
                    </a:lnTo>
                    <a:cubicBezTo>
                      <a:pt x="0" y="132054"/>
                      <a:pt x="18935" y="86342"/>
                      <a:pt x="52638" y="52638"/>
                    </a:cubicBezTo>
                    <a:cubicBezTo>
                      <a:pt x="86342" y="18935"/>
                      <a:pt x="132054" y="0"/>
                      <a:pt x="179718" y="0"/>
                    </a:cubicBezTo>
                    <a:close/>
                  </a:path>
                </a:pathLst>
              </a:custGeom>
              <a:solidFill>
                <a:srgbClr val="5170FF"/>
              </a:solidFill>
              <a:ln cap="rnd">
                <a:noFill/>
                <a:prstDash val="solid"/>
                <a:round/>
              </a:ln>
            </p:spPr>
          </p:sp>
          <p:sp>
            <p:nvSpPr>
              <p:cNvPr name="TextBox 14" id="14"/>
              <p:cNvSpPr txBox="true"/>
              <p:nvPr/>
            </p:nvSpPr>
            <p:spPr>
              <a:xfrm>
                <a:off x="0" y="-38100"/>
                <a:ext cx="521251" cy="397536"/>
              </a:xfrm>
              <a:prstGeom prst="rect">
                <a:avLst/>
              </a:prstGeom>
            </p:spPr>
            <p:txBody>
              <a:bodyPr anchor="ctr" rtlCol="false" tIns="48220" lIns="48220" bIns="48220" rIns="48220"/>
              <a:lstStyle/>
              <a:p>
                <a:pPr algn="ctr" marL="0" indent="0" lvl="0">
                  <a:lnSpc>
                    <a:spcPts val="1853"/>
                  </a:lnSpc>
                  <a:spcBef>
                    <a:spcPct val="0"/>
                  </a:spcBef>
                </a:pPr>
              </a:p>
              <a:p>
                <a:pPr algn="ctr" marL="0" indent="0" lvl="0">
                  <a:lnSpc>
                    <a:spcPts val="1853"/>
                  </a:lnSpc>
                  <a:spcBef>
                    <a:spcPct val="0"/>
                  </a:spcBef>
                </a:pPr>
              </a:p>
              <a:p>
                <a:pPr algn="ctr" marL="0" indent="0" lvl="0">
                  <a:lnSpc>
                    <a:spcPts val="1853"/>
                  </a:lnSpc>
                  <a:spcBef>
                    <a:spcPct val="0"/>
                  </a:spcBef>
                </a:pPr>
              </a:p>
            </p:txBody>
          </p:sp>
        </p:grpSp>
      </p:grpSp>
      <p:grpSp>
        <p:nvGrpSpPr>
          <p:cNvPr name="Group 15" id="15"/>
          <p:cNvGrpSpPr/>
          <p:nvPr/>
        </p:nvGrpSpPr>
        <p:grpSpPr>
          <a:xfrm rot="0">
            <a:off x="820604" y="696061"/>
            <a:ext cx="12829802" cy="762000"/>
            <a:chOff x="0" y="0"/>
            <a:chExt cx="17106403" cy="1016000"/>
          </a:xfrm>
        </p:grpSpPr>
        <p:sp>
          <p:nvSpPr>
            <p:cNvPr name="TextBox 16" id="16"/>
            <p:cNvSpPr txBox="true"/>
            <p:nvPr/>
          </p:nvSpPr>
          <p:spPr>
            <a:xfrm rot="0">
              <a:off x="712750" y="76200"/>
              <a:ext cx="16393653" cy="939800"/>
            </a:xfrm>
            <a:prstGeom prst="rect">
              <a:avLst/>
            </a:prstGeom>
          </p:spPr>
          <p:txBody>
            <a:bodyPr anchor="t" rtlCol="false" tIns="0" lIns="0" bIns="0" rIns="0">
              <a:spAutoFit/>
            </a:bodyPr>
            <a:lstStyle/>
            <a:p>
              <a:pPr algn="l" marL="0" indent="0" lvl="0">
                <a:lnSpc>
                  <a:spcPts val="5100"/>
                </a:lnSpc>
                <a:spcBef>
                  <a:spcPct val="0"/>
                </a:spcBef>
              </a:pPr>
              <a:r>
                <a:rPr lang="en-US" b="true" sz="5000" spc="-100" strike="noStrike" u="none">
                  <a:solidFill>
                    <a:srgbClr val="FFFFFF"/>
                  </a:solidFill>
                  <a:latin typeface="프리젠테이션 Bold"/>
                  <a:ea typeface="프리젠테이션 Bold"/>
                  <a:cs typeface="프리젠테이션 Bold"/>
                  <a:sym typeface="프리젠테이션 Bold"/>
                </a:rPr>
                <a:t>오늘의 시간표</a:t>
              </a:r>
            </a:p>
          </p:txBody>
        </p:sp>
        <p:sp>
          <p:nvSpPr>
            <p:cNvPr name="Freeform 17" id="17"/>
            <p:cNvSpPr/>
            <p:nvPr/>
          </p:nvSpPr>
          <p:spPr>
            <a:xfrm flipH="false" flipV="false" rot="0">
              <a:off x="0" y="284846"/>
              <a:ext cx="446308" cy="446308"/>
            </a:xfrm>
            <a:custGeom>
              <a:avLst/>
              <a:gdLst/>
              <a:ahLst/>
              <a:cxnLst/>
              <a:rect r="r" b="b" t="t" l="l"/>
              <a:pathLst>
                <a:path h="446308" w="446308">
                  <a:moveTo>
                    <a:pt x="0" y="0"/>
                  </a:moveTo>
                  <a:lnTo>
                    <a:pt x="446308" y="0"/>
                  </a:lnTo>
                  <a:lnTo>
                    <a:pt x="446308" y="446308"/>
                  </a:lnTo>
                  <a:lnTo>
                    <a:pt x="0" y="446308"/>
                  </a:lnTo>
                  <a:lnTo>
                    <a:pt x="0" y="0"/>
                  </a:lnTo>
                  <a:close/>
                </a:path>
              </a:pathLst>
            </a:custGeom>
            <a:blipFill>
              <a:blip r:embed="rId3">
                <a:extLst>
                  <a:ext uri="{96DAC541-7B7A-43D3-8B79-37D633B846F1}">
                    <asvg:svgBlip xmlns:asvg="http://schemas.microsoft.com/office/drawing/2016/SVG/main" r:embed="rId4"/>
                  </a:ext>
                </a:extLst>
              </a:blip>
              <a:stretch>
                <a:fillRect l="0" t="0" r="0" b="0"/>
              </a:stretch>
            </a:blipFill>
          </p:spPr>
        </p:sp>
      </p:grpSp>
      <p:graphicFrame>
        <p:nvGraphicFramePr>
          <p:cNvPr name="Table 18" id="18"/>
          <p:cNvGraphicFramePr>
            <a:graphicFrameLocks noGrp="true"/>
          </p:cNvGraphicFramePr>
          <p:nvPr/>
        </p:nvGraphicFramePr>
        <p:xfrm>
          <a:off x="1717296" y="3187045"/>
          <a:ext cx="14853407" cy="4261327"/>
        </p:xfrm>
        <a:graphic>
          <a:graphicData uri="http://schemas.openxmlformats.org/drawingml/2006/table">
            <a:tbl>
              <a:tblPr/>
              <a:tblGrid>
                <a:gridCol w="3495006"/>
                <a:gridCol w="2021978"/>
                <a:gridCol w="9336423"/>
              </a:tblGrid>
              <a:tr h="899743">
                <a:tc>
                  <a:txBody>
                    <a:bodyPr anchor="t" rtlCol="false"/>
                    <a:lstStyle/>
                    <a:p>
                      <a:pPr algn="ctr" marL="0" indent="0" lvl="0">
                        <a:lnSpc>
                          <a:spcPts val="3359"/>
                        </a:lnSpc>
                        <a:spcBef>
                          <a:spcPct val="0"/>
                        </a:spcBef>
                        <a:defRPr/>
                      </a:pPr>
                      <a:r>
                        <a:rPr lang="en-US" b="true" sz="2400" strike="noStrike" u="none">
                          <a:solidFill>
                            <a:srgbClr val="FEFEFE"/>
                          </a:solidFill>
                          <a:latin typeface="프리젠테이션 Bold"/>
                          <a:ea typeface="프리젠테이션 Bold"/>
                          <a:cs typeface="프리젠테이션 Bold"/>
                          <a:sym typeface="프리젠테이션 Bold"/>
                        </a:rPr>
                        <a:t>파트</a:t>
                      </a:r>
                      <a:endParaRPr lang="en-US" sz="1100"/>
                    </a:p>
                  </a:txBody>
                  <a:tcPr marL="190500" marR="190500" marT="190500" marB="190500" anchor="ctr">
                    <a:lnL cmpd="sng" algn="ctr" cap="flat" w="9525">
                      <a:solidFill>
                        <a:srgbClr val="747EA3"/>
                      </a:solidFill>
                      <a:prstDash val="solid"/>
                      <a:round/>
                      <a:headEnd type="none" w="med" len="med"/>
                      <a:tailEnd type="none" w="med" len="med"/>
                    </a:lnL>
                    <a:lnR cmpd="sng" algn="ctr" cap="flat" w="9525">
                      <a:solidFill>
                        <a:srgbClr val="747EA3"/>
                      </a:solidFill>
                      <a:prstDash val="solid"/>
                      <a:round/>
                      <a:headEnd type="none" w="med" len="med"/>
                      <a:tailEnd type="none" w="med" len="med"/>
                    </a:lnR>
                    <a:lnT cmpd="sng" algn="ctr" cap="flat" w="9525">
                      <a:solidFill>
                        <a:srgbClr val="747EA3"/>
                      </a:solidFill>
                      <a:prstDash val="solid"/>
                      <a:round/>
                      <a:headEnd type="none" w="med" len="med"/>
                      <a:tailEnd type="none" w="med" len="med"/>
                    </a:lnT>
                    <a:lnB cmpd="sng" algn="ctr" cap="flat" w="9525">
                      <a:solidFill>
                        <a:srgbClr val="747EA3"/>
                      </a:solidFill>
                      <a:prstDash val="solid"/>
                      <a:round/>
                      <a:headEnd type="none" w="med" len="med"/>
                      <a:tailEnd type="none" w="med" len="med"/>
                    </a:lnB>
                    <a:solidFill>
                      <a:srgbClr val="5170FF"/>
                    </a:solidFill>
                  </a:tcPr>
                </a:tc>
                <a:tc>
                  <a:txBody>
                    <a:bodyPr anchor="t" rtlCol="false"/>
                    <a:lstStyle/>
                    <a:p>
                      <a:pPr algn="ctr" marL="0" indent="0" lvl="0">
                        <a:lnSpc>
                          <a:spcPts val="3359"/>
                        </a:lnSpc>
                        <a:spcBef>
                          <a:spcPct val="0"/>
                        </a:spcBef>
                        <a:defRPr/>
                      </a:pPr>
                      <a:r>
                        <a:rPr lang="en-US" b="true" sz="2400" strike="noStrike" u="none">
                          <a:solidFill>
                            <a:srgbClr val="FEFEFE"/>
                          </a:solidFill>
                          <a:latin typeface="프리젠테이션 Bold"/>
                          <a:ea typeface="프리젠테이션 Bold"/>
                          <a:cs typeface="프리젠테이션 Bold"/>
                          <a:sym typeface="프리젠테이션 Bold"/>
                        </a:rPr>
                        <a:t>시간</a:t>
                      </a:r>
                      <a:endParaRPr lang="en-US" sz="1100"/>
                    </a:p>
                  </a:txBody>
                  <a:tcPr marL="190500" marR="190500" marT="190500" marB="190500" anchor="ctr">
                    <a:lnL cmpd="sng" algn="ctr" cap="flat" w="9525">
                      <a:solidFill>
                        <a:srgbClr val="747EA3"/>
                      </a:solidFill>
                      <a:prstDash val="solid"/>
                      <a:round/>
                      <a:headEnd type="none" w="med" len="med"/>
                      <a:tailEnd type="none" w="med" len="med"/>
                    </a:lnL>
                    <a:lnR cmpd="sng" algn="ctr" cap="flat" w="9525">
                      <a:solidFill>
                        <a:srgbClr val="747EA3"/>
                      </a:solidFill>
                      <a:prstDash val="solid"/>
                      <a:round/>
                      <a:headEnd type="none" w="med" len="med"/>
                      <a:tailEnd type="none" w="med" len="med"/>
                    </a:lnR>
                    <a:lnT cmpd="sng" algn="ctr" cap="flat" w="9525">
                      <a:solidFill>
                        <a:srgbClr val="747EA3"/>
                      </a:solidFill>
                      <a:prstDash val="solid"/>
                      <a:round/>
                      <a:headEnd type="none" w="med" len="med"/>
                      <a:tailEnd type="none" w="med" len="med"/>
                    </a:lnT>
                    <a:lnB cmpd="sng" algn="ctr" cap="flat" w="9525">
                      <a:solidFill>
                        <a:srgbClr val="747EA3"/>
                      </a:solidFill>
                      <a:prstDash val="solid"/>
                      <a:round/>
                      <a:headEnd type="none" w="med" len="med"/>
                      <a:tailEnd type="none" w="med" len="med"/>
                    </a:lnB>
                    <a:solidFill>
                      <a:srgbClr val="5170FF"/>
                    </a:solidFill>
                  </a:tcPr>
                </a:tc>
                <a:tc>
                  <a:txBody>
                    <a:bodyPr anchor="t" rtlCol="false"/>
                    <a:lstStyle/>
                    <a:p>
                      <a:pPr algn="ctr" marL="0" indent="0" lvl="0">
                        <a:lnSpc>
                          <a:spcPts val="3359"/>
                        </a:lnSpc>
                        <a:spcBef>
                          <a:spcPct val="0"/>
                        </a:spcBef>
                        <a:defRPr/>
                      </a:pPr>
                      <a:r>
                        <a:rPr lang="en-US" b="true" sz="2400" strike="noStrike" u="none">
                          <a:solidFill>
                            <a:srgbClr val="FEFEFE"/>
                          </a:solidFill>
                          <a:latin typeface="프리젠테이션 Bold"/>
                          <a:ea typeface="프리젠테이션 Bold"/>
                          <a:cs typeface="프리젠테이션 Bold"/>
                          <a:sym typeface="프리젠테이션 Bold"/>
                        </a:rPr>
                        <a:t>내용</a:t>
                      </a:r>
                      <a:endParaRPr lang="en-US" sz="1100"/>
                    </a:p>
                  </a:txBody>
                  <a:tcPr marL="190500" marR="190500" marT="190500" marB="190500" anchor="ctr">
                    <a:lnL cmpd="sng" algn="ctr" cap="flat" w="9525">
                      <a:solidFill>
                        <a:srgbClr val="747EA3"/>
                      </a:solidFill>
                      <a:prstDash val="solid"/>
                      <a:round/>
                      <a:headEnd type="none" w="med" len="med"/>
                      <a:tailEnd type="none" w="med" len="med"/>
                    </a:lnL>
                    <a:lnR cmpd="sng" algn="ctr" cap="flat" w="9525">
                      <a:solidFill>
                        <a:srgbClr val="747EA3"/>
                      </a:solidFill>
                      <a:prstDash val="solid"/>
                      <a:round/>
                      <a:headEnd type="none" w="med" len="med"/>
                      <a:tailEnd type="none" w="med" len="med"/>
                    </a:lnR>
                    <a:lnT cmpd="sng" algn="ctr" cap="flat" w="9525">
                      <a:solidFill>
                        <a:srgbClr val="747EA3"/>
                      </a:solidFill>
                      <a:prstDash val="solid"/>
                      <a:round/>
                      <a:headEnd type="none" w="med" len="med"/>
                      <a:tailEnd type="none" w="med" len="med"/>
                    </a:lnT>
                    <a:lnB cmpd="sng" algn="ctr" cap="flat" w="9525">
                      <a:solidFill>
                        <a:srgbClr val="747EA3"/>
                      </a:solidFill>
                      <a:prstDash val="solid"/>
                      <a:round/>
                      <a:headEnd type="none" w="med" len="med"/>
                      <a:tailEnd type="none" w="med" len="med"/>
                    </a:lnB>
                    <a:solidFill>
                      <a:srgbClr val="5170FF"/>
                    </a:solidFill>
                  </a:tcPr>
                </a:tc>
              </a:tr>
              <a:tr h="1099102">
                <a:tc>
                  <a:txBody>
                    <a:bodyPr anchor="t" rtlCol="false"/>
                    <a:lstStyle/>
                    <a:p>
                      <a:pPr algn="ctr" marL="0" indent="0" lvl="0">
                        <a:lnSpc>
                          <a:spcPts val="2800"/>
                        </a:lnSpc>
                        <a:spcBef>
                          <a:spcPct val="0"/>
                        </a:spcBef>
                        <a:defRPr/>
                      </a:pPr>
                      <a:r>
                        <a:rPr lang="en-US" b="true" sz="2000" strike="noStrike" u="none">
                          <a:solidFill>
                            <a:srgbClr val="333333"/>
                          </a:solidFill>
                          <a:latin typeface="프리젠테이션 Bold"/>
                          <a:ea typeface="프리젠테이션 Bold"/>
                          <a:cs typeface="프리젠테이션 Bold"/>
                          <a:sym typeface="프리젠테이션 Bold"/>
                        </a:rPr>
                        <a:t>① 프롬프트</a:t>
                      </a:r>
                      <a:endParaRPr lang="en-US" sz="1100"/>
                    </a:p>
                  </a:txBody>
                  <a:tcPr marL="190500" marR="190500" marT="190500" marB="190500" anchor="ctr">
                    <a:lnL cmpd="sng" algn="ctr" cap="flat" w="9525">
                      <a:solidFill>
                        <a:srgbClr val="747EA3"/>
                      </a:solidFill>
                      <a:prstDash val="solid"/>
                      <a:round/>
                      <a:headEnd type="none" w="med" len="med"/>
                      <a:tailEnd type="none" w="med" len="med"/>
                    </a:lnL>
                    <a:lnR cmpd="sng" algn="ctr" cap="flat" w="9525">
                      <a:solidFill>
                        <a:srgbClr val="747EA3"/>
                      </a:solidFill>
                      <a:prstDash val="solid"/>
                      <a:round/>
                      <a:headEnd type="none" w="med" len="med"/>
                      <a:tailEnd type="none" w="med" len="med"/>
                    </a:lnR>
                    <a:lnT cmpd="sng" algn="ctr" cap="flat" w="9525">
                      <a:solidFill>
                        <a:srgbClr val="747EA3"/>
                      </a:solidFill>
                      <a:prstDash val="solid"/>
                      <a:round/>
                      <a:headEnd type="none" w="med" len="med"/>
                      <a:tailEnd type="none" w="med" len="med"/>
                    </a:lnT>
                    <a:lnB cmpd="sng" algn="ctr" cap="flat" w="9525">
                      <a:solidFill>
                        <a:srgbClr val="747EA3"/>
                      </a:solidFill>
                      <a:prstDash val="solid"/>
                      <a:round/>
                      <a:headEnd type="none" w="med" len="med"/>
                      <a:tailEnd type="none" w="med" len="med"/>
                    </a:lnB>
                    <a:solidFill>
                      <a:srgbClr val="F5F5F5"/>
                    </a:solidFill>
                  </a:tcPr>
                </a:tc>
                <a:tc>
                  <a:txBody>
                    <a:bodyPr anchor="t" rtlCol="false"/>
                    <a:lstStyle/>
                    <a:p>
                      <a:pPr algn="ctr" marL="0" indent="0" lvl="0">
                        <a:lnSpc>
                          <a:spcPts val="2520"/>
                        </a:lnSpc>
                        <a:spcBef>
                          <a:spcPct val="0"/>
                        </a:spcBef>
                        <a:defRPr/>
                      </a:pPr>
                      <a:r>
                        <a:rPr lang="en-US" b="true" sz="1800" strike="noStrike" u="none">
                          <a:solidFill>
                            <a:srgbClr val="FF0000"/>
                          </a:solidFill>
                          <a:latin typeface="프리젠테이션 Bold"/>
                          <a:ea typeface="프리젠테이션 Bold"/>
                          <a:cs typeface="프리젠테이션 Bold"/>
                          <a:sym typeface="프리젠테이션 Bold"/>
                        </a:rPr>
                        <a:t>19:00 ~19:30</a:t>
                      </a:r>
                      <a:endParaRPr lang="en-US" sz="1100"/>
                    </a:p>
                  </a:txBody>
                  <a:tcPr marL="190500" marR="190500" marT="190500" marB="190500" anchor="ctr">
                    <a:lnL cmpd="sng" algn="ctr" cap="flat" w="9525">
                      <a:solidFill>
                        <a:srgbClr val="747EA3"/>
                      </a:solidFill>
                      <a:prstDash val="solid"/>
                      <a:round/>
                      <a:headEnd type="none" w="med" len="med"/>
                      <a:tailEnd type="none" w="med" len="med"/>
                    </a:lnL>
                    <a:lnR cmpd="sng" algn="ctr" cap="flat" w="9525">
                      <a:solidFill>
                        <a:srgbClr val="747EA3"/>
                      </a:solidFill>
                      <a:prstDash val="solid"/>
                      <a:round/>
                      <a:headEnd type="none" w="med" len="med"/>
                      <a:tailEnd type="none" w="med" len="med"/>
                    </a:lnR>
                    <a:lnT cmpd="sng" algn="ctr" cap="flat" w="9525">
                      <a:solidFill>
                        <a:srgbClr val="747EA3"/>
                      </a:solidFill>
                      <a:prstDash val="solid"/>
                      <a:round/>
                      <a:headEnd type="none" w="med" len="med"/>
                      <a:tailEnd type="none" w="med" len="med"/>
                    </a:lnT>
                    <a:lnB cmpd="sng" algn="ctr" cap="flat" w="9525">
                      <a:solidFill>
                        <a:srgbClr val="747EA3"/>
                      </a:solidFill>
                      <a:prstDash val="solid"/>
                      <a:round/>
                      <a:headEnd type="none" w="med" len="med"/>
                      <a:tailEnd type="none" w="med" len="med"/>
                    </a:lnB>
                  </a:tcPr>
                </a:tc>
                <a:tc>
                  <a:txBody>
                    <a:bodyPr anchor="t" rtlCol="false"/>
                    <a:lstStyle/>
                    <a:p>
                      <a:pPr algn="ctr" marL="0" indent="0" lvl="0">
                        <a:lnSpc>
                          <a:spcPts val="2800"/>
                        </a:lnSpc>
                        <a:spcBef>
                          <a:spcPct val="0"/>
                        </a:spcBef>
                        <a:defRPr/>
                      </a:pPr>
                      <a:r>
                        <a:rPr lang="en-US" sz="2000" strike="noStrike" u="none">
                          <a:solidFill>
                            <a:srgbClr val="333333"/>
                          </a:solidFill>
                          <a:latin typeface="프리젠테이션"/>
                          <a:ea typeface="프리젠테이션"/>
                          <a:cs typeface="프리젠테이션"/>
                          <a:sym typeface="프리젠테이션"/>
                        </a:rPr>
                        <a:t>필수 개념, 5대 원칙, 기법 + 실습 1  →  🍵 10분 휴식</a:t>
                      </a:r>
                      <a:endParaRPr lang="en-US" sz="1100"/>
                    </a:p>
                  </a:txBody>
                  <a:tcPr marL="190500" marR="190500" marT="190500" marB="190500" anchor="ctr">
                    <a:lnL cmpd="sng" algn="ctr" cap="flat" w="9525">
                      <a:solidFill>
                        <a:srgbClr val="747EA3"/>
                      </a:solidFill>
                      <a:prstDash val="solid"/>
                      <a:round/>
                      <a:headEnd type="none" w="med" len="med"/>
                      <a:tailEnd type="none" w="med" len="med"/>
                    </a:lnL>
                    <a:lnR cmpd="sng" algn="ctr" cap="flat" w="9525">
                      <a:solidFill>
                        <a:srgbClr val="747EA3"/>
                      </a:solidFill>
                      <a:prstDash val="solid"/>
                      <a:round/>
                      <a:headEnd type="none" w="med" len="med"/>
                      <a:tailEnd type="none" w="med" len="med"/>
                    </a:lnR>
                    <a:lnT cmpd="sng" algn="ctr" cap="flat" w="9525">
                      <a:solidFill>
                        <a:srgbClr val="747EA3"/>
                      </a:solidFill>
                      <a:prstDash val="solid"/>
                      <a:round/>
                      <a:headEnd type="none" w="med" len="med"/>
                      <a:tailEnd type="none" w="med" len="med"/>
                    </a:lnT>
                    <a:lnB cmpd="sng" algn="ctr" cap="flat" w="9525">
                      <a:solidFill>
                        <a:srgbClr val="747EA3"/>
                      </a:solidFill>
                      <a:prstDash val="solid"/>
                      <a:round/>
                      <a:headEnd type="none" w="med" len="med"/>
                      <a:tailEnd type="none" w="med" len="med"/>
                    </a:lnB>
                  </a:tcPr>
                </a:tc>
              </a:tr>
              <a:tr h="754161">
                <a:tc>
                  <a:txBody>
                    <a:bodyPr anchor="t" rtlCol="false"/>
                    <a:lstStyle/>
                    <a:p>
                      <a:pPr algn="ctr" marL="0" indent="0" lvl="0">
                        <a:lnSpc>
                          <a:spcPts val="2800"/>
                        </a:lnSpc>
                        <a:spcBef>
                          <a:spcPct val="0"/>
                        </a:spcBef>
                        <a:defRPr/>
                      </a:pPr>
                      <a:r>
                        <a:rPr lang="en-US" b="true" sz="2000" strike="noStrike" u="none">
                          <a:solidFill>
                            <a:srgbClr val="333333"/>
                          </a:solidFill>
                          <a:latin typeface="프리젠테이션 Bold"/>
                          <a:ea typeface="프리젠테이션 Bold"/>
                          <a:cs typeface="프리젠테이션 Bold"/>
                          <a:sym typeface="프리젠테이션 Bold"/>
                        </a:rPr>
                        <a:t>② 컨텍스트</a:t>
                      </a:r>
                      <a:endParaRPr lang="en-US" sz="1100"/>
                    </a:p>
                  </a:txBody>
                  <a:tcPr marL="190500" marR="190500" marT="190500" marB="190500" anchor="ctr">
                    <a:lnL cmpd="sng" algn="ctr" cap="flat" w="9525">
                      <a:solidFill>
                        <a:srgbClr val="747EA3"/>
                      </a:solidFill>
                      <a:prstDash val="solid"/>
                      <a:round/>
                      <a:headEnd type="none" w="med" len="med"/>
                      <a:tailEnd type="none" w="med" len="med"/>
                    </a:lnL>
                    <a:lnR cmpd="sng" algn="ctr" cap="flat" w="9525">
                      <a:solidFill>
                        <a:srgbClr val="747EA3"/>
                      </a:solidFill>
                      <a:prstDash val="solid"/>
                      <a:round/>
                      <a:headEnd type="none" w="med" len="med"/>
                      <a:tailEnd type="none" w="med" len="med"/>
                    </a:lnR>
                    <a:lnT cmpd="sng" algn="ctr" cap="flat" w="9525">
                      <a:solidFill>
                        <a:srgbClr val="747EA3"/>
                      </a:solidFill>
                      <a:prstDash val="solid"/>
                      <a:round/>
                      <a:headEnd type="none" w="med" len="med"/>
                      <a:tailEnd type="none" w="med" len="med"/>
                    </a:lnT>
                    <a:lnB cmpd="sng" algn="ctr" cap="flat" w="9525">
                      <a:solidFill>
                        <a:srgbClr val="747EA3"/>
                      </a:solidFill>
                      <a:prstDash val="solid"/>
                      <a:round/>
                      <a:headEnd type="none" w="med" len="med"/>
                      <a:tailEnd type="none" w="med" len="med"/>
                    </a:lnB>
                    <a:solidFill>
                      <a:srgbClr val="F5F5F5"/>
                    </a:solidFill>
                  </a:tcPr>
                </a:tc>
                <a:tc>
                  <a:txBody>
                    <a:bodyPr anchor="t" rtlCol="false"/>
                    <a:lstStyle/>
                    <a:p>
                      <a:pPr algn="ctr" marL="0" indent="0" lvl="0">
                        <a:lnSpc>
                          <a:spcPts val="2520"/>
                        </a:lnSpc>
                        <a:spcBef>
                          <a:spcPct val="0"/>
                        </a:spcBef>
                        <a:defRPr/>
                      </a:pPr>
                      <a:r>
                        <a:rPr lang="en-US" b="true" sz="1800" strike="noStrike" u="none">
                          <a:solidFill>
                            <a:srgbClr val="FF0000"/>
                          </a:solidFill>
                          <a:latin typeface="프리젠테이션 Bold"/>
                          <a:ea typeface="프리젠테이션 Bold"/>
                          <a:cs typeface="프리젠테이션 Bold"/>
                          <a:sym typeface="프리젠테이션 Bold"/>
                        </a:rPr>
                        <a:t>19:40 ~20:10</a:t>
                      </a:r>
                      <a:endParaRPr lang="en-US" sz="1100"/>
                    </a:p>
                  </a:txBody>
                  <a:tcPr marL="190500" marR="190500" marT="190500" marB="190500" anchor="ctr">
                    <a:lnL cmpd="sng" algn="ctr" cap="flat" w="9525">
                      <a:solidFill>
                        <a:srgbClr val="747EA3"/>
                      </a:solidFill>
                      <a:prstDash val="solid"/>
                      <a:round/>
                      <a:headEnd type="none" w="med" len="med"/>
                      <a:tailEnd type="none" w="med" len="med"/>
                    </a:lnL>
                    <a:lnR cmpd="sng" algn="ctr" cap="flat" w="9525">
                      <a:solidFill>
                        <a:srgbClr val="747EA3"/>
                      </a:solidFill>
                      <a:prstDash val="solid"/>
                      <a:round/>
                      <a:headEnd type="none" w="med" len="med"/>
                      <a:tailEnd type="none" w="med" len="med"/>
                    </a:lnR>
                    <a:lnT cmpd="sng" algn="ctr" cap="flat" w="9525">
                      <a:solidFill>
                        <a:srgbClr val="747EA3"/>
                      </a:solidFill>
                      <a:prstDash val="solid"/>
                      <a:round/>
                      <a:headEnd type="none" w="med" len="med"/>
                      <a:tailEnd type="none" w="med" len="med"/>
                    </a:lnT>
                    <a:lnB cmpd="sng" algn="ctr" cap="flat" w="9525">
                      <a:solidFill>
                        <a:srgbClr val="747EA3"/>
                      </a:solidFill>
                      <a:prstDash val="solid"/>
                      <a:round/>
                      <a:headEnd type="none" w="med" len="med"/>
                      <a:tailEnd type="none" w="med" len="med"/>
                    </a:lnB>
                  </a:tcPr>
                </a:tc>
                <a:tc>
                  <a:txBody>
                    <a:bodyPr anchor="t" rtlCol="false"/>
                    <a:lstStyle/>
                    <a:p>
                      <a:pPr algn="ctr" marL="0" indent="0" lvl="0">
                        <a:lnSpc>
                          <a:spcPts val="2800"/>
                        </a:lnSpc>
                        <a:spcBef>
                          <a:spcPct val="0"/>
                        </a:spcBef>
                        <a:defRPr/>
                      </a:pPr>
                      <a:r>
                        <a:rPr lang="en-US" sz="2000" strike="noStrike" u="none">
                          <a:solidFill>
                            <a:srgbClr val="333333"/>
                          </a:solidFill>
                          <a:latin typeface="프리젠테이션"/>
                          <a:ea typeface="프리젠테이션"/>
                          <a:cs typeface="프리젠테이션"/>
                          <a:sym typeface="프리젠테이션"/>
                        </a:rPr>
                        <a:t>TCREI 프레임워크 + 실습 2  →  🍵 10분 휴식</a:t>
                      </a:r>
                      <a:endParaRPr lang="en-US" sz="1100"/>
                    </a:p>
                  </a:txBody>
                  <a:tcPr marL="190500" marR="190500" marT="190500" marB="190500" anchor="ctr">
                    <a:lnL cmpd="sng" algn="ctr" cap="flat" w="9525">
                      <a:solidFill>
                        <a:srgbClr val="747EA3"/>
                      </a:solidFill>
                      <a:prstDash val="solid"/>
                      <a:round/>
                      <a:headEnd type="none" w="med" len="med"/>
                      <a:tailEnd type="none" w="med" len="med"/>
                    </a:lnL>
                    <a:lnR cmpd="sng" algn="ctr" cap="flat" w="9525">
                      <a:solidFill>
                        <a:srgbClr val="747EA3"/>
                      </a:solidFill>
                      <a:prstDash val="solid"/>
                      <a:round/>
                      <a:headEnd type="none" w="med" len="med"/>
                      <a:tailEnd type="none" w="med" len="med"/>
                    </a:lnR>
                    <a:lnT cmpd="sng" algn="ctr" cap="flat" w="9525">
                      <a:solidFill>
                        <a:srgbClr val="747EA3"/>
                      </a:solidFill>
                      <a:prstDash val="solid"/>
                      <a:round/>
                      <a:headEnd type="none" w="med" len="med"/>
                      <a:tailEnd type="none" w="med" len="med"/>
                    </a:lnT>
                    <a:lnB cmpd="sng" algn="ctr" cap="flat" w="9525">
                      <a:solidFill>
                        <a:srgbClr val="747EA3"/>
                      </a:solidFill>
                      <a:prstDash val="solid"/>
                      <a:round/>
                      <a:headEnd type="none" w="med" len="med"/>
                      <a:tailEnd type="none" w="med" len="med"/>
                    </a:lnB>
                  </a:tcPr>
                </a:tc>
              </a:tr>
              <a:tr h="754161">
                <a:tc>
                  <a:txBody>
                    <a:bodyPr anchor="t" rtlCol="false"/>
                    <a:lstStyle/>
                    <a:p>
                      <a:pPr algn="ctr" marL="0" indent="0" lvl="0">
                        <a:lnSpc>
                          <a:spcPts val="2800"/>
                        </a:lnSpc>
                        <a:spcBef>
                          <a:spcPct val="0"/>
                        </a:spcBef>
                        <a:defRPr/>
                      </a:pPr>
                      <a:r>
                        <a:rPr lang="en-US" b="true" sz="2000" strike="noStrike" u="none">
                          <a:solidFill>
                            <a:srgbClr val="333333"/>
                          </a:solidFill>
                          <a:latin typeface="프리젠테이션 Bold"/>
                          <a:ea typeface="프리젠테이션 Bold"/>
                          <a:cs typeface="프리젠테이션 Bold"/>
                          <a:sym typeface="프리젠테이션 Bold"/>
                        </a:rPr>
                        <a:t>③ 하네스 · 루프</a:t>
                      </a:r>
                      <a:endParaRPr lang="en-US" sz="1100"/>
                    </a:p>
                  </a:txBody>
                  <a:tcPr marL="190500" marR="190500" marT="190500" marB="190500" anchor="ctr">
                    <a:lnL cmpd="sng" algn="ctr" cap="flat" w="9525">
                      <a:solidFill>
                        <a:srgbClr val="747EA3"/>
                      </a:solidFill>
                      <a:prstDash val="solid"/>
                      <a:round/>
                      <a:headEnd type="none" w="med" len="med"/>
                      <a:tailEnd type="none" w="med" len="med"/>
                    </a:lnL>
                    <a:lnR cmpd="sng" algn="ctr" cap="flat" w="9525">
                      <a:solidFill>
                        <a:srgbClr val="747EA3"/>
                      </a:solidFill>
                      <a:prstDash val="solid"/>
                      <a:round/>
                      <a:headEnd type="none" w="med" len="med"/>
                      <a:tailEnd type="none" w="med" len="med"/>
                    </a:lnR>
                    <a:lnT cmpd="sng" algn="ctr" cap="flat" w="9525">
                      <a:solidFill>
                        <a:srgbClr val="747EA3"/>
                      </a:solidFill>
                      <a:prstDash val="solid"/>
                      <a:round/>
                      <a:headEnd type="none" w="med" len="med"/>
                      <a:tailEnd type="none" w="med" len="med"/>
                    </a:lnT>
                    <a:lnB cmpd="sng" algn="ctr" cap="flat" w="9525">
                      <a:solidFill>
                        <a:srgbClr val="747EA3"/>
                      </a:solidFill>
                      <a:prstDash val="solid"/>
                      <a:round/>
                      <a:headEnd type="none" w="med" len="med"/>
                      <a:tailEnd type="none" w="med" len="med"/>
                    </a:lnB>
                    <a:solidFill>
                      <a:srgbClr val="F5F5F5"/>
                    </a:solidFill>
                  </a:tcPr>
                </a:tc>
                <a:tc>
                  <a:txBody>
                    <a:bodyPr anchor="t" rtlCol="false"/>
                    <a:lstStyle/>
                    <a:p>
                      <a:pPr algn="ctr" marL="0" indent="0" lvl="0">
                        <a:lnSpc>
                          <a:spcPts val="2520"/>
                        </a:lnSpc>
                        <a:spcBef>
                          <a:spcPct val="0"/>
                        </a:spcBef>
                        <a:defRPr/>
                      </a:pPr>
                      <a:r>
                        <a:rPr lang="en-US" b="true" sz="1800" strike="noStrike" u="none">
                          <a:solidFill>
                            <a:srgbClr val="FF0000"/>
                          </a:solidFill>
                          <a:latin typeface="프리젠테이션 Bold"/>
                          <a:ea typeface="프리젠테이션 Bold"/>
                          <a:cs typeface="프리젠테이션 Bold"/>
                          <a:sym typeface="프리젠테이션 Bold"/>
                        </a:rPr>
                        <a:t>20:20 ~20:50</a:t>
                      </a:r>
                      <a:endParaRPr lang="en-US" sz="1100"/>
                    </a:p>
                  </a:txBody>
                  <a:tcPr marL="190500" marR="190500" marT="190500" marB="190500" anchor="ctr">
                    <a:lnL cmpd="sng" algn="ctr" cap="flat" w="9525">
                      <a:solidFill>
                        <a:srgbClr val="747EA3"/>
                      </a:solidFill>
                      <a:prstDash val="solid"/>
                      <a:round/>
                      <a:headEnd type="none" w="med" len="med"/>
                      <a:tailEnd type="none" w="med" len="med"/>
                    </a:lnL>
                    <a:lnR cmpd="sng" algn="ctr" cap="flat" w="9525">
                      <a:solidFill>
                        <a:srgbClr val="747EA3"/>
                      </a:solidFill>
                      <a:prstDash val="solid"/>
                      <a:round/>
                      <a:headEnd type="none" w="med" len="med"/>
                      <a:tailEnd type="none" w="med" len="med"/>
                    </a:lnR>
                    <a:lnT cmpd="sng" algn="ctr" cap="flat" w="9525">
                      <a:solidFill>
                        <a:srgbClr val="747EA3"/>
                      </a:solidFill>
                      <a:prstDash val="solid"/>
                      <a:round/>
                      <a:headEnd type="none" w="med" len="med"/>
                      <a:tailEnd type="none" w="med" len="med"/>
                    </a:lnT>
                    <a:lnB cmpd="sng" algn="ctr" cap="flat" w="9525">
                      <a:solidFill>
                        <a:srgbClr val="747EA3"/>
                      </a:solidFill>
                      <a:prstDash val="solid"/>
                      <a:round/>
                      <a:headEnd type="none" w="med" len="med"/>
                      <a:tailEnd type="none" w="med" len="med"/>
                    </a:lnB>
                  </a:tcPr>
                </a:tc>
                <a:tc>
                  <a:txBody>
                    <a:bodyPr anchor="t" rtlCol="false"/>
                    <a:lstStyle/>
                    <a:p>
                      <a:pPr algn="ctr" marL="0" indent="0" lvl="0">
                        <a:lnSpc>
                          <a:spcPts val="2800"/>
                        </a:lnSpc>
                        <a:spcBef>
                          <a:spcPct val="0"/>
                        </a:spcBef>
                        <a:defRPr/>
                      </a:pPr>
                      <a:r>
                        <a:rPr lang="en-US" sz="2000" strike="noStrike" u="none">
                          <a:solidFill>
                            <a:srgbClr val="333333"/>
                          </a:solidFill>
                          <a:latin typeface="프리젠테이션"/>
                          <a:ea typeface="프리젠테이션"/>
                          <a:cs typeface="프리젠테이션"/>
                          <a:sym typeface="프리젠테이션"/>
                        </a:rPr>
                        <a:t>하네스 4대 원칙, 루프 5단계 + 실습 3 · 4</a:t>
                      </a:r>
                      <a:endParaRPr lang="en-US" sz="1100"/>
                    </a:p>
                  </a:txBody>
                  <a:tcPr marL="190500" marR="190500" marT="190500" marB="190500" anchor="ctr">
                    <a:lnL cmpd="sng" algn="ctr" cap="flat" w="9525">
                      <a:solidFill>
                        <a:srgbClr val="747EA3"/>
                      </a:solidFill>
                      <a:prstDash val="solid"/>
                      <a:round/>
                      <a:headEnd type="none" w="med" len="med"/>
                      <a:tailEnd type="none" w="med" len="med"/>
                    </a:lnL>
                    <a:lnR cmpd="sng" algn="ctr" cap="flat" w="9525">
                      <a:solidFill>
                        <a:srgbClr val="747EA3"/>
                      </a:solidFill>
                      <a:prstDash val="solid"/>
                      <a:round/>
                      <a:headEnd type="none" w="med" len="med"/>
                      <a:tailEnd type="none" w="med" len="med"/>
                    </a:lnR>
                    <a:lnT cmpd="sng" algn="ctr" cap="flat" w="9525">
                      <a:solidFill>
                        <a:srgbClr val="747EA3"/>
                      </a:solidFill>
                      <a:prstDash val="solid"/>
                      <a:round/>
                      <a:headEnd type="none" w="med" len="med"/>
                      <a:tailEnd type="none" w="med" len="med"/>
                    </a:lnT>
                    <a:lnB cmpd="sng" algn="ctr" cap="flat" w="9525">
                      <a:solidFill>
                        <a:srgbClr val="747EA3"/>
                      </a:solidFill>
                      <a:prstDash val="solid"/>
                      <a:round/>
                      <a:headEnd type="none" w="med" len="med"/>
                      <a:tailEnd type="none" w="med" len="med"/>
                    </a:lnB>
                  </a:tcPr>
                </a:tc>
              </a:tr>
              <a:tr h="754161">
                <a:tc>
                  <a:txBody>
                    <a:bodyPr anchor="t" rtlCol="false"/>
                    <a:lstStyle/>
                    <a:p>
                      <a:pPr algn="ctr" marL="0" indent="0" lvl="0">
                        <a:lnSpc>
                          <a:spcPts val="2800"/>
                        </a:lnSpc>
                        <a:spcBef>
                          <a:spcPct val="0"/>
                        </a:spcBef>
                        <a:defRPr/>
                      </a:pPr>
                      <a:r>
                        <a:rPr lang="en-US" b="true" sz="2000" strike="noStrike" u="none">
                          <a:solidFill>
                            <a:srgbClr val="333333"/>
                          </a:solidFill>
                          <a:latin typeface="프리젠테이션 Bold"/>
                          <a:ea typeface="프리젠테이션 Bold"/>
                          <a:cs typeface="프리젠테이션 Bold"/>
                          <a:sym typeface="프리젠테이션 Bold"/>
                        </a:rPr>
                        <a:t>④ 마무리</a:t>
                      </a:r>
                      <a:endParaRPr lang="en-US" sz="1100"/>
                    </a:p>
                  </a:txBody>
                  <a:tcPr marL="190500" marR="190500" marT="190500" marB="190500" anchor="ctr">
                    <a:lnL cmpd="sng" algn="ctr" cap="flat" w="9525">
                      <a:solidFill>
                        <a:srgbClr val="747EA3"/>
                      </a:solidFill>
                      <a:prstDash val="solid"/>
                      <a:round/>
                      <a:headEnd type="none" w="med" len="med"/>
                      <a:tailEnd type="none" w="med" len="med"/>
                    </a:lnL>
                    <a:lnR cmpd="sng" algn="ctr" cap="flat" w="9525">
                      <a:solidFill>
                        <a:srgbClr val="747EA3"/>
                      </a:solidFill>
                      <a:prstDash val="solid"/>
                      <a:round/>
                      <a:headEnd type="none" w="med" len="med"/>
                      <a:tailEnd type="none" w="med" len="med"/>
                    </a:lnR>
                    <a:lnT cmpd="sng" algn="ctr" cap="flat" w="9525">
                      <a:solidFill>
                        <a:srgbClr val="747EA3"/>
                      </a:solidFill>
                      <a:prstDash val="solid"/>
                      <a:round/>
                      <a:headEnd type="none" w="med" len="med"/>
                      <a:tailEnd type="none" w="med" len="med"/>
                    </a:lnT>
                    <a:lnB cmpd="sng" algn="ctr" cap="flat" w="9525">
                      <a:solidFill>
                        <a:srgbClr val="747EA3"/>
                      </a:solidFill>
                      <a:prstDash val="solid"/>
                      <a:round/>
                      <a:headEnd type="none" w="med" len="med"/>
                      <a:tailEnd type="none" w="med" len="med"/>
                    </a:lnB>
                    <a:solidFill>
                      <a:srgbClr val="F5F5F5"/>
                    </a:solidFill>
                  </a:tcPr>
                </a:tc>
                <a:tc>
                  <a:txBody>
                    <a:bodyPr anchor="t" rtlCol="false"/>
                    <a:lstStyle/>
                    <a:p>
                      <a:pPr algn="ctr" marL="0" indent="0" lvl="0">
                        <a:lnSpc>
                          <a:spcPts val="2520"/>
                        </a:lnSpc>
                        <a:spcBef>
                          <a:spcPct val="0"/>
                        </a:spcBef>
                        <a:defRPr/>
                      </a:pPr>
                      <a:r>
                        <a:rPr lang="en-US" b="true" sz="1800" strike="noStrike" u="none">
                          <a:solidFill>
                            <a:srgbClr val="FF0000"/>
                          </a:solidFill>
                          <a:latin typeface="프리젠테이션 Bold"/>
                          <a:ea typeface="프리젠테이션 Bold"/>
                          <a:cs typeface="프리젠테이션 Bold"/>
                          <a:sym typeface="프리젠테이션 Bold"/>
                        </a:rPr>
                        <a:t>20:50 ~21:00</a:t>
                      </a:r>
                      <a:endParaRPr lang="en-US" sz="1100"/>
                    </a:p>
                  </a:txBody>
                  <a:tcPr marL="190500" marR="190500" marT="190500" marB="190500" anchor="ctr">
                    <a:lnL cmpd="sng" algn="ctr" cap="flat" w="9525">
                      <a:solidFill>
                        <a:srgbClr val="747EA3"/>
                      </a:solidFill>
                      <a:prstDash val="solid"/>
                      <a:round/>
                      <a:headEnd type="none" w="med" len="med"/>
                      <a:tailEnd type="none" w="med" len="med"/>
                    </a:lnL>
                    <a:lnR cmpd="sng" algn="ctr" cap="flat" w="9525">
                      <a:solidFill>
                        <a:srgbClr val="747EA3"/>
                      </a:solidFill>
                      <a:prstDash val="solid"/>
                      <a:round/>
                      <a:headEnd type="none" w="med" len="med"/>
                      <a:tailEnd type="none" w="med" len="med"/>
                    </a:lnR>
                    <a:lnT cmpd="sng" algn="ctr" cap="flat" w="9525">
                      <a:solidFill>
                        <a:srgbClr val="747EA3"/>
                      </a:solidFill>
                      <a:prstDash val="solid"/>
                      <a:round/>
                      <a:headEnd type="none" w="med" len="med"/>
                      <a:tailEnd type="none" w="med" len="med"/>
                    </a:lnT>
                    <a:lnB cmpd="sng" algn="ctr" cap="flat" w="9525">
                      <a:solidFill>
                        <a:srgbClr val="747EA3"/>
                      </a:solidFill>
                      <a:prstDash val="solid"/>
                      <a:round/>
                      <a:headEnd type="none" w="med" len="med"/>
                      <a:tailEnd type="none" w="med" len="med"/>
                    </a:lnB>
                  </a:tcPr>
                </a:tc>
                <a:tc>
                  <a:txBody>
                    <a:bodyPr anchor="t" rtlCol="false"/>
                    <a:lstStyle/>
                    <a:p>
                      <a:pPr algn="ctr" marL="0" indent="0" lvl="0">
                        <a:lnSpc>
                          <a:spcPts val="2800"/>
                        </a:lnSpc>
                        <a:spcBef>
                          <a:spcPct val="0"/>
                        </a:spcBef>
                        <a:defRPr/>
                      </a:pPr>
                      <a:r>
                        <a:rPr lang="en-US" sz="2000" strike="noStrike" u="none">
                          <a:solidFill>
                            <a:srgbClr val="333333"/>
                          </a:solidFill>
                          <a:latin typeface="프리젠테이션"/>
                          <a:ea typeface="프리젠테이션"/>
                          <a:cs typeface="프리젠테이션"/>
                          <a:sym typeface="프리젠테이션"/>
                        </a:rPr>
                        <a:t>질의응답, 다음 수업 안내</a:t>
                      </a:r>
                      <a:endParaRPr lang="en-US" sz="1100"/>
                    </a:p>
                  </a:txBody>
                  <a:tcPr marL="190500" marR="190500" marT="190500" marB="190500" anchor="ctr">
                    <a:lnL cmpd="sng" algn="ctr" cap="flat" w="9525">
                      <a:solidFill>
                        <a:srgbClr val="747EA3"/>
                      </a:solidFill>
                      <a:prstDash val="solid"/>
                      <a:round/>
                      <a:headEnd type="none" w="med" len="med"/>
                      <a:tailEnd type="none" w="med" len="med"/>
                    </a:lnL>
                    <a:lnR cmpd="sng" algn="ctr" cap="flat" w="9525">
                      <a:solidFill>
                        <a:srgbClr val="747EA3"/>
                      </a:solidFill>
                      <a:prstDash val="solid"/>
                      <a:round/>
                      <a:headEnd type="none" w="med" len="med"/>
                      <a:tailEnd type="none" w="med" len="med"/>
                    </a:lnR>
                    <a:lnT cmpd="sng" algn="ctr" cap="flat" w="9525">
                      <a:solidFill>
                        <a:srgbClr val="747EA3"/>
                      </a:solidFill>
                      <a:prstDash val="solid"/>
                      <a:round/>
                      <a:headEnd type="none" w="med" len="med"/>
                      <a:tailEnd type="none" w="med" len="med"/>
                    </a:lnT>
                    <a:lnB cmpd="sng" algn="ctr" cap="flat" w="9525">
                      <a:solidFill>
                        <a:srgbClr val="747EA3"/>
                      </a:solidFill>
                      <a:prstDash val="solid"/>
                      <a:round/>
                      <a:headEnd type="none" w="med" len="med"/>
                      <a:tailEnd type="none" w="med" len="med"/>
                    </a:lnB>
                  </a:tcPr>
                </a:tc>
              </a:tr>
            </a:tbl>
          </a:graphicData>
        </a:graphic>
      </p:graphicFrame>
      <p:sp>
        <p:nvSpPr>
          <p:cNvPr name="TextBox 19" id="19"/>
          <p:cNvSpPr txBox="true"/>
          <p:nvPr/>
        </p:nvSpPr>
        <p:spPr>
          <a:xfrm rot="0">
            <a:off x="14694520" y="1353621"/>
            <a:ext cx="2865076" cy="325120"/>
          </a:xfrm>
          <a:prstGeom prst="rect">
            <a:avLst/>
          </a:prstGeom>
        </p:spPr>
        <p:txBody>
          <a:bodyPr anchor="t" rtlCol="false" tIns="0" lIns="0" bIns="0" rIns="0">
            <a:spAutoFit/>
          </a:bodyPr>
          <a:lstStyle/>
          <a:p>
            <a:pPr algn="ctr" marL="0" indent="0" lvl="0">
              <a:lnSpc>
                <a:spcPts val="2540"/>
              </a:lnSpc>
              <a:spcBef>
                <a:spcPct val="0"/>
              </a:spcBef>
            </a:pPr>
            <a:r>
              <a:rPr lang="en-US" b="true" sz="2000" spc="122" strike="noStrike" u="none">
                <a:solidFill>
                  <a:srgbClr val="5170FF"/>
                </a:solidFill>
                <a:latin typeface="프리젠테이션 Bold"/>
                <a:ea typeface="프리젠테이션 Bold"/>
                <a:cs typeface="프리젠테이션 Bold"/>
                <a:sym typeface="프리젠테이션 Bold"/>
              </a:rPr>
              <a:t>해달 바이브코딩 기초반</a:t>
            </a:r>
          </a:p>
        </p:txBody>
      </p:sp>
      <p:sp>
        <p:nvSpPr>
          <p:cNvPr name="TextBox 20" id="20"/>
          <p:cNvSpPr txBox="true"/>
          <p:nvPr/>
        </p:nvSpPr>
        <p:spPr>
          <a:xfrm rot="0">
            <a:off x="8382000" y="8899525"/>
            <a:ext cx="1524000" cy="358775"/>
          </a:xfrm>
          <a:prstGeom prst="rect">
            <a:avLst/>
          </a:prstGeom>
        </p:spPr>
        <p:txBody>
          <a:bodyPr anchor="t" rtlCol="false" tIns="0" lIns="0" bIns="0" rIns="0">
            <a:spAutoFit/>
          </a:bodyPr>
          <a:lstStyle/>
          <a:p>
            <a:pPr algn="ctr" marL="0" indent="0" lvl="0">
              <a:lnSpc>
                <a:spcPts val="2800"/>
              </a:lnSpc>
              <a:spcBef>
                <a:spcPct val="0"/>
              </a:spcBef>
            </a:pPr>
            <a:r>
              <a:rPr lang="en-US" b="true" sz="2000" strike="noStrike" u="none">
                <a:solidFill>
                  <a:srgbClr val="4165C1"/>
                </a:solidFill>
                <a:latin typeface="프리젠테이션 Bold"/>
                <a:ea typeface="프리젠테이션 Bold"/>
                <a:cs typeface="프리젠테이션 Bold"/>
                <a:sym typeface="프리젠테이션 Bold"/>
              </a:rPr>
              <a:t>- 3 -</a:t>
            </a:r>
          </a:p>
        </p:txBody>
      </p:sp>
    </p:spTree>
  </p:cSld>
  <p:clrMapOvr>
    <a:masterClrMapping/>
  </p:clrMapOvr>
</p:sld>
</file>

<file path=ppt/slides/slide4.xml><?xml version="1.0" encoding="utf-8"?>
<p:sld xmlns:p="http://schemas.openxmlformats.org/presentationml/2006/main" xmlns:a="http://schemas.openxmlformats.org/drawingml/2006/main" xmlns:r="http://schemas.openxmlformats.org/officeDocument/2006/relationships">
  <p:cSld>
    <p:bg>
      <p:bgPr>
        <a:solidFill>
          <a:srgbClr val="5170FF"/>
        </a:solidFill>
      </p:bgPr>
    </p:bg>
    <p:spTree>
      <p:nvGrpSpPr>
        <p:cNvPr id="1" name=""/>
        <p:cNvGrpSpPr/>
        <p:nvPr/>
      </p:nvGrpSpPr>
      <p:grpSpPr>
        <a:xfrm>
          <a:off x="0" y="0"/>
          <a:ext cx="0" cy="0"/>
          <a:chOff x="0" y="0"/>
          <a:chExt cx="0" cy="0"/>
        </a:xfrm>
      </p:grpSpPr>
      <p:grpSp>
        <p:nvGrpSpPr>
          <p:cNvPr name="Group 2" id="2"/>
          <p:cNvGrpSpPr/>
          <p:nvPr/>
        </p:nvGrpSpPr>
        <p:grpSpPr>
          <a:xfrm rot="0">
            <a:off x="534854" y="566049"/>
            <a:ext cx="17218292" cy="9186097"/>
            <a:chOff x="0" y="0"/>
            <a:chExt cx="22957723" cy="12248129"/>
          </a:xfrm>
        </p:grpSpPr>
        <p:grpSp>
          <p:nvGrpSpPr>
            <p:cNvPr name="Group 3" id="3"/>
            <p:cNvGrpSpPr/>
            <p:nvPr/>
          </p:nvGrpSpPr>
          <p:grpSpPr>
            <a:xfrm rot="0">
              <a:off x="0" y="835531"/>
              <a:ext cx="22957723" cy="11412598"/>
              <a:chOff x="0" y="0"/>
              <a:chExt cx="4777465" cy="2374943"/>
            </a:xfrm>
          </p:grpSpPr>
          <p:sp>
            <p:nvSpPr>
              <p:cNvPr name="Freeform 4" id="4"/>
              <p:cNvSpPr/>
              <p:nvPr/>
            </p:nvSpPr>
            <p:spPr>
              <a:xfrm flipH="false" flipV="false" rot="0">
                <a:off x="0" y="0"/>
                <a:ext cx="4777465" cy="2374943"/>
              </a:xfrm>
              <a:custGeom>
                <a:avLst/>
                <a:gdLst/>
                <a:ahLst/>
                <a:cxnLst/>
                <a:rect r="r" b="b" t="t" l="l"/>
                <a:pathLst>
                  <a:path h="2374943" w="4777465">
                    <a:moveTo>
                      <a:pt x="22931" y="0"/>
                    </a:moveTo>
                    <a:lnTo>
                      <a:pt x="4754534" y="0"/>
                    </a:lnTo>
                    <a:cubicBezTo>
                      <a:pt x="4767199" y="0"/>
                      <a:pt x="4777465" y="10267"/>
                      <a:pt x="4777465" y="22931"/>
                    </a:cubicBezTo>
                    <a:lnTo>
                      <a:pt x="4777465" y="2352012"/>
                    </a:lnTo>
                    <a:cubicBezTo>
                      <a:pt x="4777465" y="2358094"/>
                      <a:pt x="4775049" y="2363926"/>
                      <a:pt x="4770749" y="2368227"/>
                    </a:cubicBezTo>
                    <a:cubicBezTo>
                      <a:pt x="4766449" y="2372527"/>
                      <a:pt x="4760616" y="2374943"/>
                      <a:pt x="4754534" y="2374943"/>
                    </a:cubicBezTo>
                    <a:lnTo>
                      <a:pt x="22931" y="2374943"/>
                    </a:lnTo>
                    <a:cubicBezTo>
                      <a:pt x="10267" y="2374943"/>
                      <a:pt x="0" y="2364677"/>
                      <a:pt x="0" y="2352012"/>
                    </a:cubicBezTo>
                    <a:lnTo>
                      <a:pt x="0" y="22931"/>
                    </a:lnTo>
                    <a:cubicBezTo>
                      <a:pt x="0" y="10267"/>
                      <a:pt x="10267" y="0"/>
                      <a:pt x="22931" y="0"/>
                    </a:cubicBezTo>
                    <a:close/>
                  </a:path>
                </a:pathLst>
              </a:custGeom>
              <a:solidFill>
                <a:srgbClr val="FFFFFF"/>
              </a:solidFill>
              <a:ln cap="rnd">
                <a:noFill/>
                <a:prstDash val="solid"/>
                <a:round/>
              </a:ln>
            </p:spPr>
          </p:sp>
          <p:sp>
            <p:nvSpPr>
              <p:cNvPr name="TextBox 5" id="5"/>
              <p:cNvSpPr txBox="true"/>
              <p:nvPr/>
            </p:nvSpPr>
            <p:spPr>
              <a:xfrm>
                <a:off x="0" y="-38100"/>
                <a:ext cx="4777465" cy="2413043"/>
              </a:xfrm>
              <a:prstGeom prst="rect">
                <a:avLst/>
              </a:prstGeom>
            </p:spPr>
            <p:txBody>
              <a:bodyPr anchor="ctr" rtlCol="false" tIns="48220" lIns="48220" bIns="48220" rIns="48220"/>
              <a:lstStyle/>
              <a:p>
                <a:pPr algn="ctr" marL="0" indent="0" lvl="0">
                  <a:lnSpc>
                    <a:spcPts val="1853"/>
                  </a:lnSpc>
                  <a:spcBef>
                    <a:spcPct val="0"/>
                  </a:spcBef>
                </a:pPr>
              </a:p>
              <a:p>
                <a:pPr algn="ctr" marL="0" indent="0" lvl="0">
                  <a:lnSpc>
                    <a:spcPts val="1853"/>
                  </a:lnSpc>
                  <a:spcBef>
                    <a:spcPct val="0"/>
                  </a:spcBef>
                </a:pPr>
              </a:p>
              <a:p>
                <a:pPr algn="ctr" marL="0" indent="0" lvl="0">
                  <a:lnSpc>
                    <a:spcPts val="1853"/>
                  </a:lnSpc>
                  <a:spcBef>
                    <a:spcPct val="0"/>
                  </a:spcBef>
                </a:pPr>
              </a:p>
            </p:txBody>
          </p:sp>
        </p:grpSp>
        <p:grpSp>
          <p:nvGrpSpPr>
            <p:cNvPr name="Group 6" id="6"/>
            <p:cNvGrpSpPr/>
            <p:nvPr/>
          </p:nvGrpSpPr>
          <p:grpSpPr>
            <a:xfrm rot="0">
              <a:off x="4517287" y="0"/>
              <a:ext cx="18440436" cy="3397582"/>
              <a:chOff x="0" y="0"/>
              <a:chExt cx="3837425" cy="707031"/>
            </a:xfrm>
          </p:grpSpPr>
          <p:sp>
            <p:nvSpPr>
              <p:cNvPr name="Freeform 7" id="7"/>
              <p:cNvSpPr/>
              <p:nvPr/>
            </p:nvSpPr>
            <p:spPr>
              <a:xfrm flipH="false" flipV="false" rot="0">
                <a:off x="0" y="0"/>
                <a:ext cx="3837425" cy="707031"/>
              </a:xfrm>
              <a:custGeom>
                <a:avLst/>
                <a:gdLst/>
                <a:ahLst/>
                <a:cxnLst/>
                <a:rect r="r" b="b" t="t" l="l"/>
                <a:pathLst>
                  <a:path h="707031" w="3837425">
                    <a:moveTo>
                      <a:pt x="28549" y="0"/>
                    </a:moveTo>
                    <a:lnTo>
                      <a:pt x="3808877" y="0"/>
                    </a:lnTo>
                    <a:cubicBezTo>
                      <a:pt x="3824644" y="0"/>
                      <a:pt x="3837425" y="12782"/>
                      <a:pt x="3837425" y="28549"/>
                    </a:cubicBezTo>
                    <a:lnTo>
                      <a:pt x="3837425" y="678483"/>
                    </a:lnTo>
                    <a:cubicBezTo>
                      <a:pt x="3837425" y="686054"/>
                      <a:pt x="3834418" y="693316"/>
                      <a:pt x="3829064" y="698670"/>
                    </a:cubicBezTo>
                    <a:cubicBezTo>
                      <a:pt x="3823710" y="704024"/>
                      <a:pt x="3816448" y="707031"/>
                      <a:pt x="3808877" y="707031"/>
                    </a:cubicBezTo>
                    <a:lnTo>
                      <a:pt x="28549" y="707031"/>
                    </a:lnTo>
                    <a:cubicBezTo>
                      <a:pt x="12782" y="707031"/>
                      <a:pt x="0" y="694250"/>
                      <a:pt x="0" y="678483"/>
                    </a:cubicBezTo>
                    <a:lnTo>
                      <a:pt x="0" y="28549"/>
                    </a:lnTo>
                    <a:cubicBezTo>
                      <a:pt x="0" y="20977"/>
                      <a:pt x="3008" y="13716"/>
                      <a:pt x="8362" y="8362"/>
                    </a:cubicBezTo>
                    <a:cubicBezTo>
                      <a:pt x="13716" y="3008"/>
                      <a:pt x="20977" y="0"/>
                      <a:pt x="28549" y="0"/>
                    </a:cubicBezTo>
                    <a:close/>
                  </a:path>
                </a:pathLst>
              </a:custGeom>
              <a:solidFill>
                <a:srgbClr val="FFFFFF"/>
              </a:solidFill>
              <a:ln cap="rnd">
                <a:noFill/>
                <a:prstDash val="solid"/>
                <a:round/>
              </a:ln>
            </p:spPr>
          </p:sp>
          <p:sp>
            <p:nvSpPr>
              <p:cNvPr name="TextBox 8" id="8"/>
              <p:cNvSpPr txBox="true"/>
              <p:nvPr/>
            </p:nvSpPr>
            <p:spPr>
              <a:xfrm>
                <a:off x="0" y="-38100"/>
                <a:ext cx="3837425" cy="745131"/>
              </a:xfrm>
              <a:prstGeom prst="rect">
                <a:avLst/>
              </a:prstGeom>
            </p:spPr>
            <p:txBody>
              <a:bodyPr anchor="ctr" rtlCol="false" tIns="48220" lIns="48220" bIns="48220" rIns="48220"/>
              <a:lstStyle/>
              <a:p>
                <a:pPr algn="ctr" marL="0" indent="0" lvl="0">
                  <a:lnSpc>
                    <a:spcPts val="1853"/>
                  </a:lnSpc>
                  <a:spcBef>
                    <a:spcPct val="0"/>
                  </a:spcBef>
                </a:pPr>
              </a:p>
              <a:p>
                <a:pPr algn="ctr" marL="0" indent="0" lvl="0">
                  <a:lnSpc>
                    <a:spcPts val="1853"/>
                  </a:lnSpc>
                  <a:spcBef>
                    <a:spcPct val="0"/>
                  </a:spcBef>
                </a:pPr>
              </a:p>
              <a:p>
                <a:pPr algn="ctr" marL="0" indent="0" lvl="0">
                  <a:lnSpc>
                    <a:spcPts val="1853"/>
                  </a:lnSpc>
                  <a:spcBef>
                    <a:spcPct val="0"/>
                  </a:spcBef>
                </a:pPr>
              </a:p>
            </p:txBody>
          </p:sp>
        </p:grpSp>
        <p:grpSp>
          <p:nvGrpSpPr>
            <p:cNvPr name="Group 9" id="9"/>
            <p:cNvGrpSpPr/>
            <p:nvPr/>
          </p:nvGrpSpPr>
          <p:grpSpPr>
            <a:xfrm rot="0">
              <a:off x="4081187" y="442770"/>
              <a:ext cx="2392010" cy="1865053"/>
              <a:chOff x="0" y="0"/>
              <a:chExt cx="497773" cy="388115"/>
            </a:xfrm>
          </p:grpSpPr>
          <p:sp>
            <p:nvSpPr>
              <p:cNvPr name="Freeform 10" id="10"/>
              <p:cNvSpPr/>
              <p:nvPr/>
            </p:nvSpPr>
            <p:spPr>
              <a:xfrm flipH="false" flipV="false" rot="0">
                <a:off x="0" y="0"/>
                <a:ext cx="497773" cy="388115"/>
              </a:xfrm>
              <a:custGeom>
                <a:avLst/>
                <a:gdLst/>
                <a:ahLst/>
                <a:cxnLst/>
                <a:rect r="r" b="b" t="t" l="l"/>
                <a:pathLst>
                  <a:path h="388115" w="497773">
                    <a:moveTo>
                      <a:pt x="0" y="0"/>
                    </a:moveTo>
                    <a:lnTo>
                      <a:pt x="497773" y="0"/>
                    </a:lnTo>
                    <a:lnTo>
                      <a:pt x="497773" y="388115"/>
                    </a:lnTo>
                    <a:lnTo>
                      <a:pt x="0" y="388115"/>
                    </a:lnTo>
                    <a:close/>
                  </a:path>
                </a:pathLst>
              </a:custGeom>
              <a:solidFill>
                <a:srgbClr val="FFFFFF"/>
              </a:solidFill>
              <a:ln cap="sq">
                <a:noFill/>
                <a:prstDash val="solid"/>
                <a:miter/>
              </a:ln>
            </p:spPr>
          </p:sp>
          <p:sp>
            <p:nvSpPr>
              <p:cNvPr name="TextBox 11" id="11"/>
              <p:cNvSpPr txBox="true"/>
              <p:nvPr/>
            </p:nvSpPr>
            <p:spPr>
              <a:xfrm>
                <a:off x="0" y="-38100"/>
                <a:ext cx="497773" cy="426215"/>
              </a:xfrm>
              <a:prstGeom prst="rect">
                <a:avLst/>
              </a:prstGeom>
            </p:spPr>
            <p:txBody>
              <a:bodyPr anchor="ctr" rtlCol="false" tIns="48220" lIns="48220" bIns="48220" rIns="48220"/>
              <a:lstStyle/>
              <a:p>
                <a:pPr algn="ctr" marL="0" indent="0" lvl="0">
                  <a:lnSpc>
                    <a:spcPts val="1853"/>
                  </a:lnSpc>
                  <a:spcBef>
                    <a:spcPct val="0"/>
                  </a:spcBef>
                </a:pPr>
              </a:p>
              <a:p>
                <a:pPr algn="ctr" marL="0" indent="0" lvl="0">
                  <a:lnSpc>
                    <a:spcPts val="1853"/>
                  </a:lnSpc>
                  <a:spcBef>
                    <a:spcPct val="0"/>
                  </a:spcBef>
                </a:pPr>
              </a:p>
              <a:p>
                <a:pPr algn="ctr" marL="0" indent="0" lvl="0">
                  <a:lnSpc>
                    <a:spcPts val="1853"/>
                  </a:lnSpc>
                  <a:spcBef>
                    <a:spcPct val="0"/>
                  </a:spcBef>
                </a:pPr>
              </a:p>
            </p:txBody>
          </p:sp>
        </p:grpSp>
      </p:grpSp>
      <p:grpSp>
        <p:nvGrpSpPr>
          <p:cNvPr name="Group 12" id="12"/>
          <p:cNvGrpSpPr/>
          <p:nvPr/>
        </p:nvGrpSpPr>
        <p:grpSpPr>
          <a:xfrm rot="0">
            <a:off x="2091821" y="-102735"/>
            <a:ext cx="1878623" cy="1295432"/>
            <a:chOff x="0" y="0"/>
            <a:chExt cx="521251" cy="359436"/>
          </a:xfrm>
        </p:grpSpPr>
        <p:sp>
          <p:nvSpPr>
            <p:cNvPr name="Freeform 13" id="13"/>
            <p:cNvSpPr/>
            <p:nvPr/>
          </p:nvSpPr>
          <p:spPr>
            <a:xfrm flipH="false" flipV="false" rot="0">
              <a:off x="0" y="0"/>
              <a:ext cx="521251" cy="359436"/>
            </a:xfrm>
            <a:custGeom>
              <a:avLst/>
              <a:gdLst/>
              <a:ahLst/>
              <a:cxnLst/>
              <a:rect r="r" b="b" t="t" l="l"/>
              <a:pathLst>
                <a:path h="359436" w="521251">
                  <a:moveTo>
                    <a:pt x="179718" y="0"/>
                  </a:moveTo>
                  <a:lnTo>
                    <a:pt x="341533" y="0"/>
                  </a:lnTo>
                  <a:cubicBezTo>
                    <a:pt x="440789" y="0"/>
                    <a:pt x="521251" y="80463"/>
                    <a:pt x="521251" y="179718"/>
                  </a:cubicBezTo>
                  <a:lnTo>
                    <a:pt x="521251" y="179718"/>
                  </a:lnTo>
                  <a:cubicBezTo>
                    <a:pt x="521251" y="227382"/>
                    <a:pt x="502317" y="273094"/>
                    <a:pt x="468613" y="306798"/>
                  </a:cubicBezTo>
                  <a:cubicBezTo>
                    <a:pt x="434909" y="340502"/>
                    <a:pt x="389197" y="359436"/>
                    <a:pt x="341533" y="359436"/>
                  </a:cubicBezTo>
                  <a:lnTo>
                    <a:pt x="179718" y="359436"/>
                  </a:lnTo>
                  <a:cubicBezTo>
                    <a:pt x="132054" y="359436"/>
                    <a:pt x="86342" y="340502"/>
                    <a:pt x="52638" y="306798"/>
                  </a:cubicBezTo>
                  <a:cubicBezTo>
                    <a:pt x="18935" y="273094"/>
                    <a:pt x="0" y="227382"/>
                    <a:pt x="0" y="179718"/>
                  </a:cubicBezTo>
                  <a:lnTo>
                    <a:pt x="0" y="179718"/>
                  </a:lnTo>
                  <a:cubicBezTo>
                    <a:pt x="0" y="132054"/>
                    <a:pt x="18935" y="86342"/>
                    <a:pt x="52638" y="52638"/>
                  </a:cubicBezTo>
                  <a:cubicBezTo>
                    <a:pt x="86342" y="18935"/>
                    <a:pt x="132054" y="0"/>
                    <a:pt x="179718" y="0"/>
                  </a:cubicBezTo>
                  <a:close/>
                </a:path>
              </a:pathLst>
            </a:custGeom>
            <a:solidFill>
              <a:srgbClr val="5170FF"/>
            </a:solidFill>
            <a:ln cap="rnd">
              <a:noFill/>
              <a:prstDash val="solid"/>
              <a:round/>
            </a:ln>
          </p:spPr>
        </p:sp>
        <p:sp>
          <p:nvSpPr>
            <p:cNvPr name="TextBox 14" id="14"/>
            <p:cNvSpPr txBox="true"/>
            <p:nvPr/>
          </p:nvSpPr>
          <p:spPr>
            <a:xfrm>
              <a:off x="0" y="-38100"/>
              <a:ext cx="521251" cy="397536"/>
            </a:xfrm>
            <a:prstGeom prst="rect">
              <a:avLst/>
            </a:prstGeom>
          </p:spPr>
          <p:txBody>
            <a:bodyPr anchor="ctr" rtlCol="false" tIns="48220" lIns="48220" bIns="48220" rIns="48220"/>
            <a:lstStyle/>
            <a:p>
              <a:pPr algn="ctr" marL="0" indent="0" lvl="0">
                <a:lnSpc>
                  <a:spcPts val="1853"/>
                </a:lnSpc>
                <a:spcBef>
                  <a:spcPct val="0"/>
                </a:spcBef>
              </a:pPr>
            </a:p>
            <a:p>
              <a:pPr algn="ctr" marL="0" indent="0" lvl="0">
                <a:lnSpc>
                  <a:spcPts val="1853"/>
                </a:lnSpc>
                <a:spcBef>
                  <a:spcPct val="0"/>
                </a:spcBef>
              </a:pPr>
            </a:p>
            <a:p>
              <a:pPr algn="ctr" marL="0" indent="0" lvl="0">
                <a:lnSpc>
                  <a:spcPts val="1853"/>
                </a:lnSpc>
                <a:spcBef>
                  <a:spcPct val="0"/>
                </a:spcBef>
              </a:pPr>
            </a:p>
          </p:txBody>
        </p:sp>
      </p:grpSp>
      <p:sp>
        <p:nvSpPr>
          <p:cNvPr name="Freeform 15" id="15"/>
          <p:cNvSpPr/>
          <p:nvPr/>
        </p:nvSpPr>
        <p:spPr>
          <a:xfrm flipH="false" flipV="false" rot="-5400000">
            <a:off x="16995628" y="862350"/>
            <a:ext cx="82863" cy="368281"/>
          </a:xfrm>
          <a:custGeom>
            <a:avLst/>
            <a:gdLst/>
            <a:ahLst/>
            <a:cxnLst/>
            <a:rect r="r" b="b" t="t" l="l"/>
            <a:pathLst>
              <a:path h="368281" w="82863">
                <a:moveTo>
                  <a:pt x="0" y="0"/>
                </a:moveTo>
                <a:lnTo>
                  <a:pt x="82863" y="0"/>
                </a:lnTo>
                <a:lnTo>
                  <a:pt x="82863" y="368281"/>
                </a:lnTo>
                <a:lnTo>
                  <a:pt x="0" y="368281"/>
                </a:lnTo>
                <a:lnTo>
                  <a:pt x="0" y="0"/>
                </a:lnTo>
                <a:close/>
              </a:path>
            </a:pathLst>
          </a:custGeom>
          <a:blipFill>
            <a:blip r:embed="rId3">
              <a:extLst>
                <a:ext uri="{96DAC541-7B7A-43D3-8B79-37D633B846F1}">
                  <asvg:svgBlip xmlns:asvg="http://schemas.microsoft.com/office/drawing/2016/SVG/main" r:embed="rId4"/>
                </a:ext>
              </a:extLst>
            </a:blip>
            <a:stretch>
              <a:fillRect l="0" t="0" r="0" b="0"/>
            </a:stretch>
          </a:blipFill>
          <a:ln cap="sq">
            <a:noFill/>
            <a:prstDash val="solid"/>
            <a:miter/>
          </a:ln>
        </p:spPr>
      </p:sp>
      <p:sp>
        <p:nvSpPr>
          <p:cNvPr name="Freeform 16" id="16"/>
          <p:cNvSpPr/>
          <p:nvPr/>
        </p:nvSpPr>
        <p:spPr>
          <a:xfrm flipH="false" flipV="false" rot="0">
            <a:off x="13540110" y="6593084"/>
            <a:ext cx="3312808" cy="2401786"/>
          </a:xfrm>
          <a:custGeom>
            <a:avLst/>
            <a:gdLst/>
            <a:ahLst/>
            <a:cxnLst/>
            <a:rect r="r" b="b" t="t" l="l"/>
            <a:pathLst>
              <a:path h="2401786" w="3312808">
                <a:moveTo>
                  <a:pt x="0" y="0"/>
                </a:moveTo>
                <a:lnTo>
                  <a:pt x="3312809" y="0"/>
                </a:lnTo>
                <a:lnTo>
                  <a:pt x="3312809" y="2401786"/>
                </a:lnTo>
                <a:lnTo>
                  <a:pt x="0" y="2401786"/>
                </a:lnTo>
                <a:lnTo>
                  <a:pt x="0" y="0"/>
                </a:lnTo>
                <a:close/>
              </a:path>
            </a:pathLst>
          </a:custGeom>
          <a:blipFill>
            <a:blip r:embed="rId5">
              <a:extLst>
                <a:ext uri="{96DAC541-7B7A-43D3-8B79-37D633B846F1}">
                  <asvg:svgBlip xmlns:asvg="http://schemas.microsoft.com/office/drawing/2016/SVG/main" r:embed="rId6"/>
                </a:ext>
              </a:extLst>
            </a:blip>
            <a:stretch>
              <a:fillRect l="0" t="0" r="0" b="0"/>
            </a:stretch>
          </a:blipFill>
        </p:spPr>
      </p:sp>
      <p:sp>
        <p:nvSpPr>
          <p:cNvPr name="TextBox 17" id="17"/>
          <p:cNvSpPr txBox="true"/>
          <p:nvPr/>
        </p:nvSpPr>
        <p:spPr>
          <a:xfrm rot="0">
            <a:off x="659283" y="679939"/>
            <a:ext cx="2865076" cy="325120"/>
          </a:xfrm>
          <a:prstGeom prst="rect">
            <a:avLst/>
          </a:prstGeom>
        </p:spPr>
        <p:txBody>
          <a:bodyPr anchor="t" rtlCol="false" tIns="0" lIns="0" bIns="0" rIns="0">
            <a:spAutoFit/>
          </a:bodyPr>
          <a:lstStyle/>
          <a:p>
            <a:pPr algn="ctr" marL="0" indent="0" lvl="0">
              <a:lnSpc>
                <a:spcPts val="2540"/>
              </a:lnSpc>
              <a:spcBef>
                <a:spcPct val="0"/>
              </a:spcBef>
            </a:pPr>
            <a:r>
              <a:rPr lang="en-US" b="true" sz="2000" spc="122" strike="noStrike" u="none">
                <a:solidFill>
                  <a:srgbClr val="FFFFFF"/>
                </a:solidFill>
                <a:latin typeface="프리젠테이션 Bold"/>
                <a:ea typeface="프리젠테이션 Bold"/>
                <a:cs typeface="프리젠테이션 Bold"/>
                <a:sym typeface="프리젠테이션 Bold"/>
              </a:rPr>
              <a:t>해달 바이브코딩 기초반</a:t>
            </a:r>
          </a:p>
        </p:txBody>
      </p:sp>
      <p:sp>
        <p:nvSpPr>
          <p:cNvPr name="TextBox 18" id="18"/>
          <p:cNvSpPr txBox="true"/>
          <p:nvPr/>
        </p:nvSpPr>
        <p:spPr>
          <a:xfrm rot="0">
            <a:off x="2377195" y="2557664"/>
            <a:ext cx="14882105" cy="1533894"/>
          </a:xfrm>
          <a:prstGeom prst="rect">
            <a:avLst/>
          </a:prstGeom>
        </p:spPr>
        <p:txBody>
          <a:bodyPr anchor="t" rtlCol="false" tIns="0" lIns="0" bIns="0" rIns="0">
            <a:spAutoFit/>
          </a:bodyPr>
          <a:lstStyle/>
          <a:p>
            <a:pPr algn="l" marL="0" indent="0" lvl="0">
              <a:lnSpc>
                <a:spcPts val="12193"/>
              </a:lnSpc>
              <a:spcBef>
                <a:spcPct val="0"/>
              </a:spcBef>
            </a:pPr>
            <a:r>
              <a:rPr lang="en-US" b="true" sz="9601" strike="noStrike" u="none">
                <a:solidFill>
                  <a:srgbClr val="000000"/>
                </a:solidFill>
                <a:latin typeface="프리젠테이션 Bold"/>
                <a:ea typeface="프리젠테이션 Bold"/>
                <a:cs typeface="프리젠테이션 Bold"/>
                <a:sym typeface="프리젠테이션 Bold"/>
              </a:rPr>
              <a:t>PART 01</a:t>
            </a:r>
          </a:p>
        </p:txBody>
      </p:sp>
      <p:sp>
        <p:nvSpPr>
          <p:cNvPr name="TextBox 19" id="19"/>
          <p:cNvSpPr txBox="true"/>
          <p:nvPr/>
        </p:nvSpPr>
        <p:spPr>
          <a:xfrm rot="0">
            <a:off x="2377195" y="3813005"/>
            <a:ext cx="12382500" cy="1533894"/>
          </a:xfrm>
          <a:prstGeom prst="rect">
            <a:avLst/>
          </a:prstGeom>
        </p:spPr>
        <p:txBody>
          <a:bodyPr anchor="t" rtlCol="false" tIns="0" lIns="0" bIns="0" rIns="0">
            <a:spAutoFit/>
          </a:bodyPr>
          <a:lstStyle/>
          <a:p>
            <a:pPr algn="l" marL="0" indent="0" lvl="0">
              <a:lnSpc>
                <a:spcPts val="12193"/>
              </a:lnSpc>
              <a:spcBef>
                <a:spcPct val="0"/>
              </a:spcBef>
            </a:pPr>
            <a:r>
              <a:rPr lang="en-US" b="true" sz="9601" strike="noStrike" u="none">
                <a:solidFill>
                  <a:srgbClr val="5170FF"/>
                </a:solidFill>
                <a:latin typeface="프리젠테이션 Bold"/>
                <a:ea typeface="프리젠테이션 Bold"/>
                <a:cs typeface="프리젠테이션 Bold"/>
                <a:sym typeface="프리젠테이션 Bold"/>
              </a:rPr>
              <a:t>프롬프트 엔지니어링</a:t>
            </a:r>
          </a:p>
        </p:txBody>
      </p:sp>
      <p:sp>
        <p:nvSpPr>
          <p:cNvPr name="TextBox 20" id="20"/>
          <p:cNvSpPr txBox="true"/>
          <p:nvPr/>
        </p:nvSpPr>
        <p:spPr>
          <a:xfrm rot="0">
            <a:off x="2461238" y="6029828"/>
            <a:ext cx="10520872" cy="341376"/>
          </a:xfrm>
          <a:prstGeom prst="rect">
            <a:avLst/>
          </a:prstGeom>
        </p:spPr>
        <p:txBody>
          <a:bodyPr anchor="t" rtlCol="false" tIns="0" lIns="0" bIns="0" rIns="0">
            <a:spAutoFit/>
          </a:bodyPr>
          <a:lstStyle/>
          <a:p>
            <a:pPr algn="l" marL="0" indent="0" lvl="0">
              <a:lnSpc>
                <a:spcPts val="2771"/>
              </a:lnSpc>
              <a:spcBef>
                <a:spcPct val="0"/>
              </a:spcBef>
            </a:pPr>
            <a:r>
              <a:rPr lang="en-US" b="true" sz="1799" spc="-17" strike="noStrike" u="none">
                <a:solidFill>
                  <a:srgbClr val="5170FF"/>
                </a:solidFill>
                <a:latin typeface="프리젠테이션 Bold"/>
                <a:ea typeface="프리젠테이션 Bold"/>
                <a:cs typeface="프리젠테이션 Bold"/>
                <a:sym typeface="프리젠테이션 Bold"/>
              </a:rPr>
              <a:t>⏱ 교육 시간 30분</a:t>
            </a:r>
          </a:p>
        </p:txBody>
      </p:sp>
      <p:sp>
        <p:nvSpPr>
          <p:cNvPr name="TextBox 21" id="21"/>
          <p:cNvSpPr txBox="true"/>
          <p:nvPr/>
        </p:nvSpPr>
        <p:spPr>
          <a:xfrm rot="0">
            <a:off x="2443870" y="5460741"/>
            <a:ext cx="10477500" cy="456184"/>
          </a:xfrm>
          <a:prstGeom prst="rect">
            <a:avLst/>
          </a:prstGeom>
        </p:spPr>
        <p:txBody>
          <a:bodyPr anchor="t" rtlCol="false" tIns="0" lIns="0" bIns="0" rIns="0">
            <a:spAutoFit/>
          </a:bodyPr>
          <a:lstStyle/>
          <a:p>
            <a:pPr algn="l" marL="0" indent="0" lvl="0">
              <a:lnSpc>
                <a:spcPts val="3667"/>
              </a:lnSpc>
              <a:spcBef>
                <a:spcPct val="0"/>
              </a:spcBef>
            </a:pPr>
            <a:r>
              <a:rPr lang="en-US" b="true" sz="2799" spc="-114" strike="noStrike" u="none">
                <a:solidFill>
                  <a:srgbClr val="000000">
                    <a:alpha val="93725"/>
                  </a:srgbClr>
                </a:solidFill>
                <a:latin typeface="프리젠테이션 Bold"/>
                <a:ea typeface="프리젠테이션 Bold"/>
                <a:cs typeface="프리젠테이션 Bold"/>
                <a:sym typeface="프리젠테이션 Bold"/>
              </a:rPr>
              <a:t>프롬프트란? · 필수 개념 · 5대 원칙 · 다양한 기법</a:t>
            </a:r>
          </a:p>
        </p:txBody>
      </p:sp>
      <p:sp>
        <p:nvSpPr>
          <p:cNvPr name="AutoShape 22" id="22"/>
          <p:cNvSpPr/>
          <p:nvPr/>
        </p:nvSpPr>
        <p:spPr>
          <a:xfrm flipH="true" flipV="true">
            <a:off x="4613382" y="7266893"/>
            <a:ext cx="0" cy="212812"/>
          </a:xfrm>
          <a:prstGeom prst="line">
            <a:avLst/>
          </a:prstGeom>
          <a:ln cap="flat" w="9525">
            <a:solidFill>
              <a:srgbClr val="222222">
                <a:alpha val="22745"/>
              </a:srgbClr>
            </a:solidFill>
            <a:prstDash val="solid"/>
            <a:headEnd type="none" len="sm" w="sm"/>
            <a:tailEnd type="none" len="sm" w="sm"/>
          </a:ln>
        </p:spPr>
      </p:sp>
      <p:sp>
        <p:nvSpPr>
          <p:cNvPr name="TextBox 23" id="23"/>
          <p:cNvSpPr txBox="true"/>
          <p:nvPr/>
        </p:nvSpPr>
        <p:spPr>
          <a:xfrm rot="0">
            <a:off x="2443870" y="7187244"/>
            <a:ext cx="2074261" cy="334010"/>
          </a:xfrm>
          <a:prstGeom prst="rect">
            <a:avLst/>
          </a:prstGeom>
        </p:spPr>
        <p:txBody>
          <a:bodyPr anchor="t" rtlCol="false" tIns="0" lIns="0" bIns="0" rIns="0">
            <a:spAutoFit/>
          </a:bodyPr>
          <a:lstStyle/>
          <a:p>
            <a:pPr algn="l" marL="0" indent="0" lvl="1">
              <a:lnSpc>
                <a:spcPts val="2620"/>
              </a:lnSpc>
              <a:spcBef>
                <a:spcPct val="0"/>
              </a:spcBef>
            </a:pPr>
            <a:r>
              <a:rPr lang="en-US" b="true" sz="2000" spc="-80" strike="noStrike" u="none">
                <a:solidFill>
                  <a:srgbClr val="222222"/>
                </a:solidFill>
                <a:latin typeface="프리젠테이션 Bold"/>
                <a:ea typeface="프리젠테이션 Bold"/>
                <a:cs typeface="프리젠테이션 Bold"/>
                <a:sym typeface="프리젠테이션 Bold"/>
              </a:rPr>
              <a:t>해달 교육운영진 </a:t>
            </a:r>
            <a:r>
              <a:rPr lang="en-US" b="true" sz="2000" spc="-80" strike="noStrike" u="none">
                <a:solidFill>
                  <a:srgbClr val="5170FF"/>
                </a:solidFill>
                <a:latin typeface="프리젠테이션 Bold"/>
                <a:ea typeface="프리젠테이션 Bold"/>
                <a:cs typeface="프리젠테이션 Bold"/>
                <a:sym typeface="프리젠테이션 Bold"/>
              </a:rPr>
              <a:t>허진수</a:t>
            </a:r>
          </a:p>
        </p:txBody>
      </p:sp>
      <p:sp>
        <p:nvSpPr>
          <p:cNvPr name="TextBox 24" id="24"/>
          <p:cNvSpPr txBox="true"/>
          <p:nvPr/>
        </p:nvSpPr>
        <p:spPr>
          <a:xfrm rot="0">
            <a:off x="4873801" y="7278683"/>
            <a:ext cx="2358365" cy="246380"/>
          </a:xfrm>
          <a:prstGeom prst="rect">
            <a:avLst/>
          </a:prstGeom>
        </p:spPr>
        <p:txBody>
          <a:bodyPr anchor="t" rtlCol="false" tIns="0" lIns="0" bIns="0" rIns="0">
            <a:spAutoFit/>
          </a:bodyPr>
          <a:lstStyle/>
          <a:p>
            <a:pPr algn="just" marL="0" indent="0" lvl="0">
              <a:lnSpc>
                <a:spcPts val="1660"/>
              </a:lnSpc>
              <a:spcBef>
                <a:spcPct val="0"/>
              </a:spcBef>
            </a:pPr>
            <a:r>
              <a:rPr lang="en-US" b="true" sz="2000" spc="34" strike="noStrike" u="none">
                <a:solidFill>
                  <a:srgbClr val="000000"/>
                </a:solidFill>
                <a:latin typeface="프리젠테이션 Bold"/>
                <a:ea typeface="프리젠테이션 Bold"/>
                <a:cs typeface="프리젠테이션 Bold"/>
                <a:sym typeface="프리젠테이션 Bold"/>
              </a:rPr>
              <a:t>문의: 단톡방</a:t>
            </a:r>
          </a:p>
        </p:txBody>
      </p:sp>
      <p:sp>
        <p:nvSpPr>
          <p:cNvPr name="AutoShape 25" id="25"/>
          <p:cNvSpPr/>
          <p:nvPr/>
        </p:nvSpPr>
        <p:spPr>
          <a:xfrm>
            <a:off x="2461238" y="6934831"/>
            <a:ext cx="8718036" cy="0"/>
          </a:xfrm>
          <a:prstGeom prst="line">
            <a:avLst/>
          </a:prstGeom>
          <a:ln cap="flat" w="9525">
            <a:solidFill>
              <a:srgbClr val="222222">
                <a:alpha val="22745"/>
              </a:srgbClr>
            </a:solidFill>
            <a:prstDash val="solid"/>
            <a:headEnd type="none" len="sm" w="sm"/>
            <a:tailEnd type="none" len="sm" w="sm"/>
          </a:ln>
        </p:spPr>
      </p:sp>
    </p:spTree>
  </p:cSld>
  <p:clrMapOvr>
    <a:masterClrMapping/>
  </p:clrMapOvr>
</p:sld>
</file>

<file path=ppt/slides/slide5.xml><?xml version="1.0" encoding="utf-8"?>
<p:sld xmlns:p="http://schemas.openxmlformats.org/presentationml/2006/main" xmlns:a="http://schemas.openxmlformats.org/drawingml/2006/main" xmlns:r="http://schemas.openxmlformats.org/officeDocument/2006/relationships">
  <p:cSld>
    <p:bg>
      <p:bgPr>
        <a:solidFill>
          <a:srgbClr val="5170FF"/>
        </a:solidFill>
      </p:bgPr>
    </p:bg>
    <p:spTree>
      <p:nvGrpSpPr>
        <p:cNvPr id="1" name=""/>
        <p:cNvGrpSpPr/>
        <p:nvPr/>
      </p:nvGrpSpPr>
      <p:grpSpPr>
        <a:xfrm>
          <a:off x="0" y="0"/>
          <a:ext cx="0" cy="0"/>
          <a:chOff x="0" y="0"/>
          <a:chExt cx="0" cy="0"/>
        </a:xfrm>
      </p:grpSpPr>
      <p:grpSp>
        <p:nvGrpSpPr>
          <p:cNvPr name="Group 2" id="2"/>
          <p:cNvGrpSpPr/>
          <p:nvPr/>
        </p:nvGrpSpPr>
        <p:grpSpPr>
          <a:xfrm rot="0">
            <a:off x="534854" y="457200"/>
            <a:ext cx="17218292" cy="9294946"/>
            <a:chOff x="0" y="0"/>
            <a:chExt cx="22957723" cy="12393261"/>
          </a:xfrm>
        </p:grpSpPr>
        <p:grpSp>
          <p:nvGrpSpPr>
            <p:cNvPr name="Group 3" id="3"/>
            <p:cNvGrpSpPr/>
            <p:nvPr/>
          </p:nvGrpSpPr>
          <p:grpSpPr>
            <a:xfrm rot="0">
              <a:off x="0" y="1727243"/>
              <a:ext cx="22957723" cy="10666019"/>
              <a:chOff x="0" y="0"/>
              <a:chExt cx="4777465" cy="2219581"/>
            </a:xfrm>
          </p:grpSpPr>
          <p:sp>
            <p:nvSpPr>
              <p:cNvPr name="Freeform 4" id="4"/>
              <p:cNvSpPr/>
              <p:nvPr/>
            </p:nvSpPr>
            <p:spPr>
              <a:xfrm flipH="false" flipV="false" rot="0">
                <a:off x="0" y="0"/>
                <a:ext cx="4777465" cy="2219581"/>
              </a:xfrm>
              <a:custGeom>
                <a:avLst/>
                <a:gdLst/>
                <a:ahLst/>
                <a:cxnLst/>
                <a:rect r="r" b="b" t="t" l="l"/>
                <a:pathLst>
                  <a:path h="2219581" w="4777465">
                    <a:moveTo>
                      <a:pt x="22931" y="0"/>
                    </a:moveTo>
                    <a:lnTo>
                      <a:pt x="4754534" y="0"/>
                    </a:lnTo>
                    <a:cubicBezTo>
                      <a:pt x="4767199" y="0"/>
                      <a:pt x="4777465" y="10267"/>
                      <a:pt x="4777465" y="22931"/>
                    </a:cubicBezTo>
                    <a:lnTo>
                      <a:pt x="4777465" y="2196650"/>
                    </a:lnTo>
                    <a:cubicBezTo>
                      <a:pt x="4777465" y="2202732"/>
                      <a:pt x="4775049" y="2208564"/>
                      <a:pt x="4770749" y="2212865"/>
                    </a:cubicBezTo>
                    <a:cubicBezTo>
                      <a:pt x="4766449" y="2217165"/>
                      <a:pt x="4760616" y="2219581"/>
                      <a:pt x="4754534" y="2219581"/>
                    </a:cubicBezTo>
                    <a:lnTo>
                      <a:pt x="22931" y="2219581"/>
                    </a:lnTo>
                    <a:cubicBezTo>
                      <a:pt x="10267" y="2219581"/>
                      <a:pt x="0" y="2209315"/>
                      <a:pt x="0" y="2196650"/>
                    </a:cubicBezTo>
                    <a:lnTo>
                      <a:pt x="0" y="22931"/>
                    </a:lnTo>
                    <a:cubicBezTo>
                      <a:pt x="0" y="10267"/>
                      <a:pt x="10267" y="0"/>
                      <a:pt x="22931" y="0"/>
                    </a:cubicBezTo>
                    <a:close/>
                  </a:path>
                </a:pathLst>
              </a:custGeom>
              <a:solidFill>
                <a:srgbClr val="FFFFFF"/>
              </a:solidFill>
              <a:ln cap="rnd">
                <a:noFill/>
                <a:prstDash val="solid"/>
                <a:round/>
              </a:ln>
            </p:spPr>
          </p:sp>
          <p:sp>
            <p:nvSpPr>
              <p:cNvPr name="TextBox 5" id="5"/>
              <p:cNvSpPr txBox="true"/>
              <p:nvPr/>
            </p:nvSpPr>
            <p:spPr>
              <a:xfrm>
                <a:off x="0" y="-38100"/>
                <a:ext cx="4777465" cy="2257681"/>
              </a:xfrm>
              <a:prstGeom prst="rect">
                <a:avLst/>
              </a:prstGeom>
            </p:spPr>
            <p:txBody>
              <a:bodyPr anchor="ctr" rtlCol="false" tIns="48220" lIns="48220" bIns="48220" rIns="48220"/>
              <a:lstStyle/>
              <a:p>
                <a:pPr algn="ctr" marL="0" indent="0" lvl="0">
                  <a:lnSpc>
                    <a:spcPts val="1853"/>
                  </a:lnSpc>
                  <a:spcBef>
                    <a:spcPct val="0"/>
                  </a:spcBef>
                </a:pPr>
              </a:p>
              <a:p>
                <a:pPr algn="ctr" marL="0" indent="0" lvl="0">
                  <a:lnSpc>
                    <a:spcPts val="1853"/>
                  </a:lnSpc>
                  <a:spcBef>
                    <a:spcPct val="0"/>
                  </a:spcBef>
                </a:pPr>
              </a:p>
              <a:p>
                <a:pPr algn="ctr" marL="0" indent="0" lvl="0">
                  <a:lnSpc>
                    <a:spcPts val="1853"/>
                  </a:lnSpc>
                  <a:spcBef>
                    <a:spcPct val="0"/>
                  </a:spcBef>
                </a:pPr>
              </a:p>
            </p:txBody>
          </p:sp>
        </p:grpSp>
        <p:grpSp>
          <p:nvGrpSpPr>
            <p:cNvPr name="Group 6" id="6"/>
            <p:cNvGrpSpPr/>
            <p:nvPr/>
          </p:nvGrpSpPr>
          <p:grpSpPr>
            <a:xfrm rot="0">
              <a:off x="18499830" y="891712"/>
              <a:ext cx="4457893" cy="3397582"/>
              <a:chOff x="0" y="0"/>
              <a:chExt cx="927680" cy="707031"/>
            </a:xfrm>
          </p:grpSpPr>
          <p:sp>
            <p:nvSpPr>
              <p:cNvPr name="Freeform 7" id="7"/>
              <p:cNvSpPr/>
              <p:nvPr/>
            </p:nvSpPr>
            <p:spPr>
              <a:xfrm flipH="false" flipV="false" rot="0">
                <a:off x="0" y="0"/>
                <a:ext cx="927680" cy="707031"/>
              </a:xfrm>
              <a:custGeom>
                <a:avLst/>
                <a:gdLst/>
                <a:ahLst/>
                <a:cxnLst/>
                <a:rect r="r" b="b" t="t" l="l"/>
                <a:pathLst>
                  <a:path h="707031" w="927680">
                    <a:moveTo>
                      <a:pt x="118094" y="0"/>
                    </a:moveTo>
                    <a:lnTo>
                      <a:pt x="809586" y="0"/>
                    </a:lnTo>
                    <a:cubicBezTo>
                      <a:pt x="874808" y="0"/>
                      <a:pt x="927680" y="52872"/>
                      <a:pt x="927680" y="118094"/>
                    </a:cubicBezTo>
                    <a:lnTo>
                      <a:pt x="927680" y="588937"/>
                    </a:lnTo>
                    <a:cubicBezTo>
                      <a:pt x="927680" y="654159"/>
                      <a:pt x="874808" y="707031"/>
                      <a:pt x="809586" y="707031"/>
                    </a:cubicBezTo>
                    <a:lnTo>
                      <a:pt x="118094" y="707031"/>
                    </a:lnTo>
                    <a:cubicBezTo>
                      <a:pt x="52872" y="707031"/>
                      <a:pt x="0" y="654159"/>
                      <a:pt x="0" y="588937"/>
                    </a:cubicBezTo>
                    <a:lnTo>
                      <a:pt x="0" y="118094"/>
                    </a:lnTo>
                    <a:cubicBezTo>
                      <a:pt x="0" y="52872"/>
                      <a:pt x="52872" y="0"/>
                      <a:pt x="118094" y="0"/>
                    </a:cubicBezTo>
                    <a:close/>
                  </a:path>
                </a:pathLst>
              </a:custGeom>
              <a:solidFill>
                <a:srgbClr val="FFFFFF"/>
              </a:solidFill>
              <a:ln cap="rnd">
                <a:noFill/>
                <a:prstDash val="solid"/>
                <a:round/>
              </a:ln>
            </p:spPr>
          </p:sp>
          <p:sp>
            <p:nvSpPr>
              <p:cNvPr name="TextBox 8" id="8"/>
              <p:cNvSpPr txBox="true"/>
              <p:nvPr/>
            </p:nvSpPr>
            <p:spPr>
              <a:xfrm>
                <a:off x="0" y="-38100"/>
                <a:ext cx="927680" cy="745131"/>
              </a:xfrm>
              <a:prstGeom prst="rect">
                <a:avLst/>
              </a:prstGeom>
            </p:spPr>
            <p:txBody>
              <a:bodyPr anchor="ctr" rtlCol="false" tIns="48220" lIns="48220" bIns="48220" rIns="48220"/>
              <a:lstStyle/>
              <a:p>
                <a:pPr algn="ctr" marL="0" indent="0" lvl="0">
                  <a:lnSpc>
                    <a:spcPts val="1853"/>
                  </a:lnSpc>
                  <a:spcBef>
                    <a:spcPct val="0"/>
                  </a:spcBef>
                </a:pPr>
              </a:p>
              <a:p>
                <a:pPr algn="ctr" marL="0" indent="0" lvl="0">
                  <a:lnSpc>
                    <a:spcPts val="1853"/>
                  </a:lnSpc>
                  <a:spcBef>
                    <a:spcPct val="0"/>
                  </a:spcBef>
                </a:pPr>
              </a:p>
              <a:p>
                <a:pPr algn="ctr" marL="0" indent="0" lvl="0">
                  <a:lnSpc>
                    <a:spcPts val="1853"/>
                  </a:lnSpc>
                  <a:spcBef>
                    <a:spcPct val="0"/>
                  </a:spcBef>
                </a:pPr>
              </a:p>
            </p:txBody>
          </p:sp>
        </p:grpSp>
        <p:grpSp>
          <p:nvGrpSpPr>
            <p:cNvPr name="Group 9" id="9"/>
            <p:cNvGrpSpPr/>
            <p:nvPr/>
          </p:nvGrpSpPr>
          <p:grpSpPr>
            <a:xfrm rot="0">
              <a:off x="18064463" y="1334482"/>
              <a:ext cx="2392010" cy="1865053"/>
              <a:chOff x="0" y="0"/>
              <a:chExt cx="497773" cy="388115"/>
            </a:xfrm>
          </p:grpSpPr>
          <p:sp>
            <p:nvSpPr>
              <p:cNvPr name="Freeform 10" id="10"/>
              <p:cNvSpPr/>
              <p:nvPr/>
            </p:nvSpPr>
            <p:spPr>
              <a:xfrm flipH="false" flipV="false" rot="0">
                <a:off x="0" y="0"/>
                <a:ext cx="497773" cy="388115"/>
              </a:xfrm>
              <a:custGeom>
                <a:avLst/>
                <a:gdLst/>
                <a:ahLst/>
                <a:cxnLst/>
                <a:rect r="r" b="b" t="t" l="l"/>
                <a:pathLst>
                  <a:path h="388115" w="497773">
                    <a:moveTo>
                      <a:pt x="0" y="0"/>
                    </a:moveTo>
                    <a:lnTo>
                      <a:pt x="497773" y="0"/>
                    </a:lnTo>
                    <a:lnTo>
                      <a:pt x="497773" y="388115"/>
                    </a:lnTo>
                    <a:lnTo>
                      <a:pt x="0" y="388115"/>
                    </a:lnTo>
                    <a:close/>
                  </a:path>
                </a:pathLst>
              </a:custGeom>
              <a:solidFill>
                <a:srgbClr val="FFFFFF"/>
              </a:solidFill>
              <a:ln cap="sq">
                <a:noFill/>
                <a:prstDash val="solid"/>
                <a:miter/>
              </a:ln>
            </p:spPr>
          </p:sp>
          <p:sp>
            <p:nvSpPr>
              <p:cNvPr name="TextBox 11" id="11"/>
              <p:cNvSpPr txBox="true"/>
              <p:nvPr/>
            </p:nvSpPr>
            <p:spPr>
              <a:xfrm>
                <a:off x="0" y="-38100"/>
                <a:ext cx="497773" cy="426215"/>
              </a:xfrm>
              <a:prstGeom prst="rect">
                <a:avLst/>
              </a:prstGeom>
            </p:spPr>
            <p:txBody>
              <a:bodyPr anchor="ctr" rtlCol="false" tIns="48220" lIns="48220" bIns="48220" rIns="48220"/>
              <a:lstStyle/>
              <a:p>
                <a:pPr algn="ctr" marL="0" indent="0" lvl="0">
                  <a:lnSpc>
                    <a:spcPts val="1853"/>
                  </a:lnSpc>
                  <a:spcBef>
                    <a:spcPct val="0"/>
                  </a:spcBef>
                </a:pPr>
              </a:p>
              <a:p>
                <a:pPr algn="ctr" marL="0" indent="0" lvl="0">
                  <a:lnSpc>
                    <a:spcPts val="1853"/>
                  </a:lnSpc>
                  <a:spcBef>
                    <a:spcPct val="0"/>
                  </a:spcBef>
                </a:pPr>
              </a:p>
              <a:p>
                <a:pPr algn="ctr" marL="0" indent="0" lvl="0">
                  <a:lnSpc>
                    <a:spcPts val="1853"/>
                  </a:lnSpc>
                  <a:spcBef>
                    <a:spcPct val="0"/>
                  </a:spcBef>
                </a:pPr>
              </a:p>
            </p:txBody>
          </p:sp>
        </p:grpSp>
        <p:grpSp>
          <p:nvGrpSpPr>
            <p:cNvPr name="Group 12" id="12"/>
            <p:cNvGrpSpPr/>
            <p:nvPr/>
          </p:nvGrpSpPr>
          <p:grpSpPr>
            <a:xfrm rot="0">
              <a:off x="16059231" y="0"/>
              <a:ext cx="2504831" cy="1727243"/>
              <a:chOff x="0" y="0"/>
              <a:chExt cx="521251" cy="359436"/>
            </a:xfrm>
          </p:grpSpPr>
          <p:sp>
            <p:nvSpPr>
              <p:cNvPr name="Freeform 13" id="13"/>
              <p:cNvSpPr/>
              <p:nvPr/>
            </p:nvSpPr>
            <p:spPr>
              <a:xfrm flipH="false" flipV="false" rot="0">
                <a:off x="0" y="0"/>
                <a:ext cx="521251" cy="359436"/>
              </a:xfrm>
              <a:custGeom>
                <a:avLst/>
                <a:gdLst/>
                <a:ahLst/>
                <a:cxnLst/>
                <a:rect r="r" b="b" t="t" l="l"/>
                <a:pathLst>
                  <a:path h="359436" w="521251">
                    <a:moveTo>
                      <a:pt x="179718" y="0"/>
                    </a:moveTo>
                    <a:lnTo>
                      <a:pt x="341533" y="0"/>
                    </a:lnTo>
                    <a:cubicBezTo>
                      <a:pt x="440789" y="0"/>
                      <a:pt x="521251" y="80463"/>
                      <a:pt x="521251" y="179718"/>
                    </a:cubicBezTo>
                    <a:lnTo>
                      <a:pt x="521251" y="179718"/>
                    </a:lnTo>
                    <a:cubicBezTo>
                      <a:pt x="521251" y="227382"/>
                      <a:pt x="502317" y="273094"/>
                      <a:pt x="468613" y="306798"/>
                    </a:cubicBezTo>
                    <a:cubicBezTo>
                      <a:pt x="434909" y="340502"/>
                      <a:pt x="389197" y="359436"/>
                      <a:pt x="341533" y="359436"/>
                    </a:cubicBezTo>
                    <a:lnTo>
                      <a:pt x="179718" y="359436"/>
                    </a:lnTo>
                    <a:cubicBezTo>
                      <a:pt x="132054" y="359436"/>
                      <a:pt x="86342" y="340502"/>
                      <a:pt x="52638" y="306798"/>
                    </a:cubicBezTo>
                    <a:cubicBezTo>
                      <a:pt x="18935" y="273094"/>
                      <a:pt x="0" y="227382"/>
                      <a:pt x="0" y="179718"/>
                    </a:cubicBezTo>
                    <a:lnTo>
                      <a:pt x="0" y="179718"/>
                    </a:lnTo>
                    <a:cubicBezTo>
                      <a:pt x="0" y="132054"/>
                      <a:pt x="18935" y="86342"/>
                      <a:pt x="52638" y="52638"/>
                    </a:cubicBezTo>
                    <a:cubicBezTo>
                      <a:pt x="86342" y="18935"/>
                      <a:pt x="132054" y="0"/>
                      <a:pt x="179718" y="0"/>
                    </a:cubicBezTo>
                    <a:close/>
                  </a:path>
                </a:pathLst>
              </a:custGeom>
              <a:solidFill>
                <a:srgbClr val="5170FF"/>
              </a:solidFill>
              <a:ln cap="rnd">
                <a:noFill/>
                <a:prstDash val="solid"/>
                <a:round/>
              </a:ln>
            </p:spPr>
          </p:sp>
          <p:sp>
            <p:nvSpPr>
              <p:cNvPr name="TextBox 14" id="14"/>
              <p:cNvSpPr txBox="true"/>
              <p:nvPr/>
            </p:nvSpPr>
            <p:spPr>
              <a:xfrm>
                <a:off x="0" y="-38100"/>
                <a:ext cx="521251" cy="397536"/>
              </a:xfrm>
              <a:prstGeom prst="rect">
                <a:avLst/>
              </a:prstGeom>
            </p:spPr>
            <p:txBody>
              <a:bodyPr anchor="ctr" rtlCol="false" tIns="48220" lIns="48220" bIns="48220" rIns="48220"/>
              <a:lstStyle/>
              <a:p>
                <a:pPr algn="ctr" marL="0" indent="0" lvl="0">
                  <a:lnSpc>
                    <a:spcPts val="1853"/>
                  </a:lnSpc>
                  <a:spcBef>
                    <a:spcPct val="0"/>
                  </a:spcBef>
                </a:pPr>
              </a:p>
              <a:p>
                <a:pPr algn="ctr" marL="0" indent="0" lvl="0">
                  <a:lnSpc>
                    <a:spcPts val="1853"/>
                  </a:lnSpc>
                  <a:spcBef>
                    <a:spcPct val="0"/>
                  </a:spcBef>
                </a:pPr>
              </a:p>
              <a:p>
                <a:pPr algn="ctr" marL="0" indent="0" lvl="0">
                  <a:lnSpc>
                    <a:spcPts val="1853"/>
                  </a:lnSpc>
                  <a:spcBef>
                    <a:spcPct val="0"/>
                  </a:spcBef>
                </a:pPr>
              </a:p>
            </p:txBody>
          </p:sp>
        </p:grpSp>
      </p:grpSp>
      <p:sp>
        <p:nvSpPr>
          <p:cNvPr name="Freeform 15" id="15"/>
          <p:cNvSpPr/>
          <p:nvPr/>
        </p:nvSpPr>
        <p:spPr>
          <a:xfrm flipH="false" flipV="false" rot="0">
            <a:off x="820604" y="843344"/>
            <a:ext cx="334731" cy="334731"/>
          </a:xfrm>
          <a:custGeom>
            <a:avLst/>
            <a:gdLst/>
            <a:ahLst/>
            <a:cxnLst/>
            <a:rect r="r" b="b" t="t" l="l"/>
            <a:pathLst>
              <a:path h="334731" w="334731">
                <a:moveTo>
                  <a:pt x="0" y="0"/>
                </a:moveTo>
                <a:lnTo>
                  <a:pt x="334731" y="0"/>
                </a:lnTo>
                <a:lnTo>
                  <a:pt x="334731" y="334731"/>
                </a:lnTo>
                <a:lnTo>
                  <a:pt x="0" y="334731"/>
                </a:lnTo>
                <a:lnTo>
                  <a:pt x="0" y="0"/>
                </a:lnTo>
                <a:close/>
              </a:path>
            </a:pathLst>
          </a:custGeom>
          <a:blipFill>
            <a:blip r:embed="rId3">
              <a:extLst>
                <a:ext uri="{96DAC541-7B7A-43D3-8B79-37D633B846F1}">
                  <asvg:svgBlip xmlns:asvg="http://schemas.microsoft.com/office/drawing/2016/SVG/main" r:embed="rId4"/>
                </a:ext>
              </a:extLst>
            </a:blip>
            <a:stretch>
              <a:fillRect l="0" t="0" r="0" b="0"/>
            </a:stretch>
          </a:blipFill>
        </p:spPr>
      </p:sp>
      <p:grpSp>
        <p:nvGrpSpPr>
          <p:cNvPr name="Group 16" id="16"/>
          <p:cNvGrpSpPr/>
          <p:nvPr/>
        </p:nvGrpSpPr>
        <p:grpSpPr>
          <a:xfrm rot="0">
            <a:off x="1717296" y="2898323"/>
            <a:ext cx="8207164" cy="5701057"/>
            <a:chOff x="0" y="0"/>
            <a:chExt cx="1170096" cy="812800"/>
          </a:xfrm>
        </p:grpSpPr>
        <p:sp>
          <p:nvSpPr>
            <p:cNvPr name="Freeform 17" id="17" descr="무대 앞 박스에서 배우에게 대사를 알려주는 프롬프터 일러스트"/>
            <p:cNvSpPr/>
            <p:nvPr/>
          </p:nvSpPr>
          <p:spPr>
            <a:xfrm flipH="false" flipV="false" rot="0">
              <a:off x="0" y="0"/>
              <a:ext cx="1170096" cy="812800"/>
            </a:xfrm>
            <a:custGeom>
              <a:avLst/>
              <a:gdLst/>
              <a:ahLst/>
              <a:cxnLst/>
              <a:rect r="r" b="b" t="t" l="l"/>
              <a:pathLst>
                <a:path h="812800" w="1170096">
                  <a:moveTo>
                    <a:pt x="14150" y="0"/>
                  </a:moveTo>
                  <a:lnTo>
                    <a:pt x="1155946" y="0"/>
                  </a:lnTo>
                  <a:cubicBezTo>
                    <a:pt x="1163761" y="0"/>
                    <a:pt x="1170096" y="6335"/>
                    <a:pt x="1170096" y="14150"/>
                  </a:cubicBezTo>
                  <a:lnTo>
                    <a:pt x="1170096" y="798650"/>
                  </a:lnTo>
                  <a:cubicBezTo>
                    <a:pt x="1170096" y="806465"/>
                    <a:pt x="1163761" y="812800"/>
                    <a:pt x="1155946" y="812800"/>
                  </a:cubicBezTo>
                  <a:lnTo>
                    <a:pt x="14150" y="812800"/>
                  </a:lnTo>
                  <a:cubicBezTo>
                    <a:pt x="6335" y="812800"/>
                    <a:pt x="0" y="806465"/>
                    <a:pt x="0" y="798650"/>
                  </a:cubicBezTo>
                  <a:lnTo>
                    <a:pt x="0" y="14150"/>
                  </a:lnTo>
                  <a:cubicBezTo>
                    <a:pt x="0" y="6335"/>
                    <a:pt x="6335" y="0"/>
                    <a:pt x="14150" y="0"/>
                  </a:cubicBezTo>
                  <a:close/>
                </a:path>
              </a:pathLst>
            </a:custGeom>
            <a:blipFill>
              <a:blip r:embed="rId5"/>
              <a:stretch>
                <a:fillRect l="-2130" t="0" r="-2130" b="0"/>
              </a:stretch>
            </a:blipFill>
            <a:ln cap="sq">
              <a:noFill/>
              <a:prstDash val="solid"/>
              <a:miter/>
            </a:ln>
          </p:spPr>
        </p:sp>
      </p:grpSp>
      <p:grpSp>
        <p:nvGrpSpPr>
          <p:cNvPr name="Group 18" id="18"/>
          <p:cNvGrpSpPr/>
          <p:nvPr/>
        </p:nvGrpSpPr>
        <p:grpSpPr>
          <a:xfrm rot="0">
            <a:off x="10472784" y="6346709"/>
            <a:ext cx="5384961" cy="2252671"/>
            <a:chOff x="0" y="0"/>
            <a:chExt cx="7179948" cy="3003561"/>
          </a:xfrm>
        </p:grpSpPr>
        <p:grpSp>
          <p:nvGrpSpPr>
            <p:cNvPr name="Group 19" id="19"/>
            <p:cNvGrpSpPr/>
            <p:nvPr/>
          </p:nvGrpSpPr>
          <p:grpSpPr>
            <a:xfrm rot="0">
              <a:off x="0" y="0"/>
              <a:ext cx="7179948" cy="3003561"/>
              <a:chOff x="0" y="0"/>
              <a:chExt cx="1418261" cy="593296"/>
            </a:xfrm>
          </p:grpSpPr>
          <p:sp>
            <p:nvSpPr>
              <p:cNvPr name="Freeform 20" id="20"/>
              <p:cNvSpPr/>
              <p:nvPr/>
            </p:nvSpPr>
            <p:spPr>
              <a:xfrm flipH="false" flipV="false" rot="0">
                <a:off x="0" y="0"/>
                <a:ext cx="1418261" cy="593296"/>
              </a:xfrm>
              <a:custGeom>
                <a:avLst/>
                <a:gdLst/>
                <a:ahLst/>
                <a:cxnLst/>
                <a:rect r="r" b="b" t="t" l="l"/>
                <a:pathLst>
                  <a:path h="593296" w="1418261">
                    <a:moveTo>
                      <a:pt x="21565" y="0"/>
                    </a:moveTo>
                    <a:lnTo>
                      <a:pt x="1396696" y="0"/>
                    </a:lnTo>
                    <a:cubicBezTo>
                      <a:pt x="1408606" y="0"/>
                      <a:pt x="1418261" y="9655"/>
                      <a:pt x="1418261" y="21565"/>
                    </a:cubicBezTo>
                    <a:lnTo>
                      <a:pt x="1418261" y="571731"/>
                    </a:lnTo>
                    <a:cubicBezTo>
                      <a:pt x="1418261" y="577450"/>
                      <a:pt x="1415989" y="582935"/>
                      <a:pt x="1411945" y="586980"/>
                    </a:cubicBezTo>
                    <a:cubicBezTo>
                      <a:pt x="1407901" y="591024"/>
                      <a:pt x="1402415" y="593296"/>
                      <a:pt x="1396696" y="593296"/>
                    </a:cubicBezTo>
                    <a:lnTo>
                      <a:pt x="21565" y="593296"/>
                    </a:lnTo>
                    <a:cubicBezTo>
                      <a:pt x="9655" y="593296"/>
                      <a:pt x="0" y="583641"/>
                      <a:pt x="0" y="571731"/>
                    </a:cubicBezTo>
                    <a:lnTo>
                      <a:pt x="0" y="21565"/>
                    </a:lnTo>
                    <a:cubicBezTo>
                      <a:pt x="0" y="9655"/>
                      <a:pt x="9655" y="0"/>
                      <a:pt x="21565" y="0"/>
                    </a:cubicBezTo>
                    <a:close/>
                  </a:path>
                </a:pathLst>
              </a:custGeom>
              <a:solidFill>
                <a:srgbClr val="EAEAEA"/>
              </a:solidFill>
              <a:ln cap="sq">
                <a:noFill/>
                <a:prstDash val="solid"/>
                <a:miter/>
              </a:ln>
            </p:spPr>
          </p:sp>
          <p:sp>
            <p:nvSpPr>
              <p:cNvPr name="TextBox 21" id="21"/>
              <p:cNvSpPr txBox="true"/>
              <p:nvPr/>
            </p:nvSpPr>
            <p:spPr>
              <a:xfrm>
                <a:off x="0" y="19050"/>
                <a:ext cx="1418261" cy="574246"/>
              </a:xfrm>
              <a:prstGeom prst="rect">
                <a:avLst/>
              </a:prstGeom>
            </p:spPr>
            <p:txBody>
              <a:bodyPr anchor="ctr" rtlCol="false" tIns="50800" lIns="50800" bIns="50800" rIns="50800"/>
              <a:lstStyle/>
              <a:p>
                <a:pPr algn="ctr">
                  <a:lnSpc>
                    <a:spcPts val="2743"/>
                  </a:lnSpc>
                </a:pPr>
              </a:p>
            </p:txBody>
          </p:sp>
        </p:grpSp>
        <p:sp>
          <p:nvSpPr>
            <p:cNvPr name="Freeform 22" id="22"/>
            <p:cNvSpPr/>
            <p:nvPr/>
          </p:nvSpPr>
          <p:spPr>
            <a:xfrm flipH="false" flipV="false" rot="0">
              <a:off x="741639" y="709385"/>
              <a:ext cx="189653" cy="144610"/>
            </a:xfrm>
            <a:custGeom>
              <a:avLst/>
              <a:gdLst/>
              <a:ahLst/>
              <a:cxnLst/>
              <a:rect r="r" b="b" t="t" l="l"/>
              <a:pathLst>
                <a:path h="144610" w="189653">
                  <a:moveTo>
                    <a:pt x="0" y="0"/>
                  </a:moveTo>
                  <a:lnTo>
                    <a:pt x="189653" y="0"/>
                  </a:lnTo>
                  <a:lnTo>
                    <a:pt x="189653" y="144610"/>
                  </a:lnTo>
                  <a:lnTo>
                    <a:pt x="0" y="144610"/>
                  </a:lnTo>
                  <a:lnTo>
                    <a:pt x="0" y="0"/>
                  </a:lnTo>
                  <a:close/>
                </a:path>
              </a:pathLst>
            </a:custGeom>
            <a:blipFill>
              <a:blip r:embed="rId6">
                <a:extLst>
                  <a:ext uri="{96DAC541-7B7A-43D3-8B79-37D633B846F1}">
                    <asvg:svgBlip xmlns:asvg="http://schemas.microsoft.com/office/drawing/2016/SVG/main" r:embed="rId7"/>
                  </a:ext>
                </a:extLst>
              </a:blip>
              <a:stretch>
                <a:fillRect l="0" t="0" r="0" b="0"/>
              </a:stretch>
            </a:blipFill>
          </p:spPr>
        </p:sp>
        <p:sp>
          <p:nvSpPr>
            <p:cNvPr name="TextBox 23" id="23"/>
            <p:cNvSpPr txBox="true"/>
            <p:nvPr/>
          </p:nvSpPr>
          <p:spPr>
            <a:xfrm rot="0">
              <a:off x="1045128" y="502290"/>
              <a:ext cx="6134820" cy="482600"/>
            </a:xfrm>
            <a:prstGeom prst="rect">
              <a:avLst/>
            </a:prstGeom>
          </p:spPr>
          <p:txBody>
            <a:bodyPr anchor="t" rtlCol="false" tIns="0" lIns="0" bIns="0" rIns="0">
              <a:spAutoFit/>
            </a:bodyPr>
            <a:lstStyle/>
            <a:p>
              <a:pPr algn="l" marL="0" indent="0" lvl="0">
                <a:lnSpc>
                  <a:spcPts val="3000"/>
                </a:lnSpc>
                <a:spcBef>
                  <a:spcPct val="0"/>
                </a:spcBef>
              </a:pPr>
              <a:r>
                <a:rPr lang="en-US" b="true" sz="2000" spc="-40" strike="noStrike" u="none">
                  <a:solidFill>
                    <a:srgbClr val="333333">
                      <a:alpha val="89804"/>
                    </a:srgbClr>
                  </a:solidFill>
                  <a:latin typeface="프리젠테이션 Bold"/>
                  <a:ea typeface="프리젠테이션 Bold"/>
                  <a:cs typeface="프리젠테이션 Bold"/>
                  <a:sym typeface="프리젠테이션 Bold"/>
                </a:rPr>
                <a:t>같은 AI, 다른 지시 → 다른 결과</a:t>
              </a:r>
            </a:p>
          </p:txBody>
        </p:sp>
        <p:sp>
          <p:nvSpPr>
            <p:cNvPr name="Freeform 24" id="24"/>
            <p:cNvSpPr/>
            <p:nvPr/>
          </p:nvSpPr>
          <p:spPr>
            <a:xfrm flipH="false" flipV="false" rot="0">
              <a:off x="741639" y="1418045"/>
              <a:ext cx="189653" cy="144610"/>
            </a:xfrm>
            <a:custGeom>
              <a:avLst/>
              <a:gdLst/>
              <a:ahLst/>
              <a:cxnLst/>
              <a:rect r="r" b="b" t="t" l="l"/>
              <a:pathLst>
                <a:path h="144610" w="189653">
                  <a:moveTo>
                    <a:pt x="0" y="0"/>
                  </a:moveTo>
                  <a:lnTo>
                    <a:pt x="189653" y="0"/>
                  </a:lnTo>
                  <a:lnTo>
                    <a:pt x="189653" y="144611"/>
                  </a:lnTo>
                  <a:lnTo>
                    <a:pt x="0" y="144611"/>
                  </a:lnTo>
                  <a:lnTo>
                    <a:pt x="0" y="0"/>
                  </a:lnTo>
                  <a:close/>
                </a:path>
              </a:pathLst>
            </a:custGeom>
            <a:blipFill>
              <a:blip r:embed="rId6">
                <a:extLst>
                  <a:ext uri="{96DAC541-7B7A-43D3-8B79-37D633B846F1}">
                    <asvg:svgBlip xmlns:asvg="http://schemas.microsoft.com/office/drawing/2016/SVG/main" r:embed="rId7"/>
                  </a:ext>
                </a:extLst>
              </a:blip>
              <a:stretch>
                <a:fillRect l="0" t="0" r="0" b="0"/>
              </a:stretch>
            </a:blipFill>
          </p:spPr>
        </p:sp>
        <p:sp>
          <p:nvSpPr>
            <p:cNvPr name="TextBox 25" id="25"/>
            <p:cNvSpPr txBox="true"/>
            <p:nvPr/>
          </p:nvSpPr>
          <p:spPr>
            <a:xfrm rot="0">
              <a:off x="1045128" y="1210950"/>
              <a:ext cx="6134820" cy="482600"/>
            </a:xfrm>
            <a:prstGeom prst="rect">
              <a:avLst/>
            </a:prstGeom>
          </p:spPr>
          <p:txBody>
            <a:bodyPr anchor="t" rtlCol="false" tIns="0" lIns="0" bIns="0" rIns="0">
              <a:spAutoFit/>
            </a:bodyPr>
            <a:lstStyle/>
            <a:p>
              <a:pPr algn="l" marL="0" indent="0" lvl="0">
                <a:lnSpc>
                  <a:spcPts val="3000"/>
                </a:lnSpc>
                <a:spcBef>
                  <a:spcPct val="0"/>
                </a:spcBef>
              </a:pPr>
              <a:r>
                <a:rPr lang="en-US" b="true" sz="2000" spc="-40" strike="noStrike" u="none">
                  <a:solidFill>
                    <a:srgbClr val="333333">
                      <a:alpha val="89804"/>
                    </a:srgbClr>
                  </a:solidFill>
                  <a:latin typeface="프리젠테이션 Bold"/>
                  <a:ea typeface="프리젠테이션 Bold"/>
                  <a:cs typeface="프리젠테이션 Bold"/>
                  <a:sym typeface="프리젠테이션 Bold"/>
                </a:rPr>
                <a:t>잘 묻는 사람이 잘 얻는다</a:t>
              </a:r>
            </a:p>
          </p:txBody>
        </p:sp>
        <p:sp>
          <p:nvSpPr>
            <p:cNvPr name="Freeform 26" id="26"/>
            <p:cNvSpPr/>
            <p:nvPr/>
          </p:nvSpPr>
          <p:spPr>
            <a:xfrm flipH="false" flipV="false" rot="0">
              <a:off x="741639" y="2126706"/>
              <a:ext cx="189653" cy="144610"/>
            </a:xfrm>
            <a:custGeom>
              <a:avLst/>
              <a:gdLst/>
              <a:ahLst/>
              <a:cxnLst/>
              <a:rect r="r" b="b" t="t" l="l"/>
              <a:pathLst>
                <a:path h="144610" w="189653">
                  <a:moveTo>
                    <a:pt x="0" y="0"/>
                  </a:moveTo>
                  <a:lnTo>
                    <a:pt x="189653" y="0"/>
                  </a:lnTo>
                  <a:lnTo>
                    <a:pt x="189653" y="144610"/>
                  </a:lnTo>
                  <a:lnTo>
                    <a:pt x="0" y="144610"/>
                  </a:lnTo>
                  <a:lnTo>
                    <a:pt x="0" y="0"/>
                  </a:lnTo>
                  <a:close/>
                </a:path>
              </a:pathLst>
            </a:custGeom>
            <a:blipFill>
              <a:blip r:embed="rId6">
                <a:extLst>
                  <a:ext uri="{96DAC541-7B7A-43D3-8B79-37D633B846F1}">
                    <asvg:svgBlip xmlns:asvg="http://schemas.microsoft.com/office/drawing/2016/SVG/main" r:embed="rId7"/>
                  </a:ext>
                </a:extLst>
              </a:blip>
              <a:stretch>
                <a:fillRect l="0" t="0" r="0" b="0"/>
              </a:stretch>
            </a:blipFill>
          </p:spPr>
        </p:sp>
        <p:sp>
          <p:nvSpPr>
            <p:cNvPr name="TextBox 27" id="27"/>
            <p:cNvSpPr txBox="true"/>
            <p:nvPr/>
          </p:nvSpPr>
          <p:spPr>
            <a:xfrm rot="0">
              <a:off x="1045128" y="1919611"/>
              <a:ext cx="6134820" cy="482600"/>
            </a:xfrm>
            <a:prstGeom prst="rect">
              <a:avLst/>
            </a:prstGeom>
          </p:spPr>
          <p:txBody>
            <a:bodyPr anchor="t" rtlCol="false" tIns="0" lIns="0" bIns="0" rIns="0">
              <a:spAutoFit/>
            </a:bodyPr>
            <a:lstStyle/>
            <a:p>
              <a:pPr algn="l" marL="0" indent="0" lvl="0">
                <a:lnSpc>
                  <a:spcPts val="3000"/>
                </a:lnSpc>
                <a:spcBef>
                  <a:spcPct val="0"/>
                </a:spcBef>
              </a:pPr>
              <a:r>
                <a:rPr lang="en-US" b="true" sz="2000" spc="-40" strike="noStrike" u="none">
                  <a:solidFill>
                    <a:srgbClr val="333333">
                      <a:alpha val="89804"/>
                    </a:srgbClr>
                  </a:solidFill>
                  <a:latin typeface="프리젠테이션 Bold"/>
                  <a:ea typeface="프리젠테이션 Bold"/>
                  <a:cs typeface="프리젠테이션 Bold"/>
                  <a:sym typeface="프리젠테이션 Bold"/>
                </a:rPr>
                <a:t>바이브코딩의 가장 기본 기술</a:t>
              </a:r>
            </a:p>
          </p:txBody>
        </p:sp>
      </p:grpSp>
      <p:grpSp>
        <p:nvGrpSpPr>
          <p:cNvPr name="Group 28" id="28"/>
          <p:cNvGrpSpPr/>
          <p:nvPr/>
        </p:nvGrpSpPr>
        <p:grpSpPr>
          <a:xfrm rot="0">
            <a:off x="10472784" y="2884234"/>
            <a:ext cx="3903318" cy="547878"/>
            <a:chOff x="0" y="0"/>
            <a:chExt cx="5204424" cy="730504"/>
          </a:xfrm>
        </p:grpSpPr>
        <p:sp>
          <p:nvSpPr>
            <p:cNvPr name="Freeform 29" id="29"/>
            <p:cNvSpPr/>
            <p:nvPr/>
          </p:nvSpPr>
          <p:spPr>
            <a:xfrm flipH="false" flipV="false" rot="0">
              <a:off x="0" y="192339"/>
              <a:ext cx="355986" cy="355986"/>
            </a:xfrm>
            <a:custGeom>
              <a:avLst/>
              <a:gdLst/>
              <a:ahLst/>
              <a:cxnLst/>
              <a:rect r="r" b="b" t="t" l="l"/>
              <a:pathLst>
                <a:path h="355986" w="355986">
                  <a:moveTo>
                    <a:pt x="0" y="0"/>
                  </a:moveTo>
                  <a:lnTo>
                    <a:pt x="355986" y="0"/>
                  </a:lnTo>
                  <a:lnTo>
                    <a:pt x="355986" y="355986"/>
                  </a:lnTo>
                  <a:lnTo>
                    <a:pt x="0" y="355986"/>
                  </a:lnTo>
                  <a:lnTo>
                    <a:pt x="0" y="0"/>
                  </a:lnTo>
                  <a:close/>
                </a:path>
              </a:pathLst>
            </a:custGeom>
            <a:blipFill>
              <a:blip r:embed="rId8">
                <a:extLst>
                  <a:ext uri="{96DAC541-7B7A-43D3-8B79-37D633B846F1}">
                    <asvg:svgBlip xmlns:asvg="http://schemas.microsoft.com/office/drawing/2016/SVG/main" r:embed="rId9"/>
                  </a:ext>
                </a:extLst>
              </a:blip>
              <a:stretch>
                <a:fillRect l="0" t="0" r="0" b="0"/>
              </a:stretch>
            </a:blipFill>
          </p:spPr>
        </p:sp>
        <p:sp>
          <p:nvSpPr>
            <p:cNvPr name="TextBox 30" id="30"/>
            <p:cNvSpPr txBox="true"/>
            <p:nvPr/>
          </p:nvSpPr>
          <p:spPr>
            <a:xfrm rot="0">
              <a:off x="500339" y="76200"/>
              <a:ext cx="4704085" cy="654304"/>
            </a:xfrm>
            <a:prstGeom prst="rect">
              <a:avLst/>
            </a:prstGeom>
          </p:spPr>
          <p:txBody>
            <a:bodyPr anchor="t" rtlCol="false" tIns="0" lIns="0" bIns="0" rIns="0">
              <a:spAutoFit/>
            </a:bodyPr>
            <a:lstStyle/>
            <a:p>
              <a:pPr algn="l" marL="0" indent="0" lvl="0">
                <a:lnSpc>
                  <a:spcPts val="3456"/>
                </a:lnSpc>
                <a:spcBef>
                  <a:spcPct val="0"/>
                </a:spcBef>
              </a:pPr>
              <a:r>
                <a:rPr lang="en-US" b="true" sz="3600" spc="-72" strike="noStrike" u="none">
                  <a:solidFill>
                    <a:srgbClr val="333333"/>
                  </a:solidFill>
                  <a:latin typeface="프리젠테이션 Bold"/>
                  <a:ea typeface="프리젠테이션 Bold"/>
                  <a:cs typeface="프리젠테이션 Bold"/>
                  <a:sym typeface="프리젠테이션 Bold"/>
                </a:rPr>
                <a:t>AI에게 주는 대사</a:t>
              </a:r>
            </a:p>
          </p:txBody>
        </p:sp>
      </p:grpSp>
      <p:sp>
        <p:nvSpPr>
          <p:cNvPr name="TextBox 31" id="31"/>
          <p:cNvSpPr txBox="true"/>
          <p:nvPr/>
        </p:nvSpPr>
        <p:spPr>
          <a:xfrm rot="0">
            <a:off x="1355167" y="696396"/>
            <a:ext cx="12295240" cy="685800"/>
          </a:xfrm>
          <a:prstGeom prst="rect">
            <a:avLst/>
          </a:prstGeom>
        </p:spPr>
        <p:txBody>
          <a:bodyPr anchor="t" rtlCol="false" tIns="0" lIns="0" bIns="0" rIns="0">
            <a:spAutoFit/>
          </a:bodyPr>
          <a:lstStyle/>
          <a:p>
            <a:pPr algn="l" marL="0" indent="0" lvl="0">
              <a:lnSpc>
                <a:spcPts val="5100"/>
              </a:lnSpc>
              <a:spcBef>
                <a:spcPct val="0"/>
              </a:spcBef>
            </a:pPr>
            <a:r>
              <a:rPr lang="en-US" b="true" sz="5000" spc="-100" strike="noStrike" u="none">
                <a:solidFill>
                  <a:srgbClr val="FFFFFF"/>
                </a:solidFill>
                <a:latin typeface="프리젠테이션 Bold"/>
                <a:ea typeface="프리젠테이션 Bold"/>
                <a:cs typeface="프리젠테이션 Bold"/>
                <a:sym typeface="프리젠테이션 Bold"/>
              </a:rPr>
              <a:t>프롬프트란?</a:t>
            </a:r>
          </a:p>
        </p:txBody>
      </p:sp>
      <p:sp>
        <p:nvSpPr>
          <p:cNvPr name="TextBox 32" id="32"/>
          <p:cNvSpPr txBox="true"/>
          <p:nvPr/>
        </p:nvSpPr>
        <p:spPr>
          <a:xfrm rot="0">
            <a:off x="10472784" y="3604117"/>
            <a:ext cx="7086813" cy="1365885"/>
          </a:xfrm>
          <a:prstGeom prst="rect">
            <a:avLst/>
          </a:prstGeom>
        </p:spPr>
        <p:txBody>
          <a:bodyPr anchor="t" rtlCol="false" tIns="0" lIns="0" bIns="0" rIns="0">
            <a:spAutoFit/>
          </a:bodyPr>
          <a:lstStyle/>
          <a:p>
            <a:pPr algn="l" marL="518160" indent="-259080" lvl="1">
              <a:lnSpc>
                <a:spcPts val="3600"/>
              </a:lnSpc>
              <a:buFont typeface="Arial"/>
              <a:buChar char="•"/>
            </a:pPr>
            <a:r>
              <a:rPr lang="en-US" b="true" sz="2400" spc="-48" strike="noStrike" u="none">
                <a:solidFill>
                  <a:srgbClr val="000000">
                    <a:alpha val="69804"/>
                  </a:srgbClr>
                </a:solidFill>
                <a:latin typeface="프리젠테이션 Bold"/>
                <a:ea typeface="프리젠테이션 Bold"/>
                <a:cs typeface="프리젠테이션 Bold"/>
                <a:sym typeface="프리젠테이션 Bold"/>
              </a:rPr>
              <a:t>원래 뜻: 배우에게 대사를 알려주는 것</a:t>
            </a:r>
          </a:p>
          <a:p>
            <a:pPr algn="l" marL="518160" indent="-259080" lvl="1">
              <a:lnSpc>
                <a:spcPts val="3600"/>
              </a:lnSpc>
              <a:buFont typeface="Arial"/>
              <a:buChar char="•"/>
            </a:pPr>
            <a:r>
              <a:rPr lang="en-US" b="true" sz="2400" spc="-48" strike="noStrike" u="none">
                <a:solidFill>
                  <a:srgbClr val="000000">
                    <a:alpha val="69804"/>
                  </a:srgbClr>
                </a:solidFill>
                <a:latin typeface="프리젠테이션 Bold"/>
                <a:ea typeface="프리젠테이션 Bold"/>
                <a:cs typeface="프리젠테이션 Bold"/>
                <a:sym typeface="프리젠테이션 Bold"/>
              </a:rPr>
              <a:t>프롬프트 == AI에게 보내는 지시문</a:t>
            </a:r>
          </a:p>
          <a:p>
            <a:pPr algn="l" marL="518160" indent="-259080" lvl="1">
              <a:lnSpc>
                <a:spcPts val="3600"/>
              </a:lnSpc>
              <a:buFont typeface="Arial"/>
              <a:buChar char="•"/>
            </a:pPr>
            <a:r>
              <a:rPr lang="en-US" b="true" sz="2400" spc="-48" strike="noStrike" u="none">
                <a:solidFill>
                  <a:srgbClr val="000000">
                    <a:alpha val="69804"/>
                  </a:srgbClr>
                </a:solidFill>
                <a:latin typeface="프리젠테이션 Bold"/>
                <a:ea typeface="프리젠테이션 Bold"/>
                <a:cs typeface="프리젠테이션 Bold"/>
                <a:sym typeface="프리젠테이션 Bold"/>
              </a:rPr>
              <a:t>엔지니어링 == 지시문을 설계하는 기술</a:t>
            </a:r>
          </a:p>
        </p:txBody>
      </p:sp>
      <p:sp>
        <p:nvSpPr>
          <p:cNvPr name="TextBox 33" id="33"/>
          <p:cNvSpPr txBox="true"/>
          <p:nvPr/>
        </p:nvSpPr>
        <p:spPr>
          <a:xfrm rot="0">
            <a:off x="14694520" y="1353621"/>
            <a:ext cx="2865076" cy="325120"/>
          </a:xfrm>
          <a:prstGeom prst="rect">
            <a:avLst/>
          </a:prstGeom>
        </p:spPr>
        <p:txBody>
          <a:bodyPr anchor="t" rtlCol="false" tIns="0" lIns="0" bIns="0" rIns="0">
            <a:spAutoFit/>
          </a:bodyPr>
          <a:lstStyle/>
          <a:p>
            <a:pPr algn="ctr" marL="0" indent="0" lvl="0">
              <a:lnSpc>
                <a:spcPts val="2540"/>
              </a:lnSpc>
              <a:spcBef>
                <a:spcPct val="0"/>
              </a:spcBef>
            </a:pPr>
            <a:r>
              <a:rPr lang="en-US" b="true" sz="2000" spc="122" strike="noStrike" u="none">
                <a:solidFill>
                  <a:srgbClr val="5170FF"/>
                </a:solidFill>
                <a:latin typeface="프리젠테이션 Bold"/>
                <a:ea typeface="프리젠테이션 Bold"/>
                <a:cs typeface="프리젠테이션 Bold"/>
                <a:sym typeface="프리젠테이션 Bold"/>
              </a:rPr>
              <a:t>해달 바이브코딩 기초반</a:t>
            </a:r>
          </a:p>
        </p:txBody>
      </p:sp>
      <p:sp>
        <p:nvSpPr>
          <p:cNvPr name="TextBox 34" id="34"/>
          <p:cNvSpPr txBox="true"/>
          <p:nvPr/>
        </p:nvSpPr>
        <p:spPr>
          <a:xfrm rot="0">
            <a:off x="8382000" y="8899525"/>
            <a:ext cx="1524000" cy="358775"/>
          </a:xfrm>
          <a:prstGeom prst="rect">
            <a:avLst/>
          </a:prstGeom>
        </p:spPr>
        <p:txBody>
          <a:bodyPr anchor="t" rtlCol="false" tIns="0" lIns="0" bIns="0" rIns="0">
            <a:spAutoFit/>
          </a:bodyPr>
          <a:lstStyle/>
          <a:p>
            <a:pPr algn="ctr">
              <a:lnSpc>
                <a:spcPts val="2800"/>
              </a:lnSpc>
            </a:pPr>
            <a:r>
              <a:rPr lang="en-US" b="true" sz="2000">
                <a:solidFill>
                  <a:srgbClr val="4165C1"/>
                </a:solidFill>
                <a:latin typeface="프리젠테이션 Bold"/>
                <a:ea typeface="프리젠테이션 Bold"/>
                <a:cs typeface="프리젠테이션 Bold"/>
                <a:sym typeface="프리젠테이션 Bold"/>
              </a:rPr>
              <a:t>- 5 -</a:t>
            </a:r>
          </a:p>
        </p:txBody>
      </p:sp>
    </p:spTree>
  </p:cSld>
  <p:clrMapOvr>
    <a:masterClrMapping/>
  </p:clrMapOvr>
</p:sld>
</file>

<file path=ppt/slides/slide6.xml><?xml version="1.0" encoding="utf-8"?>
<p:sld xmlns:p="http://schemas.openxmlformats.org/presentationml/2006/main" xmlns:a="http://schemas.openxmlformats.org/drawingml/2006/main" xmlns:r="http://schemas.openxmlformats.org/officeDocument/2006/relationships">
  <p:cSld>
    <p:bg>
      <p:bgPr>
        <a:solidFill>
          <a:srgbClr val="5170FF"/>
        </a:solidFill>
      </p:bgPr>
    </p:bg>
    <p:spTree>
      <p:nvGrpSpPr>
        <p:cNvPr id="1" name=""/>
        <p:cNvGrpSpPr/>
        <p:nvPr/>
      </p:nvGrpSpPr>
      <p:grpSpPr>
        <a:xfrm>
          <a:off x="0" y="0"/>
          <a:ext cx="0" cy="0"/>
          <a:chOff x="0" y="0"/>
          <a:chExt cx="0" cy="0"/>
        </a:xfrm>
      </p:grpSpPr>
      <p:grpSp>
        <p:nvGrpSpPr>
          <p:cNvPr name="Group 2" id="2"/>
          <p:cNvGrpSpPr/>
          <p:nvPr/>
        </p:nvGrpSpPr>
        <p:grpSpPr>
          <a:xfrm rot="0">
            <a:off x="534854" y="457200"/>
            <a:ext cx="17218292" cy="9294946"/>
            <a:chOff x="0" y="0"/>
            <a:chExt cx="22957723" cy="12393261"/>
          </a:xfrm>
        </p:grpSpPr>
        <p:grpSp>
          <p:nvGrpSpPr>
            <p:cNvPr name="Group 3" id="3"/>
            <p:cNvGrpSpPr/>
            <p:nvPr/>
          </p:nvGrpSpPr>
          <p:grpSpPr>
            <a:xfrm rot="0">
              <a:off x="0" y="1727243"/>
              <a:ext cx="22957723" cy="10666019"/>
              <a:chOff x="0" y="0"/>
              <a:chExt cx="4777465" cy="2219581"/>
            </a:xfrm>
          </p:grpSpPr>
          <p:sp>
            <p:nvSpPr>
              <p:cNvPr name="Freeform 4" id="4"/>
              <p:cNvSpPr/>
              <p:nvPr/>
            </p:nvSpPr>
            <p:spPr>
              <a:xfrm flipH="false" flipV="false" rot="0">
                <a:off x="0" y="0"/>
                <a:ext cx="4777465" cy="2219581"/>
              </a:xfrm>
              <a:custGeom>
                <a:avLst/>
                <a:gdLst/>
                <a:ahLst/>
                <a:cxnLst/>
                <a:rect r="r" b="b" t="t" l="l"/>
                <a:pathLst>
                  <a:path h="2219581" w="4777465">
                    <a:moveTo>
                      <a:pt x="22931" y="0"/>
                    </a:moveTo>
                    <a:lnTo>
                      <a:pt x="4754534" y="0"/>
                    </a:lnTo>
                    <a:cubicBezTo>
                      <a:pt x="4767199" y="0"/>
                      <a:pt x="4777465" y="10267"/>
                      <a:pt x="4777465" y="22931"/>
                    </a:cubicBezTo>
                    <a:lnTo>
                      <a:pt x="4777465" y="2196650"/>
                    </a:lnTo>
                    <a:cubicBezTo>
                      <a:pt x="4777465" y="2202732"/>
                      <a:pt x="4775049" y="2208564"/>
                      <a:pt x="4770749" y="2212865"/>
                    </a:cubicBezTo>
                    <a:cubicBezTo>
                      <a:pt x="4766449" y="2217165"/>
                      <a:pt x="4760616" y="2219581"/>
                      <a:pt x="4754534" y="2219581"/>
                    </a:cubicBezTo>
                    <a:lnTo>
                      <a:pt x="22931" y="2219581"/>
                    </a:lnTo>
                    <a:cubicBezTo>
                      <a:pt x="10267" y="2219581"/>
                      <a:pt x="0" y="2209315"/>
                      <a:pt x="0" y="2196650"/>
                    </a:cubicBezTo>
                    <a:lnTo>
                      <a:pt x="0" y="22931"/>
                    </a:lnTo>
                    <a:cubicBezTo>
                      <a:pt x="0" y="10267"/>
                      <a:pt x="10267" y="0"/>
                      <a:pt x="22931" y="0"/>
                    </a:cubicBezTo>
                    <a:close/>
                  </a:path>
                </a:pathLst>
              </a:custGeom>
              <a:solidFill>
                <a:srgbClr val="FFFFFF"/>
              </a:solidFill>
              <a:ln cap="rnd">
                <a:noFill/>
                <a:prstDash val="solid"/>
                <a:round/>
              </a:ln>
            </p:spPr>
          </p:sp>
          <p:sp>
            <p:nvSpPr>
              <p:cNvPr name="TextBox 5" id="5"/>
              <p:cNvSpPr txBox="true"/>
              <p:nvPr/>
            </p:nvSpPr>
            <p:spPr>
              <a:xfrm>
                <a:off x="0" y="-38100"/>
                <a:ext cx="4777465" cy="2257681"/>
              </a:xfrm>
              <a:prstGeom prst="rect">
                <a:avLst/>
              </a:prstGeom>
            </p:spPr>
            <p:txBody>
              <a:bodyPr anchor="ctr" rtlCol="false" tIns="48220" lIns="48220" bIns="48220" rIns="48220"/>
              <a:lstStyle/>
              <a:p>
                <a:pPr algn="ctr" marL="0" indent="0" lvl="0">
                  <a:lnSpc>
                    <a:spcPts val="1853"/>
                  </a:lnSpc>
                  <a:spcBef>
                    <a:spcPct val="0"/>
                  </a:spcBef>
                </a:pPr>
              </a:p>
              <a:p>
                <a:pPr algn="ctr" marL="0" indent="0" lvl="0">
                  <a:lnSpc>
                    <a:spcPts val="1853"/>
                  </a:lnSpc>
                  <a:spcBef>
                    <a:spcPct val="0"/>
                  </a:spcBef>
                </a:pPr>
              </a:p>
              <a:p>
                <a:pPr algn="ctr" marL="0" indent="0" lvl="0">
                  <a:lnSpc>
                    <a:spcPts val="1853"/>
                  </a:lnSpc>
                  <a:spcBef>
                    <a:spcPct val="0"/>
                  </a:spcBef>
                </a:pPr>
              </a:p>
            </p:txBody>
          </p:sp>
        </p:grpSp>
        <p:grpSp>
          <p:nvGrpSpPr>
            <p:cNvPr name="Group 6" id="6"/>
            <p:cNvGrpSpPr/>
            <p:nvPr/>
          </p:nvGrpSpPr>
          <p:grpSpPr>
            <a:xfrm rot="0">
              <a:off x="18499830" y="891712"/>
              <a:ext cx="4457893" cy="3397582"/>
              <a:chOff x="0" y="0"/>
              <a:chExt cx="927680" cy="707031"/>
            </a:xfrm>
          </p:grpSpPr>
          <p:sp>
            <p:nvSpPr>
              <p:cNvPr name="Freeform 7" id="7"/>
              <p:cNvSpPr/>
              <p:nvPr/>
            </p:nvSpPr>
            <p:spPr>
              <a:xfrm flipH="false" flipV="false" rot="0">
                <a:off x="0" y="0"/>
                <a:ext cx="927680" cy="707031"/>
              </a:xfrm>
              <a:custGeom>
                <a:avLst/>
                <a:gdLst/>
                <a:ahLst/>
                <a:cxnLst/>
                <a:rect r="r" b="b" t="t" l="l"/>
                <a:pathLst>
                  <a:path h="707031" w="927680">
                    <a:moveTo>
                      <a:pt x="118094" y="0"/>
                    </a:moveTo>
                    <a:lnTo>
                      <a:pt x="809586" y="0"/>
                    </a:lnTo>
                    <a:cubicBezTo>
                      <a:pt x="874808" y="0"/>
                      <a:pt x="927680" y="52872"/>
                      <a:pt x="927680" y="118094"/>
                    </a:cubicBezTo>
                    <a:lnTo>
                      <a:pt x="927680" y="588937"/>
                    </a:lnTo>
                    <a:cubicBezTo>
                      <a:pt x="927680" y="654159"/>
                      <a:pt x="874808" y="707031"/>
                      <a:pt x="809586" y="707031"/>
                    </a:cubicBezTo>
                    <a:lnTo>
                      <a:pt x="118094" y="707031"/>
                    </a:lnTo>
                    <a:cubicBezTo>
                      <a:pt x="52872" y="707031"/>
                      <a:pt x="0" y="654159"/>
                      <a:pt x="0" y="588937"/>
                    </a:cubicBezTo>
                    <a:lnTo>
                      <a:pt x="0" y="118094"/>
                    </a:lnTo>
                    <a:cubicBezTo>
                      <a:pt x="0" y="52872"/>
                      <a:pt x="52872" y="0"/>
                      <a:pt x="118094" y="0"/>
                    </a:cubicBezTo>
                    <a:close/>
                  </a:path>
                </a:pathLst>
              </a:custGeom>
              <a:solidFill>
                <a:srgbClr val="FFFFFF"/>
              </a:solidFill>
              <a:ln cap="rnd">
                <a:noFill/>
                <a:prstDash val="solid"/>
                <a:round/>
              </a:ln>
            </p:spPr>
          </p:sp>
          <p:sp>
            <p:nvSpPr>
              <p:cNvPr name="TextBox 8" id="8"/>
              <p:cNvSpPr txBox="true"/>
              <p:nvPr/>
            </p:nvSpPr>
            <p:spPr>
              <a:xfrm>
                <a:off x="0" y="-38100"/>
                <a:ext cx="927680" cy="745131"/>
              </a:xfrm>
              <a:prstGeom prst="rect">
                <a:avLst/>
              </a:prstGeom>
            </p:spPr>
            <p:txBody>
              <a:bodyPr anchor="ctr" rtlCol="false" tIns="48220" lIns="48220" bIns="48220" rIns="48220"/>
              <a:lstStyle/>
              <a:p>
                <a:pPr algn="ctr" marL="0" indent="0" lvl="0">
                  <a:lnSpc>
                    <a:spcPts val="1853"/>
                  </a:lnSpc>
                  <a:spcBef>
                    <a:spcPct val="0"/>
                  </a:spcBef>
                </a:pPr>
              </a:p>
              <a:p>
                <a:pPr algn="ctr" marL="0" indent="0" lvl="0">
                  <a:lnSpc>
                    <a:spcPts val="1853"/>
                  </a:lnSpc>
                  <a:spcBef>
                    <a:spcPct val="0"/>
                  </a:spcBef>
                </a:pPr>
              </a:p>
              <a:p>
                <a:pPr algn="ctr" marL="0" indent="0" lvl="0">
                  <a:lnSpc>
                    <a:spcPts val="1853"/>
                  </a:lnSpc>
                  <a:spcBef>
                    <a:spcPct val="0"/>
                  </a:spcBef>
                </a:pPr>
              </a:p>
            </p:txBody>
          </p:sp>
        </p:grpSp>
        <p:grpSp>
          <p:nvGrpSpPr>
            <p:cNvPr name="Group 9" id="9"/>
            <p:cNvGrpSpPr/>
            <p:nvPr/>
          </p:nvGrpSpPr>
          <p:grpSpPr>
            <a:xfrm rot="0">
              <a:off x="18064463" y="1334482"/>
              <a:ext cx="2392010" cy="1865053"/>
              <a:chOff x="0" y="0"/>
              <a:chExt cx="497773" cy="388115"/>
            </a:xfrm>
          </p:grpSpPr>
          <p:sp>
            <p:nvSpPr>
              <p:cNvPr name="Freeform 10" id="10"/>
              <p:cNvSpPr/>
              <p:nvPr/>
            </p:nvSpPr>
            <p:spPr>
              <a:xfrm flipH="false" flipV="false" rot="0">
                <a:off x="0" y="0"/>
                <a:ext cx="497773" cy="388115"/>
              </a:xfrm>
              <a:custGeom>
                <a:avLst/>
                <a:gdLst/>
                <a:ahLst/>
                <a:cxnLst/>
                <a:rect r="r" b="b" t="t" l="l"/>
                <a:pathLst>
                  <a:path h="388115" w="497773">
                    <a:moveTo>
                      <a:pt x="0" y="0"/>
                    </a:moveTo>
                    <a:lnTo>
                      <a:pt x="497773" y="0"/>
                    </a:lnTo>
                    <a:lnTo>
                      <a:pt x="497773" y="388115"/>
                    </a:lnTo>
                    <a:lnTo>
                      <a:pt x="0" y="388115"/>
                    </a:lnTo>
                    <a:close/>
                  </a:path>
                </a:pathLst>
              </a:custGeom>
              <a:solidFill>
                <a:srgbClr val="FFFFFF"/>
              </a:solidFill>
              <a:ln cap="sq">
                <a:noFill/>
                <a:prstDash val="solid"/>
                <a:miter/>
              </a:ln>
            </p:spPr>
          </p:sp>
          <p:sp>
            <p:nvSpPr>
              <p:cNvPr name="TextBox 11" id="11"/>
              <p:cNvSpPr txBox="true"/>
              <p:nvPr/>
            </p:nvSpPr>
            <p:spPr>
              <a:xfrm>
                <a:off x="0" y="-38100"/>
                <a:ext cx="497773" cy="426215"/>
              </a:xfrm>
              <a:prstGeom prst="rect">
                <a:avLst/>
              </a:prstGeom>
            </p:spPr>
            <p:txBody>
              <a:bodyPr anchor="ctr" rtlCol="false" tIns="48220" lIns="48220" bIns="48220" rIns="48220"/>
              <a:lstStyle/>
              <a:p>
                <a:pPr algn="ctr" marL="0" indent="0" lvl="0">
                  <a:lnSpc>
                    <a:spcPts val="1853"/>
                  </a:lnSpc>
                  <a:spcBef>
                    <a:spcPct val="0"/>
                  </a:spcBef>
                </a:pPr>
              </a:p>
              <a:p>
                <a:pPr algn="ctr" marL="0" indent="0" lvl="0">
                  <a:lnSpc>
                    <a:spcPts val="1853"/>
                  </a:lnSpc>
                  <a:spcBef>
                    <a:spcPct val="0"/>
                  </a:spcBef>
                </a:pPr>
              </a:p>
              <a:p>
                <a:pPr algn="ctr" marL="0" indent="0" lvl="0">
                  <a:lnSpc>
                    <a:spcPts val="1853"/>
                  </a:lnSpc>
                  <a:spcBef>
                    <a:spcPct val="0"/>
                  </a:spcBef>
                </a:pPr>
              </a:p>
            </p:txBody>
          </p:sp>
        </p:grpSp>
        <p:grpSp>
          <p:nvGrpSpPr>
            <p:cNvPr name="Group 12" id="12"/>
            <p:cNvGrpSpPr/>
            <p:nvPr/>
          </p:nvGrpSpPr>
          <p:grpSpPr>
            <a:xfrm rot="0">
              <a:off x="16059231" y="0"/>
              <a:ext cx="2504831" cy="1727243"/>
              <a:chOff x="0" y="0"/>
              <a:chExt cx="521251" cy="359436"/>
            </a:xfrm>
          </p:grpSpPr>
          <p:sp>
            <p:nvSpPr>
              <p:cNvPr name="Freeform 13" id="13"/>
              <p:cNvSpPr/>
              <p:nvPr/>
            </p:nvSpPr>
            <p:spPr>
              <a:xfrm flipH="false" flipV="false" rot="0">
                <a:off x="0" y="0"/>
                <a:ext cx="521251" cy="359436"/>
              </a:xfrm>
              <a:custGeom>
                <a:avLst/>
                <a:gdLst/>
                <a:ahLst/>
                <a:cxnLst/>
                <a:rect r="r" b="b" t="t" l="l"/>
                <a:pathLst>
                  <a:path h="359436" w="521251">
                    <a:moveTo>
                      <a:pt x="179718" y="0"/>
                    </a:moveTo>
                    <a:lnTo>
                      <a:pt x="341533" y="0"/>
                    </a:lnTo>
                    <a:cubicBezTo>
                      <a:pt x="440789" y="0"/>
                      <a:pt x="521251" y="80463"/>
                      <a:pt x="521251" y="179718"/>
                    </a:cubicBezTo>
                    <a:lnTo>
                      <a:pt x="521251" y="179718"/>
                    </a:lnTo>
                    <a:cubicBezTo>
                      <a:pt x="521251" y="227382"/>
                      <a:pt x="502317" y="273094"/>
                      <a:pt x="468613" y="306798"/>
                    </a:cubicBezTo>
                    <a:cubicBezTo>
                      <a:pt x="434909" y="340502"/>
                      <a:pt x="389197" y="359436"/>
                      <a:pt x="341533" y="359436"/>
                    </a:cubicBezTo>
                    <a:lnTo>
                      <a:pt x="179718" y="359436"/>
                    </a:lnTo>
                    <a:cubicBezTo>
                      <a:pt x="132054" y="359436"/>
                      <a:pt x="86342" y="340502"/>
                      <a:pt x="52638" y="306798"/>
                    </a:cubicBezTo>
                    <a:cubicBezTo>
                      <a:pt x="18935" y="273094"/>
                      <a:pt x="0" y="227382"/>
                      <a:pt x="0" y="179718"/>
                    </a:cubicBezTo>
                    <a:lnTo>
                      <a:pt x="0" y="179718"/>
                    </a:lnTo>
                    <a:cubicBezTo>
                      <a:pt x="0" y="132054"/>
                      <a:pt x="18935" y="86342"/>
                      <a:pt x="52638" y="52638"/>
                    </a:cubicBezTo>
                    <a:cubicBezTo>
                      <a:pt x="86342" y="18935"/>
                      <a:pt x="132054" y="0"/>
                      <a:pt x="179718" y="0"/>
                    </a:cubicBezTo>
                    <a:close/>
                  </a:path>
                </a:pathLst>
              </a:custGeom>
              <a:solidFill>
                <a:srgbClr val="5170FF"/>
              </a:solidFill>
              <a:ln cap="rnd">
                <a:noFill/>
                <a:prstDash val="solid"/>
                <a:round/>
              </a:ln>
            </p:spPr>
          </p:sp>
          <p:sp>
            <p:nvSpPr>
              <p:cNvPr name="TextBox 14" id="14"/>
              <p:cNvSpPr txBox="true"/>
              <p:nvPr/>
            </p:nvSpPr>
            <p:spPr>
              <a:xfrm>
                <a:off x="0" y="-38100"/>
                <a:ext cx="521251" cy="397536"/>
              </a:xfrm>
              <a:prstGeom prst="rect">
                <a:avLst/>
              </a:prstGeom>
            </p:spPr>
            <p:txBody>
              <a:bodyPr anchor="ctr" rtlCol="false" tIns="48220" lIns="48220" bIns="48220" rIns="48220"/>
              <a:lstStyle/>
              <a:p>
                <a:pPr algn="ctr" marL="0" indent="0" lvl="0">
                  <a:lnSpc>
                    <a:spcPts val="1853"/>
                  </a:lnSpc>
                  <a:spcBef>
                    <a:spcPct val="0"/>
                  </a:spcBef>
                </a:pPr>
              </a:p>
              <a:p>
                <a:pPr algn="ctr" marL="0" indent="0" lvl="0">
                  <a:lnSpc>
                    <a:spcPts val="1853"/>
                  </a:lnSpc>
                  <a:spcBef>
                    <a:spcPct val="0"/>
                  </a:spcBef>
                </a:pPr>
              </a:p>
              <a:p>
                <a:pPr algn="ctr" marL="0" indent="0" lvl="0">
                  <a:lnSpc>
                    <a:spcPts val="1853"/>
                  </a:lnSpc>
                  <a:spcBef>
                    <a:spcPct val="0"/>
                  </a:spcBef>
                </a:pPr>
              </a:p>
            </p:txBody>
          </p:sp>
        </p:grpSp>
      </p:grpSp>
      <p:sp>
        <p:nvSpPr>
          <p:cNvPr name="Freeform 15" id="15"/>
          <p:cNvSpPr/>
          <p:nvPr/>
        </p:nvSpPr>
        <p:spPr>
          <a:xfrm flipH="false" flipV="false" rot="0">
            <a:off x="820604" y="843344"/>
            <a:ext cx="334731" cy="334731"/>
          </a:xfrm>
          <a:custGeom>
            <a:avLst/>
            <a:gdLst/>
            <a:ahLst/>
            <a:cxnLst/>
            <a:rect r="r" b="b" t="t" l="l"/>
            <a:pathLst>
              <a:path h="334731" w="334731">
                <a:moveTo>
                  <a:pt x="0" y="0"/>
                </a:moveTo>
                <a:lnTo>
                  <a:pt x="334731" y="0"/>
                </a:lnTo>
                <a:lnTo>
                  <a:pt x="334731" y="334731"/>
                </a:lnTo>
                <a:lnTo>
                  <a:pt x="0" y="334731"/>
                </a:lnTo>
                <a:lnTo>
                  <a:pt x="0" y="0"/>
                </a:lnTo>
                <a:close/>
              </a:path>
            </a:pathLst>
          </a:custGeom>
          <a:blipFill>
            <a:blip r:embed="rId3">
              <a:extLst>
                <a:ext uri="{96DAC541-7B7A-43D3-8B79-37D633B846F1}">
                  <asvg:svgBlip xmlns:asvg="http://schemas.microsoft.com/office/drawing/2016/SVG/main" r:embed="rId4"/>
                </a:ext>
              </a:extLst>
            </a:blip>
            <a:stretch>
              <a:fillRect l="0" t="0" r="0" b="0"/>
            </a:stretch>
          </a:blipFill>
        </p:spPr>
      </p:sp>
      <p:grpSp>
        <p:nvGrpSpPr>
          <p:cNvPr name="Group 16" id="16"/>
          <p:cNvGrpSpPr/>
          <p:nvPr/>
        </p:nvGrpSpPr>
        <p:grpSpPr>
          <a:xfrm rot="0">
            <a:off x="1717296" y="2898323"/>
            <a:ext cx="7277574" cy="3960145"/>
            <a:chOff x="0" y="0"/>
            <a:chExt cx="1283210" cy="698268"/>
          </a:xfrm>
        </p:grpSpPr>
        <p:sp>
          <p:nvSpPr>
            <p:cNvPr name="Freeform 17" id="17" descr="'고양이' 프롬프트로 생성된 평범한 고양이 사진"/>
            <p:cNvSpPr/>
            <p:nvPr/>
          </p:nvSpPr>
          <p:spPr>
            <a:xfrm flipH="false" flipV="false" rot="0">
              <a:off x="0" y="0"/>
              <a:ext cx="1283210" cy="698268"/>
            </a:xfrm>
            <a:custGeom>
              <a:avLst/>
              <a:gdLst/>
              <a:ahLst/>
              <a:cxnLst/>
              <a:rect r="r" b="b" t="t" l="l"/>
              <a:pathLst>
                <a:path h="698268" w="1283210">
                  <a:moveTo>
                    <a:pt x="15957" y="0"/>
                  </a:moveTo>
                  <a:lnTo>
                    <a:pt x="1267253" y="0"/>
                  </a:lnTo>
                  <a:cubicBezTo>
                    <a:pt x="1276066" y="0"/>
                    <a:pt x="1283210" y="7144"/>
                    <a:pt x="1283210" y="15957"/>
                  </a:cubicBezTo>
                  <a:lnTo>
                    <a:pt x="1283210" y="682311"/>
                  </a:lnTo>
                  <a:cubicBezTo>
                    <a:pt x="1283210" y="691124"/>
                    <a:pt x="1276066" y="698268"/>
                    <a:pt x="1267253" y="698268"/>
                  </a:cubicBezTo>
                  <a:lnTo>
                    <a:pt x="15957" y="698268"/>
                  </a:lnTo>
                  <a:cubicBezTo>
                    <a:pt x="11725" y="698268"/>
                    <a:pt x="7666" y="696587"/>
                    <a:pt x="4674" y="693594"/>
                  </a:cubicBezTo>
                  <a:cubicBezTo>
                    <a:pt x="1681" y="690602"/>
                    <a:pt x="0" y="686543"/>
                    <a:pt x="0" y="682311"/>
                  </a:cubicBezTo>
                  <a:lnTo>
                    <a:pt x="0" y="15957"/>
                  </a:lnTo>
                  <a:cubicBezTo>
                    <a:pt x="0" y="7144"/>
                    <a:pt x="7144" y="0"/>
                    <a:pt x="15957" y="0"/>
                  </a:cubicBezTo>
                  <a:close/>
                </a:path>
              </a:pathLst>
            </a:custGeom>
            <a:blipFill>
              <a:blip r:embed="rId5"/>
              <a:stretch>
                <a:fillRect l="0" t="-18569" r="0" b="-18569"/>
              </a:stretch>
            </a:blipFill>
            <a:ln cap="sq">
              <a:noFill/>
              <a:prstDash val="solid"/>
              <a:miter/>
            </a:ln>
          </p:spPr>
        </p:sp>
      </p:grpSp>
      <p:grpSp>
        <p:nvGrpSpPr>
          <p:cNvPr name="Group 18" id="18"/>
          <p:cNvGrpSpPr/>
          <p:nvPr/>
        </p:nvGrpSpPr>
        <p:grpSpPr>
          <a:xfrm rot="0">
            <a:off x="9302655" y="2898323"/>
            <a:ext cx="7277574" cy="3960145"/>
            <a:chOff x="0" y="0"/>
            <a:chExt cx="1283210" cy="698268"/>
          </a:xfrm>
        </p:grpSpPr>
        <p:sp>
          <p:nvSpPr>
            <p:cNvPr name="Freeform 19" id="19" descr="자세한 프롬프트로 생성된 창가에서 졸고 있는 주황색 고양이 수채화"/>
            <p:cNvSpPr/>
            <p:nvPr/>
          </p:nvSpPr>
          <p:spPr>
            <a:xfrm flipH="false" flipV="false" rot="0">
              <a:off x="0" y="0"/>
              <a:ext cx="1283210" cy="698268"/>
            </a:xfrm>
            <a:custGeom>
              <a:avLst/>
              <a:gdLst/>
              <a:ahLst/>
              <a:cxnLst/>
              <a:rect r="r" b="b" t="t" l="l"/>
              <a:pathLst>
                <a:path h="698268" w="1283210">
                  <a:moveTo>
                    <a:pt x="15957" y="0"/>
                  </a:moveTo>
                  <a:lnTo>
                    <a:pt x="1267253" y="0"/>
                  </a:lnTo>
                  <a:cubicBezTo>
                    <a:pt x="1276066" y="0"/>
                    <a:pt x="1283210" y="7144"/>
                    <a:pt x="1283210" y="15957"/>
                  </a:cubicBezTo>
                  <a:lnTo>
                    <a:pt x="1283210" y="682311"/>
                  </a:lnTo>
                  <a:cubicBezTo>
                    <a:pt x="1283210" y="691124"/>
                    <a:pt x="1276066" y="698268"/>
                    <a:pt x="1267253" y="698268"/>
                  </a:cubicBezTo>
                  <a:lnTo>
                    <a:pt x="15957" y="698268"/>
                  </a:lnTo>
                  <a:cubicBezTo>
                    <a:pt x="11725" y="698268"/>
                    <a:pt x="7666" y="696587"/>
                    <a:pt x="4674" y="693594"/>
                  </a:cubicBezTo>
                  <a:cubicBezTo>
                    <a:pt x="1681" y="690602"/>
                    <a:pt x="0" y="686543"/>
                    <a:pt x="0" y="682311"/>
                  </a:cubicBezTo>
                  <a:lnTo>
                    <a:pt x="0" y="15957"/>
                  </a:lnTo>
                  <a:cubicBezTo>
                    <a:pt x="0" y="7144"/>
                    <a:pt x="7144" y="0"/>
                    <a:pt x="15957" y="0"/>
                  </a:cubicBezTo>
                  <a:close/>
                </a:path>
              </a:pathLst>
            </a:custGeom>
            <a:blipFill>
              <a:blip r:embed="rId6"/>
              <a:stretch>
                <a:fillRect l="0" t="-18569" r="0" b="-18569"/>
              </a:stretch>
            </a:blipFill>
            <a:ln cap="sq">
              <a:noFill/>
              <a:prstDash val="solid"/>
              <a:miter/>
            </a:ln>
          </p:spPr>
        </p:sp>
      </p:grpSp>
      <p:sp>
        <p:nvSpPr>
          <p:cNvPr name="TextBox 20" id="20"/>
          <p:cNvSpPr txBox="true"/>
          <p:nvPr/>
        </p:nvSpPr>
        <p:spPr>
          <a:xfrm rot="0">
            <a:off x="1355167" y="696396"/>
            <a:ext cx="12295240" cy="685800"/>
          </a:xfrm>
          <a:prstGeom prst="rect">
            <a:avLst/>
          </a:prstGeom>
        </p:spPr>
        <p:txBody>
          <a:bodyPr anchor="t" rtlCol="false" tIns="0" lIns="0" bIns="0" rIns="0">
            <a:spAutoFit/>
          </a:bodyPr>
          <a:lstStyle/>
          <a:p>
            <a:pPr algn="l" marL="0" indent="0" lvl="0">
              <a:lnSpc>
                <a:spcPts val="5100"/>
              </a:lnSpc>
              <a:spcBef>
                <a:spcPct val="0"/>
              </a:spcBef>
            </a:pPr>
            <a:r>
              <a:rPr lang="en-US" b="true" sz="5000" spc="-100" strike="noStrike" u="none">
                <a:solidFill>
                  <a:srgbClr val="FFFFFF"/>
                </a:solidFill>
                <a:latin typeface="프리젠테이션 Bold"/>
                <a:ea typeface="프리젠테이션 Bold"/>
                <a:cs typeface="프리젠테이션 Bold"/>
                <a:sym typeface="프리젠테이션 Bold"/>
              </a:rPr>
              <a:t>짧게 vs 자세하게, 결과 비교</a:t>
            </a:r>
          </a:p>
        </p:txBody>
      </p:sp>
      <p:sp>
        <p:nvSpPr>
          <p:cNvPr name="TextBox 21" id="21"/>
          <p:cNvSpPr txBox="true"/>
          <p:nvPr/>
        </p:nvSpPr>
        <p:spPr>
          <a:xfrm rot="0">
            <a:off x="3720283" y="7854436"/>
            <a:ext cx="3528064" cy="762000"/>
          </a:xfrm>
          <a:prstGeom prst="rect">
            <a:avLst/>
          </a:prstGeom>
        </p:spPr>
        <p:txBody>
          <a:bodyPr anchor="t" rtlCol="false" tIns="0" lIns="0" bIns="0" rIns="0">
            <a:spAutoFit/>
          </a:bodyPr>
          <a:lstStyle/>
          <a:p>
            <a:pPr algn="ctr" marL="0" indent="0" lvl="0">
              <a:lnSpc>
                <a:spcPts val="3000"/>
              </a:lnSpc>
              <a:spcBef>
                <a:spcPct val="0"/>
              </a:spcBef>
            </a:pPr>
            <a:r>
              <a:rPr lang="en-US" b="true" sz="2000" spc="-40" strike="noStrike" u="none">
                <a:solidFill>
                  <a:srgbClr val="747EA3"/>
                </a:solidFill>
                <a:latin typeface="프리젠테이션 Bold"/>
                <a:ea typeface="프리젠테이션 Bold"/>
                <a:cs typeface="프리젠테이션 Bold"/>
                <a:sym typeface="프리젠테이션 Bold"/>
              </a:rPr>
              <a:t>"고양이"</a:t>
            </a:r>
          </a:p>
          <a:p>
            <a:pPr algn="ctr" marL="0" indent="0" lvl="0">
              <a:lnSpc>
                <a:spcPts val="3000"/>
              </a:lnSpc>
              <a:spcBef>
                <a:spcPct val="0"/>
              </a:spcBef>
            </a:pPr>
            <a:r>
              <a:rPr lang="en-US" b="true" sz="2000" spc="-40" strike="noStrike" u="none">
                <a:solidFill>
                  <a:srgbClr val="747EA3"/>
                </a:solidFill>
                <a:latin typeface="프리젠테이션 Bold"/>
                <a:ea typeface="프리젠테이션 Bold"/>
                <a:cs typeface="프리젠테이션 Bold"/>
                <a:sym typeface="프리젠테이션 Bold"/>
              </a:rPr>
              <a:t>AI가 알아서 아무거나</a:t>
            </a:r>
          </a:p>
        </p:txBody>
      </p:sp>
      <p:sp>
        <p:nvSpPr>
          <p:cNvPr name="TextBox 22" id="22"/>
          <p:cNvSpPr txBox="true"/>
          <p:nvPr/>
        </p:nvSpPr>
        <p:spPr>
          <a:xfrm rot="0">
            <a:off x="11305641" y="7854436"/>
            <a:ext cx="3528064" cy="762000"/>
          </a:xfrm>
          <a:prstGeom prst="rect">
            <a:avLst/>
          </a:prstGeom>
        </p:spPr>
        <p:txBody>
          <a:bodyPr anchor="t" rtlCol="false" tIns="0" lIns="0" bIns="0" rIns="0">
            <a:spAutoFit/>
          </a:bodyPr>
          <a:lstStyle/>
          <a:p>
            <a:pPr algn="ctr" marL="0" indent="0" lvl="0">
              <a:lnSpc>
                <a:spcPts val="3000"/>
              </a:lnSpc>
              <a:spcBef>
                <a:spcPct val="0"/>
              </a:spcBef>
            </a:pPr>
            <a:r>
              <a:rPr lang="en-US" b="true" sz="2000" spc="-40" strike="noStrike" u="none">
                <a:solidFill>
                  <a:srgbClr val="747EA3"/>
                </a:solidFill>
                <a:latin typeface="프리젠테이션 Bold"/>
                <a:ea typeface="프리젠테이션 Bold"/>
                <a:cs typeface="프리젠테이션 Bold"/>
                <a:sym typeface="프리젠테이션 Bold"/>
              </a:rPr>
              <a:t>"창가에서 햇살을 받으며 졸고 있는</a:t>
            </a:r>
          </a:p>
          <a:p>
            <a:pPr algn="ctr" marL="0" indent="0" lvl="0">
              <a:lnSpc>
                <a:spcPts val="3000"/>
              </a:lnSpc>
              <a:spcBef>
                <a:spcPct val="0"/>
              </a:spcBef>
            </a:pPr>
            <a:r>
              <a:rPr lang="en-US" b="true" sz="2000" spc="-40" strike="noStrike" u="none">
                <a:solidFill>
                  <a:srgbClr val="747EA3"/>
                </a:solidFill>
                <a:latin typeface="프리젠테이션 Bold"/>
                <a:ea typeface="프리젠테이션 Bold"/>
                <a:cs typeface="프리젠테이션 Bold"/>
                <a:sym typeface="프리젠테이션 Bold"/>
              </a:rPr>
              <a:t>주황색 고양이, 수채화 스타일"</a:t>
            </a:r>
          </a:p>
        </p:txBody>
      </p:sp>
      <p:sp>
        <p:nvSpPr>
          <p:cNvPr name="TextBox 23" id="23"/>
          <p:cNvSpPr txBox="true"/>
          <p:nvPr/>
        </p:nvSpPr>
        <p:spPr>
          <a:xfrm rot="0">
            <a:off x="3720283" y="7263141"/>
            <a:ext cx="3528064" cy="411861"/>
          </a:xfrm>
          <a:prstGeom prst="rect">
            <a:avLst/>
          </a:prstGeom>
        </p:spPr>
        <p:txBody>
          <a:bodyPr anchor="t" rtlCol="false" tIns="0" lIns="0" bIns="0" rIns="0">
            <a:spAutoFit/>
          </a:bodyPr>
          <a:lstStyle/>
          <a:p>
            <a:pPr algn="ctr" marL="0" indent="0" lvl="0">
              <a:lnSpc>
                <a:spcPts val="3072"/>
              </a:lnSpc>
              <a:spcBef>
                <a:spcPct val="0"/>
              </a:spcBef>
            </a:pPr>
            <a:r>
              <a:rPr lang="en-US" b="true" sz="3200" spc="-64" strike="noStrike" u="none">
                <a:solidFill>
                  <a:srgbClr val="333333"/>
                </a:solidFill>
                <a:latin typeface="프리젠테이션 Bold"/>
                <a:ea typeface="프리젠테이션 Bold"/>
                <a:cs typeface="프리젠테이션 Bold"/>
                <a:sym typeface="프리젠테이션 Bold"/>
              </a:rPr>
              <a:t>❌ 짧은 프롬프트</a:t>
            </a:r>
          </a:p>
        </p:txBody>
      </p:sp>
      <p:sp>
        <p:nvSpPr>
          <p:cNvPr name="TextBox 24" id="24"/>
          <p:cNvSpPr txBox="true"/>
          <p:nvPr/>
        </p:nvSpPr>
        <p:spPr>
          <a:xfrm rot="0">
            <a:off x="11305641" y="7263141"/>
            <a:ext cx="3528064" cy="411861"/>
          </a:xfrm>
          <a:prstGeom prst="rect">
            <a:avLst/>
          </a:prstGeom>
        </p:spPr>
        <p:txBody>
          <a:bodyPr anchor="t" rtlCol="false" tIns="0" lIns="0" bIns="0" rIns="0">
            <a:spAutoFit/>
          </a:bodyPr>
          <a:lstStyle/>
          <a:p>
            <a:pPr algn="ctr" marL="0" indent="0" lvl="0">
              <a:lnSpc>
                <a:spcPts val="3072"/>
              </a:lnSpc>
              <a:spcBef>
                <a:spcPct val="0"/>
              </a:spcBef>
            </a:pPr>
            <a:r>
              <a:rPr lang="en-US" b="true" sz="3200" spc="-64" strike="noStrike" u="none">
                <a:solidFill>
                  <a:srgbClr val="333333"/>
                </a:solidFill>
                <a:latin typeface="프리젠테이션 Bold"/>
                <a:ea typeface="프리젠테이션 Bold"/>
                <a:cs typeface="프리젠테이션 Bold"/>
                <a:sym typeface="프리젠테이션 Bold"/>
              </a:rPr>
              <a:t>✅ 자세한 프롬프트</a:t>
            </a:r>
          </a:p>
        </p:txBody>
      </p:sp>
      <p:sp>
        <p:nvSpPr>
          <p:cNvPr name="TextBox 25" id="25"/>
          <p:cNvSpPr txBox="true"/>
          <p:nvPr/>
        </p:nvSpPr>
        <p:spPr>
          <a:xfrm rot="0">
            <a:off x="14694520" y="1353621"/>
            <a:ext cx="2865076" cy="325120"/>
          </a:xfrm>
          <a:prstGeom prst="rect">
            <a:avLst/>
          </a:prstGeom>
        </p:spPr>
        <p:txBody>
          <a:bodyPr anchor="t" rtlCol="false" tIns="0" lIns="0" bIns="0" rIns="0">
            <a:spAutoFit/>
          </a:bodyPr>
          <a:lstStyle/>
          <a:p>
            <a:pPr algn="ctr" marL="0" indent="0" lvl="0">
              <a:lnSpc>
                <a:spcPts val="2540"/>
              </a:lnSpc>
              <a:spcBef>
                <a:spcPct val="0"/>
              </a:spcBef>
            </a:pPr>
            <a:r>
              <a:rPr lang="en-US" b="true" sz="2000" spc="122" strike="noStrike" u="none">
                <a:solidFill>
                  <a:srgbClr val="5170FF"/>
                </a:solidFill>
                <a:latin typeface="프리젠테이션 Bold"/>
                <a:ea typeface="프리젠테이션 Bold"/>
                <a:cs typeface="프리젠테이션 Bold"/>
                <a:sym typeface="프리젠테이션 Bold"/>
              </a:rPr>
              <a:t>해달 바이브코딩 기초반</a:t>
            </a:r>
          </a:p>
        </p:txBody>
      </p:sp>
      <p:sp>
        <p:nvSpPr>
          <p:cNvPr name="TextBox 26" id="26"/>
          <p:cNvSpPr txBox="true"/>
          <p:nvPr/>
        </p:nvSpPr>
        <p:spPr>
          <a:xfrm rot="0">
            <a:off x="8382000" y="8899525"/>
            <a:ext cx="1524000" cy="358775"/>
          </a:xfrm>
          <a:prstGeom prst="rect">
            <a:avLst/>
          </a:prstGeom>
        </p:spPr>
        <p:txBody>
          <a:bodyPr anchor="t" rtlCol="false" tIns="0" lIns="0" bIns="0" rIns="0">
            <a:spAutoFit/>
          </a:bodyPr>
          <a:lstStyle/>
          <a:p>
            <a:pPr algn="ctr" marL="0" indent="0" lvl="0">
              <a:lnSpc>
                <a:spcPts val="2800"/>
              </a:lnSpc>
              <a:spcBef>
                <a:spcPct val="0"/>
              </a:spcBef>
            </a:pPr>
            <a:r>
              <a:rPr lang="en-US" b="true" sz="2000" strike="noStrike" u="none">
                <a:solidFill>
                  <a:srgbClr val="4165C1"/>
                </a:solidFill>
                <a:latin typeface="프리젠테이션 Bold"/>
                <a:ea typeface="프리젠테이션 Bold"/>
                <a:cs typeface="프리젠테이션 Bold"/>
                <a:sym typeface="프리젠테이션 Bold"/>
              </a:rPr>
              <a:t>- 6 -</a:t>
            </a:r>
          </a:p>
        </p:txBody>
      </p:sp>
    </p:spTree>
  </p:cSld>
  <p:clrMapOvr>
    <a:masterClrMapping/>
  </p:clrMapOvr>
</p:sld>
</file>

<file path=ppt/slides/slide7.xml><?xml version="1.0" encoding="utf-8"?>
<p:sld xmlns:p="http://schemas.openxmlformats.org/presentationml/2006/main" xmlns:a="http://schemas.openxmlformats.org/drawingml/2006/main" xmlns:r="http://schemas.openxmlformats.org/officeDocument/2006/relationships">
  <p:cSld>
    <p:bg>
      <p:bgPr>
        <a:solidFill>
          <a:srgbClr val="5170FF"/>
        </a:solidFill>
      </p:bgPr>
    </p:bg>
    <p:spTree>
      <p:nvGrpSpPr>
        <p:cNvPr id="1" name=""/>
        <p:cNvGrpSpPr/>
        <p:nvPr/>
      </p:nvGrpSpPr>
      <p:grpSpPr>
        <a:xfrm>
          <a:off x="0" y="0"/>
          <a:ext cx="0" cy="0"/>
          <a:chOff x="0" y="0"/>
          <a:chExt cx="0" cy="0"/>
        </a:xfrm>
      </p:grpSpPr>
      <p:grpSp>
        <p:nvGrpSpPr>
          <p:cNvPr name="Group 2" id="2"/>
          <p:cNvGrpSpPr/>
          <p:nvPr/>
        </p:nvGrpSpPr>
        <p:grpSpPr>
          <a:xfrm rot="0">
            <a:off x="534854" y="457200"/>
            <a:ext cx="17218292" cy="9294946"/>
            <a:chOff x="0" y="0"/>
            <a:chExt cx="22957723" cy="12393261"/>
          </a:xfrm>
        </p:grpSpPr>
        <p:grpSp>
          <p:nvGrpSpPr>
            <p:cNvPr name="Group 3" id="3"/>
            <p:cNvGrpSpPr/>
            <p:nvPr/>
          </p:nvGrpSpPr>
          <p:grpSpPr>
            <a:xfrm rot="0">
              <a:off x="0" y="1727243"/>
              <a:ext cx="22957723" cy="10666019"/>
              <a:chOff x="0" y="0"/>
              <a:chExt cx="4777465" cy="2219581"/>
            </a:xfrm>
          </p:grpSpPr>
          <p:sp>
            <p:nvSpPr>
              <p:cNvPr name="Freeform 4" id="4"/>
              <p:cNvSpPr/>
              <p:nvPr/>
            </p:nvSpPr>
            <p:spPr>
              <a:xfrm flipH="false" flipV="false" rot="0">
                <a:off x="0" y="0"/>
                <a:ext cx="4777465" cy="2219581"/>
              </a:xfrm>
              <a:custGeom>
                <a:avLst/>
                <a:gdLst/>
                <a:ahLst/>
                <a:cxnLst/>
                <a:rect r="r" b="b" t="t" l="l"/>
                <a:pathLst>
                  <a:path h="2219581" w="4777465">
                    <a:moveTo>
                      <a:pt x="22931" y="0"/>
                    </a:moveTo>
                    <a:lnTo>
                      <a:pt x="4754534" y="0"/>
                    </a:lnTo>
                    <a:cubicBezTo>
                      <a:pt x="4767199" y="0"/>
                      <a:pt x="4777465" y="10267"/>
                      <a:pt x="4777465" y="22931"/>
                    </a:cubicBezTo>
                    <a:lnTo>
                      <a:pt x="4777465" y="2196650"/>
                    </a:lnTo>
                    <a:cubicBezTo>
                      <a:pt x="4777465" y="2202732"/>
                      <a:pt x="4775049" y="2208564"/>
                      <a:pt x="4770749" y="2212865"/>
                    </a:cubicBezTo>
                    <a:cubicBezTo>
                      <a:pt x="4766449" y="2217165"/>
                      <a:pt x="4760616" y="2219581"/>
                      <a:pt x="4754534" y="2219581"/>
                    </a:cubicBezTo>
                    <a:lnTo>
                      <a:pt x="22931" y="2219581"/>
                    </a:lnTo>
                    <a:cubicBezTo>
                      <a:pt x="10267" y="2219581"/>
                      <a:pt x="0" y="2209315"/>
                      <a:pt x="0" y="2196650"/>
                    </a:cubicBezTo>
                    <a:lnTo>
                      <a:pt x="0" y="22931"/>
                    </a:lnTo>
                    <a:cubicBezTo>
                      <a:pt x="0" y="10267"/>
                      <a:pt x="10267" y="0"/>
                      <a:pt x="22931" y="0"/>
                    </a:cubicBezTo>
                    <a:close/>
                  </a:path>
                </a:pathLst>
              </a:custGeom>
              <a:solidFill>
                <a:srgbClr val="FFFFFF"/>
              </a:solidFill>
              <a:ln cap="rnd">
                <a:noFill/>
                <a:prstDash val="solid"/>
                <a:round/>
              </a:ln>
            </p:spPr>
          </p:sp>
          <p:sp>
            <p:nvSpPr>
              <p:cNvPr name="TextBox 5" id="5"/>
              <p:cNvSpPr txBox="true"/>
              <p:nvPr/>
            </p:nvSpPr>
            <p:spPr>
              <a:xfrm>
                <a:off x="0" y="-38100"/>
                <a:ext cx="4777465" cy="2257681"/>
              </a:xfrm>
              <a:prstGeom prst="rect">
                <a:avLst/>
              </a:prstGeom>
            </p:spPr>
            <p:txBody>
              <a:bodyPr anchor="ctr" rtlCol="false" tIns="48220" lIns="48220" bIns="48220" rIns="48220"/>
              <a:lstStyle/>
              <a:p>
                <a:pPr algn="ctr" marL="0" indent="0" lvl="0">
                  <a:lnSpc>
                    <a:spcPts val="1853"/>
                  </a:lnSpc>
                  <a:spcBef>
                    <a:spcPct val="0"/>
                  </a:spcBef>
                </a:pPr>
              </a:p>
              <a:p>
                <a:pPr algn="ctr" marL="0" indent="0" lvl="0">
                  <a:lnSpc>
                    <a:spcPts val="1853"/>
                  </a:lnSpc>
                  <a:spcBef>
                    <a:spcPct val="0"/>
                  </a:spcBef>
                </a:pPr>
              </a:p>
              <a:p>
                <a:pPr algn="ctr" marL="0" indent="0" lvl="0">
                  <a:lnSpc>
                    <a:spcPts val="1853"/>
                  </a:lnSpc>
                  <a:spcBef>
                    <a:spcPct val="0"/>
                  </a:spcBef>
                </a:pPr>
              </a:p>
            </p:txBody>
          </p:sp>
        </p:grpSp>
        <p:grpSp>
          <p:nvGrpSpPr>
            <p:cNvPr name="Group 6" id="6"/>
            <p:cNvGrpSpPr/>
            <p:nvPr/>
          </p:nvGrpSpPr>
          <p:grpSpPr>
            <a:xfrm rot="0">
              <a:off x="18499830" y="891712"/>
              <a:ext cx="4457893" cy="3397582"/>
              <a:chOff x="0" y="0"/>
              <a:chExt cx="927680" cy="707031"/>
            </a:xfrm>
          </p:grpSpPr>
          <p:sp>
            <p:nvSpPr>
              <p:cNvPr name="Freeform 7" id="7"/>
              <p:cNvSpPr/>
              <p:nvPr/>
            </p:nvSpPr>
            <p:spPr>
              <a:xfrm flipH="false" flipV="false" rot="0">
                <a:off x="0" y="0"/>
                <a:ext cx="927680" cy="707031"/>
              </a:xfrm>
              <a:custGeom>
                <a:avLst/>
                <a:gdLst/>
                <a:ahLst/>
                <a:cxnLst/>
                <a:rect r="r" b="b" t="t" l="l"/>
                <a:pathLst>
                  <a:path h="707031" w="927680">
                    <a:moveTo>
                      <a:pt x="118094" y="0"/>
                    </a:moveTo>
                    <a:lnTo>
                      <a:pt x="809586" y="0"/>
                    </a:lnTo>
                    <a:cubicBezTo>
                      <a:pt x="874808" y="0"/>
                      <a:pt x="927680" y="52872"/>
                      <a:pt x="927680" y="118094"/>
                    </a:cubicBezTo>
                    <a:lnTo>
                      <a:pt x="927680" y="588937"/>
                    </a:lnTo>
                    <a:cubicBezTo>
                      <a:pt x="927680" y="654159"/>
                      <a:pt x="874808" y="707031"/>
                      <a:pt x="809586" y="707031"/>
                    </a:cubicBezTo>
                    <a:lnTo>
                      <a:pt x="118094" y="707031"/>
                    </a:lnTo>
                    <a:cubicBezTo>
                      <a:pt x="52872" y="707031"/>
                      <a:pt x="0" y="654159"/>
                      <a:pt x="0" y="588937"/>
                    </a:cubicBezTo>
                    <a:lnTo>
                      <a:pt x="0" y="118094"/>
                    </a:lnTo>
                    <a:cubicBezTo>
                      <a:pt x="0" y="52872"/>
                      <a:pt x="52872" y="0"/>
                      <a:pt x="118094" y="0"/>
                    </a:cubicBezTo>
                    <a:close/>
                  </a:path>
                </a:pathLst>
              </a:custGeom>
              <a:solidFill>
                <a:srgbClr val="FFFFFF"/>
              </a:solidFill>
              <a:ln cap="rnd">
                <a:noFill/>
                <a:prstDash val="solid"/>
                <a:round/>
              </a:ln>
            </p:spPr>
          </p:sp>
          <p:sp>
            <p:nvSpPr>
              <p:cNvPr name="TextBox 8" id="8"/>
              <p:cNvSpPr txBox="true"/>
              <p:nvPr/>
            </p:nvSpPr>
            <p:spPr>
              <a:xfrm>
                <a:off x="0" y="-38100"/>
                <a:ext cx="927680" cy="745131"/>
              </a:xfrm>
              <a:prstGeom prst="rect">
                <a:avLst/>
              </a:prstGeom>
            </p:spPr>
            <p:txBody>
              <a:bodyPr anchor="ctr" rtlCol="false" tIns="48220" lIns="48220" bIns="48220" rIns="48220"/>
              <a:lstStyle/>
              <a:p>
                <a:pPr algn="ctr" marL="0" indent="0" lvl="0">
                  <a:lnSpc>
                    <a:spcPts val="1853"/>
                  </a:lnSpc>
                  <a:spcBef>
                    <a:spcPct val="0"/>
                  </a:spcBef>
                </a:pPr>
              </a:p>
              <a:p>
                <a:pPr algn="ctr" marL="0" indent="0" lvl="0">
                  <a:lnSpc>
                    <a:spcPts val="1853"/>
                  </a:lnSpc>
                  <a:spcBef>
                    <a:spcPct val="0"/>
                  </a:spcBef>
                </a:pPr>
              </a:p>
              <a:p>
                <a:pPr algn="ctr" marL="0" indent="0" lvl="0">
                  <a:lnSpc>
                    <a:spcPts val="1853"/>
                  </a:lnSpc>
                  <a:spcBef>
                    <a:spcPct val="0"/>
                  </a:spcBef>
                </a:pPr>
              </a:p>
            </p:txBody>
          </p:sp>
        </p:grpSp>
        <p:grpSp>
          <p:nvGrpSpPr>
            <p:cNvPr name="Group 9" id="9"/>
            <p:cNvGrpSpPr/>
            <p:nvPr/>
          </p:nvGrpSpPr>
          <p:grpSpPr>
            <a:xfrm rot="0">
              <a:off x="18064463" y="1334482"/>
              <a:ext cx="2392010" cy="1865053"/>
              <a:chOff x="0" y="0"/>
              <a:chExt cx="497773" cy="388115"/>
            </a:xfrm>
          </p:grpSpPr>
          <p:sp>
            <p:nvSpPr>
              <p:cNvPr name="Freeform 10" id="10"/>
              <p:cNvSpPr/>
              <p:nvPr/>
            </p:nvSpPr>
            <p:spPr>
              <a:xfrm flipH="false" flipV="false" rot="0">
                <a:off x="0" y="0"/>
                <a:ext cx="497773" cy="388115"/>
              </a:xfrm>
              <a:custGeom>
                <a:avLst/>
                <a:gdLst/>
                <a:ahLst/>
                <a:cxnLst/>
                <a:rect r="r" b="b" t="t" l="l"/>
                <a:pathLst>
                  <a:path h="388115" w="497773">
                    <a:moveTo>
                      <a:pt x="0" y="0"/>
                    </a:moveTo>
                    <a:lnTo>
                      <a:pt x="497773" y="0"/>
                    </a:lnTo>
                    <a:lnTo>
                      <a:pt x="497773" y="388115"/>
                    </a:lnTo>
                    <a:lnTo>
                      <a:pt x="0" y="388115"/>
                    </a:lnTo>
                    <a:close/>
                  </a:path>
                </a:pathLst>
              </a:custGeom>
              <a:solidFill>
                <a:srgbClr val="FFFFFF"/>
              </a:solidFill>
              <a:ln cap="sq">
                <a:noFill/>
                <a:prstDash val="solid"/>
                <a:miter/>
              </a:ln>
            </p:spPr>
          </p:sp>
          <p:sp>
            <p:nvSpPr>
              <p:cNvPr name="TextBox 11" id="11"/>
              <p:cNvSpPr txBox="true"/>
              <p:nvPr/>
            </p:nvSpPr>
            <p:spPr>
              <a:xfrm>
                <a:off x="0" y="-38100"/>
                <a:ext cx="497773" cy="426215"/>
              </a:xfrm>
              <a:prstGeom prst="rect">
                <a:avLst/>
              </a:prstGeom>
            </p:spPr>
            <p:txBody>
              <a:bodyPr anchor="ctr" rtlCol="false" tIns="48220" lIns="48220" bIns="48220" rIns="48220"/>
              <a:lstStyle/>
              <a:p>
                <a:pPr algn="ctr" marL="0" indent="0" lvl="0">
                  <a:lnSpc>
                    <a:spcPts val="1853"/>
                  </a:lnSpc>
                  <a:spcBef>
                    <a:spcPct val="0"/>
                  </a:spcBef>
                </a:pPr>
              </a:p>
              <a:p>
                <a:pPr algn="ctr" marL="0" indent="0" lvl="0">
                  <a:lnSpc>
                    <a:spcPts val="1853"/>
                  </a:lnSpc>
                  <a:spcBef>
                    <a:spcPct val="0"/>
                  </a:spcBef>
                </a:pPr>
              </a:p>
              <a:p>
                <a:pPr algn="ctr" marL="0" indent="0" lvl="0">
                  <a:lnSpc>
                    <a:spcPts val="1853"/>
                  </a:lnSpc>
                  <a:spcBef>
                    <a:spcPct val="0"/>
                  </a:spcBef>
                </a:pPr>
              </a:p>
            </p:txBody>
          </p:sp>
        </p:grpSp>
        <p:grpSp>
          <p:nvGrpSpPr>
            <p:cNvPr name="Group 12" id="12"/>
            <p:cNvGrpSpPr/>
            <p:nvPr/>
          </p:nvGrpSpPr>
          <p:grpSpPr>
            <a:xfrm rot="0">
              <a:off x="16059231" y="0"/>
              <a:ext cx="2504831" cy="1727243"/>
              <a:chOff x="0" y="0"/>
              <a:chExt cx="521251" cy="359436"/>
            </a:xfrm>
          </p:grpSpPr>
          <p:sp>
            <p:nvSpPr>
              <p:cNvPr name="Freeform 13" id="13"/>
              <p:cNvSpPr/>
              <p:nvPr/>
            </p:nvSpPr>
            <p:spPr>
              <a:xfrm flipH="false" flipV="false" rot="0">
                <a:off x="0" y="0"/>
                <a:ext cx="521251" cy="359436"/>
              </a:xfrm>
              <a:custGeom>
                <a:avLst/>
                <a:gdLst/>
                <a:ahLst/>
                <a:cxnLst/>
                <a:rect r="r" b="b" t="t" l="l"/>
                <a:pathLst>
                  <a:path h="359436" w="521251">
                    <a:moveTo>
                      <a:pt x="179718" y="0"/>
                    </a:moveTo>
                    <a:lnTo>
                      <a:pt x="341533" y="0"/>
                    </a:lnTo>
                    <a:cubicBezTo>
                      <a:pt x="440789" y="0"/>
                      <a:pt x="521251" y="80463"/>
                      <a:pt x="521251" y="179718"/>
                    </a:cubicBezTo>
                    <a:lnTo>
                      <a:pt x="521251" y="179718"/>
                    </a:lnTo>
                    <a:cubicBezTo>
                      <a:pt x="521251" y="227382"/>
                      <a:pt x="502317" y="273094"/>
                      <a:pt x="468613" y="306798"/>
                    </a:cubicBezTo>
                    <a:cubicBezTo>
                      <a:pt x="434909" y="340502"/>
                      <a:pt x="389197" y="359436"/>
                      <a:pt x="341533" y="359436"/>
                    </a:cubicBezTo>
                    <a:lnTo>
                      <a:pt x="179718" y="359436"/>
                    </a:lnTo>
                    <a:cubicBezTo>
                      <a:pt x="132054" y="359436"/>
                      <a:pt x="86342" y="340502"/>
                      <a:pt x="52638" y="306798"/>
                    </a:cubicBezTo>
                    <a:cubicBezTo>
                      <a:pt x="18935" y="273094"/>
                      <a:pt x="0" y="227382"/>
                      <a:pt x="0" y="179718"/>
                    </a:cubicBezTo>
                    <a:lnTo>
                      <a:pt x="0" y="179718"/>
                    </a:lnTo>
                    <a:cubicBezTo>
                      <a:pt x="0" y="132054"/>
                      <a:pt x="18935" y="86342"/>
                      <a:pt x="52638" y="52638"/>
                    </a:cubicBezTo>
                    <a:cubicBezTo>
                      <a:pt x="86342" y="18935"/>
                      <a:pt x="132054" y="0"/>
                      <a:pt x="179718" y="0"/>
                    </a:cubicBezTo>
                    <a:close/>
                  </a:path>
                </a:pathLst>
              </a:custGeom>
              <a:solidFill>
                <a:srgbClr val="5170FF"/>
              </a:solidFill>
              <a:ln cap="rnd">
                <a:noFill/>
                <a:prstDash val="solid"/>
                <a:round/>
              </a:ln>
            </p:spPr>
          </p:sp>
          <p:sp>
            <p:nvSpPr>
              <p:cNvPr name="TextBox 14" id="14"/>
              <p:cNvSpPr txBox="true"/>
              <p:nvPr/>
            </p:nvSpPr>
            <p:spPr>
              <a:xfrm>
                <a:off x="0" y="-38100"/>
                <a:ext cx="521251" cy="397536"/>
              </a:xfrm>
              <a:prstGeom prst="rect">
                <a:avLst/>
              </a:prstGeom>
            </p:spPr>
            <p:txBody>
              <a:bodyPr anchor="ctr" rtlCol="false" tIns="48220" lIns="48220" bIns="48220" rIns="48220"/>
              <a:lstStyle/>
              <a:p>
                <a:pPr algn="ctr" marL="0" indent="0" lvl="0">
                  <a:lnSpc>
                    <a:spcPts val="1853"/>
                  </a:lnSpc>
                  <a:spcBef>
                    <a:spcPct val="0"/>
                  </a:spcBef>
                </a:pPr>
              </a:p>
              <a:p>
                <a:pPr algn="ctr" marL="0" indent="0" lvl="0">
                  <a:lnSpc>
                    <a:spcPts val="1853"/>
                  </a:lnSpc>
                  <a:spcBef>
                    <a:spcPct val="0"/>
                  </a:spcBef>
                </a:pPr>
              </a:p>
              <a:p>
                <a:pPr algn="ctr" marL="0" indent="0" lvl="0">
                  <a:lnSpc>
                    <a:spcPts val="1853"/>
                  </a:lnSpc>
                  <a:spcBef>
                    <a:spcPct val="0"/>
                  </a:spcBef>
                </a:pPr>
              </a:p>
            </p:txBody>
          </p:sp>
        </p:grpSp>
      </p:grpSp>
      <p:sp>
        <p:nvSpPr>
          <p:cNvPr name="TextBox 15" id="15"/>
          <p:cNvSpPr txBox="true"/>
          <p:nvPr/>
        </p:nvSpPr>
        <p:spPr>
          <a:xfrm rot="0">
            <a:off x="1355167" y="696396"/>
            <a:ext cx="12295240" cy="685800"/>
          </a:xfrm>
          <a:prstGeom prst="rect">
            <a:avLst/>
          </a:prstGeom>
        </p:spPr>
        <p:txBody>
          <a:bodyPr anchor="t" rtlCol="false" tIns="0" lIns="0" bIns="0" rIns="0">
            <a:spAutoFit/>
          </a:bodyPr>
          <a:lstStyle/>
          <a:p>
            <a:pPr algn="l" marL="0" indent="0" lvl="0">
              <a:lnSpc>
                <a:spcPts val="5100"/>
              </a:lnSpc>
              <a:spcBef>
                <a:spcPct val="0"/>
              </a:spcBef>
            </a:pPr>
            <a:r>
              <a:rPr lang="en-US" b="true" sz="5000" spc="-100" strike="noStrike" u="none">
                <a:solidFill>
                  <a:srgbClr val="FFFFFF"/>
                </a:solidFill>
                <a:latin typeface="프리젠테이션 Bold"/>
                <a:ea typeface="프리젠테이션 Bold"/>
                <a:cs typeface="프리젠테이션 Bold"/>
                <a:sym typeface="프리젠테이션 Bold"/>
              </a:rPr>
              <a:t>꼭 알아야 할 개념 4가지</a:t>
            </a:r>
          </a:p>
        </p:txBody>
      </p:sp>
      <p:sp>
        <p:nvSpPr>
          <p:cNvPr name="Freeform 16" id="16"/>
          <p:cNvSpPr/>
          <p:nvPr/>
        </p:nvSpPr>
        <p:spPr>
          <a:xfrm flipH="false" flipV="false" rot="0">
            <a:off x="820604" y="843344"/>
            <a:ext cx="334731" cy="334731"/>
          </a:xfrm>
          <a:custGeom>
            <a:avLst/>
            <a:gdLst/>
            <a:ahLst/>
            <a:cxnLst/>
            <a:rect r="r" b="b" t="t" l="l"/>
            <a:pathLst>
              <a:path h="334731" w="334731">
                <a:moveTo>
                  <a:pt x="0" y="0"/>
                </a:moveTo>
                <a:lnTo>
                  <a:pt x="334731" y="0"/>
                </a:lnTo>
                <a:lnTo>
                  <a:pt x="334731" y="334731"/>
                </a:lnTo>
                <a:lnTo>
                  <a:pt x="0" y="334731"/>
                </a:lnTo>
                <a:lnTo>
                  <a:pt x="0" y="0"/>
                </a:lnTo>
                <a:close/>
              </a:path>
            </a:pathLst>
          </a:custGeom>
          <a:blipFill>
            <a:blip r:embed="rId3">
              <a:extLst>
                <a:ext uri="{96DAC541-7B7A-43D3-8B79-37D633B846F1}">
                  <asvg:svgBlip xmlns:asvg="http://schemas.microsoft.com/office/drawing/2016/SVG/main" r:embed="rId4"/>
                </a:ext>
              </a:extLst>
            </a:blip>
            <a:stretch>
              <a:fillRect l="0" t="0" r="0" b="0"/>
            </a:stretch>
          </a:blipFill>
        </p:spPr>
      </p:sp>
      <p:grpSp>
        <p:nvGrpSpPr>
          <p:cNvPr name="Group 17" id="17"/>
          <p:cNvGrpSpPr/>
          <p:nvPr/>
        </p:nvGrpSpPr>
        <p:grpSpPr>
          <a:xfrm rot="0">
            <a:off x="1717296" y="2898323"/>
            <a:ext cx="7335408" cy="2752701"/>
            <a:chOff x="0" y="0"/>
            <a:chExt cx="1931959" cy="724991"/>
          </a:xfrm>
        </p:grpSpPr>
        <p:sp>
          <p:nvSpPr>
            <p:cNvPr name="Freeform 18" id="18"/>
            <p:cNvSpPr/>
            <p:nvPr/>
          </p:nvSpPr>
          <p:spPr>
            <a:xfrm flipH="false" flipV="false" rot="0">
              <a:off x="0" y="0"/>
              <a:ext cx="1931959" cy="724991"/>
            </a:xfrm>
            <a:custGeom>
              <a:avLst/>
              <a:gdLst/>
              <a:ahLst/>
              <a:cxnLst/>
              <a:rect r="r" b="b" t="t" l="l"/>
              <a:pathLst>
                <a:path h="724991" w="1931959">
                  <a:moveTo>
                    <a:pt x="15831" y="0"/>
                  </a:moveTo>
                  <a:lnTo>
                    <a:pt x="1916128" y="0"/>
                  </a:lnTo>
                  <a:cubicBezTo>
                    <a:pt x="1920327" y="0"/>
                    <a:pt x="1924353" y="1668"/>
                    <a:pt x="1927322" y="4637"/>
                  </a:cubicBezTo>
                  <a:cubicBezTo>
                    <a:pt x="1930291" y="7606"/>
                    <a:pt x="1931959" y="11633"/>
                    <a:pt x="1931959" y="15831"/>
                  </a:cubicBezTo>
                  <a:lnTo>
                    <a:pt x="1931959" y="709160"/>
                  </a:lnTo>
                  <a:cubicBezTo>
                    <a:pt x="1931959" y="713359"/>
                    <a:pt x="1930291" y="717385"/>
                    <a:pt x="1927322" y="720354"/>
                  </a:cubicBezTo>
                  <a:cubicBezTo>
                    <a:pt x="1924353" y="723323"/>
                    <a:pt x="1920327" y="724991"/>
                    <a:pt x="1916128" y="724991"/>
                  </a:cubicBezTo>
                  <a:lnTo>
                    <a:pt x="15831" y="724991"/>
                  </a:lnTo>
                  <a:cubicBezTo>
                    <a:pt x="11633" y="724991"/>
                    <a:pt x="7606" y="723323"/>
                    <a:pt x="4637" y="720354"/>
                  </a:cubicBezTo>
                  <a:cubicBezTo>
                    <a:pt x="1668" y="717385"/>
                    <a:pt x="0" y="713359"/>
                    <a:pt x="0" y="709160"/>
                  </a:cubicBezTo>
                  <a:lnTo>
                    <a:pt x="0" y="15831"/>
                  </a:lnTo>
                  <a:cubicBezTo>
                    <a:pt x="0" y="11633"/>
                    <a:pt x="1668" y="7606"/>
                    <a:pt x="4637" y="4637"/>
                  </a:cubicBezTo>
                  <a:cubicBezTo>
                    <a:pt x="7606" y="1668"/>
                    <a:pt x="11633" y="0"/>
                    <a:pt x="15831" y="0"/>
                  </a:cubicBezTo>
                  <a:close/>
                </a:path>
              </a:pathLst>
            </a:custGeom>
            <a:solidFill>
              <a:srgbClr val="EAEAEA"/>
            </a:solidFill>
            <a:ln cap="sq">
              <a:noFill/>
              <a:prstDash val="solid"/>
              <a:miter/>
            </a:ln>
          </p:spPr>
        </p:sp>
        <p:sp>
          <p:nvSpPr>
            <p:cNvPr name="TextBox 19" id="19"/>
            <p:cNvSpPr txBox="true"/>
            <p:nvPr/>
          </p:nvSpPr>
          <p:spPr>
            <a:xfrm>
              <a:off x="0" y="19050"/>
              <a:ext cx="1931959" cy="705941"/>
            </a:xfrm>
            <a:prstGeom prst="rect">
              <a:avLst/>
            </a:prstGeom>
          </p:spPr>
          <p:txBody>
            <a:bodyPr anchor="ctr" rtlCol="false" tIns="50800" lIns="50800" bIns="50800" rIns="50800"/>
            <a:lstStyle/>
            <a:p>
              <a:pPr algn="ctr" marL="0" indent="0" lvl="0">
                <a:lnSpc>
                  <a:spcPts val="2743"/>
                </a:lnSpc>
                <a:spcBef>
                  <a:spcPct val="0"/>
                </a:spcBef>
              </a:pPr>
            </a:p>
          </p:txBody>
        </p:sp>
      </p:grpSp>
      <p:grpSp>
        <p:nvGrpSpPr>
          <p:cNvPr name="Group 20" id="20"/>
          <p:cNvGrpSpPr/>
          <p:nvPr/>
        </p:nvGrpSpPr>
        <p:grpSpPr>
          <a:xfrm rot="0">
            <a:off x="1717296" y="5846679"/>
            <a:ext cx="7335408" cy="2752701"/>
            <a:chOff x="0" y="0"/>
            <a:chExt cx="1931959" cy="724991"/>
          </a:xfrm>
        </p:grpSpPr>
        <p:sp>
          <p:nvSpPr>
            <p:cNvPr name="Freeform 21" id="21"/>
            <p:cNvSpPr/>
            <p:nvPr/>
          </p:nvSpPr>
          <p:spPr>
            <a:xfrm flipH="false" flipV="false" rot="0">
              <a:off x="0" y="0"/>
              <a:ext cx="1931959" cy="724991"/>
            </a:xfrm>
            <a:custGeom>
              <a:avLst/>
              <a:gdLst/>
              <a:ahLst/>
              <a:cxnLst/>
              <a:rect r="r" b="b" t="t" l="l"/>
              <a:pathLst>
                <a:path h="724991" w="1931959">
                  <a:moveTo>
                    <a:pt x="15831" y="0"/>
                  </a:moveTo>
                  <a:lnTo>
                    <a:pt x="1916128" y="0"/>
                  </a:lnTo>
                  <a:cubicBezTo>
                    <a:pt x="1920327" y="0"/>
                    <a:pt x="1924353" y="1668"/>
                    <a:pt x="1927322" y="4637"/>
                  </a:cubicBezTo>
                  <a:cubicBezTo>
                    <a:pt x="1930291" y="7606"/>
                    <a:pt x="1931959" y="11633"/>
                    <a:pt x="1931959" y="15831"/>
                  </a:cubicBezTo>
                  <a:lnTo>
                    <a:pt x="1931959" y="709160"/>
                  </a:lnTo>
                  <a:cubicBezTo>
                    <a:pt x="1931959" y="713359"/>
                    <a:pt x="1930291" y="717385"/>
                    <a:pt x="1927322" y="720354"/>
                  </a:cubicBezTo>
                  <a:cubicBezTo>
                    <a:pt x="1924353" y="723323"/>
                    <a:pt x="1920327" y="724991"/>
                    <a:pt x="1916128" y="724991"/>
                  </a:cubicBezTo>
                  <a:lnTo>
                    <a:pt x="15831" y="724991"/>
                  </a:lnTo>
                  <a:cubicBezTo>
                    <a:pt x="11633" y="724991"/>
                    <a:pt x="7606" y="723323"/>
                    <a:pt x="4637" y="720354"/>
                  </a:cubicBezTo>
                  <a:cubicBezTo>
                    <a:pt x="1668" y="717385"/>
                    <a:pt x="0" y="713359"/>
                    <a:pt x="0" y="709160"/>
                  </a:cubicBezTo>
                  <a:lnTo>
                    <a:pt x="0" y="15831"/>
                  </a:lnTo>
                  <a:cubicBezTo>
                    <a:pt x="0" y="11633"/>
                    <a:pt x="1668" y="7606"/>
                    <a:pt x="4637" y="4637"/>
                  </a:cubicBezTo>
                  <a:cubicBezTo>
                    <a:pt x="7606" y="1668"/>
                    <a:pt x="11633" y="0"/>
                    <a:pt x="15831" y="0"/>
                  </a:cubicBezTo>
                  <a:close/>
                </a:path>
              </a:pathLst>
            </a:custGeom>
            <a:solidFill>
              <a:srgbClr val="EAEAEA"/>
            </a:solidFill>
            <a:ln cap="sq">
              <a:noFill/>
              <a:prstDash val="solid"/>
              <a:miter/>
            </a:ln>
          </p:spPr>
        </p:sp>
        <p:sp>
          <p:nvSpPr>
            <p:cNvPr name="TextBox 22" id="22"/>
            <p:cNvSpPr txBox="true"/>
            <p:nvPr/>
          </p:nvSpPr>
          <p:spPr>
            <a:xfrm>
              <a:off x="0" y="19050"/>
              <a:ext cx="1931959" cy="705941"/>
            </a:xfrm>
            <a:prstGeom prst="rect">
              <a:avLst/>
            </a:prstGeom>
          </p:spPr>
          <p:txBody>
            <a:bodyPr anchor="ctr" rtlCol="false" tIns="50800" lIns="50800" bIns="50800" rIns="50800"/>
            <a:lstStyle/>
            <a:p>
              <a:pPr algn="ctr" marL="0" indent="0" lvl="0">
                <a:lnSpc>
                  <a:spcPts val="2743"/>
                </a:lnSpc>
                <a:spcBef>
                  <a:spcPct val="0"/>
                </a:spcBef>
              </a:pPr>
            </a:p>
          </p:txBody>
        </p:sp>
      </p:grpSp>
      <p:grpSp>
        <p:nvGrpSpPr>
          <p:cNvPr name="Group 23" id="23"/>
          <p:cNvGrpSpPr/>
          <p:nvPr/>
        </p:nvGrpSpPr>
        <p:grpSpPr>
          <a:xfrm rot="0">
            <a:off x="9244821" y="2898323"/>
            <a:ext cx="7335408" cy="2752701"/>
            <a:chOff x="0" y="0"/>
            <a:chExt cx="1931959" cy="724991"/>
          </a:xfrm>
        </p:grpSpPr>
        <p:sp>
          <p:nvSpPr>
            <p:cNvPr name="Freeform 24" id="24"/>
            <p:cNvSpPr/>
            <p:nvPr/>
          </p:nvSpPr>
          <p:spPr>
            <a:xfrm flipH="false" flipV="false" rot="0">
              <a:off x="0" y="0"/>
              <a:ext cx="1931959" cy="724991"/>
            </a:xfrm>
            <a:custGeom>
              <a:avLst/>
              <a:gdLst/>
              <a:ahLst/>
              <a:cxnLst/>
              <a:rect r="r" b="b" t="t" l="l"/>
              <a:pathLst>
                <a:path h="724991" w="1931959">
                  <a:moveTo>
                    <a:pt x="15831" y="0"/>
                  </a:moveTo>
                  <a:lnTo>
                    <a:pt x="1916128" y="0"/>
                  </a:lnTo>
                  <a:cubicBezTo>
                    <a:pt x="1920327" y="0"/>
                    <a:pt x="1924353" y="1668"/>
                    <a:pt x="1927322" y="4637"/>
                  </a:cubicBezTo>
                  <a:cubicBezTo>
                    <a:pt x="1930291" y="7606"/>
                    <a:pt x="1931959" y="11633"/>
                    <a:pt x="1931959" y="15831"/>
                  </a:cubicBezTo>
                  <a:lnTo>
                    <a:pt x="1931959" y="709160"/>
                  </a:lnTo>
                  <a:cubicBezTo>
                    <a:pt x="1931959" y="713359"/>
                    <a:pt x="1930291" y="717385"/>
                    <a:pt x="1927322" y="720354"/>
                  </a:cubicBezTo>
                  <a:cubicBezTo>
                    <a:pt x="1924353" y="723323"/>
                    <a:pt x="1920327" y="724991"/>
                    <a:pt x="1916128" y="724991"/>
                  </a:cubicBezTo>
                  <a:lnTo>
                    <a:pt x="15831" y="724991"/>
                  </a:lnTo>
                  <a:cubicBezTo>
                    <a:pt x="11633" y="724991"/>
                    <a:pt x="7606" y="723323"/>
                    <a:pt x="4637" y="720354"/>
                  </a:cubicBezTo>
                  <a:cubicBezTo>
                    <a:pt x="1668" y="717385"/>
                    <a:pt x="0" y="713359"/>
                    <a:pt x="0" y="709160"/>
                  </a:cubicBezTo>
                  <a:lnTo>
                    <a:pt x="0" y="15831"/>
                  </a:lnTo>
                  <a:cubicBezTo>
                    <a:pt x="0" y="11633"/>
                    <a:pt x="1668" y="7606"/>
                    <a:pt x="4637" y="4637"/>
                  </a:cubicBezTo>
                  <a:cubicBezTo>
                    <a:pt x="7606" y="1668"/>
                    <a:pt x="11633" y="0"/>
                    <a:pt x="15831" y="0"/>
                  </a:cubicBezTo>
                  <a:close/>
                </a:path>
              </a:pathLst>
            </a:custGeom>
            <a:solidFill>
              <a:srgbClr val="EAEAEA"/>
            </a:solidFill>
            <a:ln cap="sq">
              <a:noFill/>
              <a:prstDash val="solid"/>
              <a:miter/>
            </a:ln>
          </p:spPr>
        </p:sp>
        <p:sp>
          <p:nvSpPr>
            <p:cNvPr name="TextBox 25" id="25"/>
            <p:cNvSpPr txBox="true"/>
            <p:nvPr/>
          </p:nvSpPr>
          <p:spPr>
            <a:xfrm>
              <a:off x="0" y="19050"/>
              <a:ext cx="1931959" cy="705941"/>
            </a:xfrm>
            <a:prstGeom prst="rect">
              <a:avLst/>
            </a:prstGeom>
          </p:spPr>
          <p:txBody>
            <a:bodyPr anchor="ctr" rtlCol="false" tIns="50800" lIns="50800" bIns="50800" rIns="50800"/>
            <a:lstStyle/>
            <a:p>
              <a:pPr algn="ctr" marL="0" indent="0" lvl="0">
                <a:lnSpc>
                  <a:spcPts val="2743"/>
                </a:lnSpc>
                <a:spcBef>
                  <a:spcPct val="0"/>
                </a:spcBef>
              </a:pPr>
            </a:p>
          </p:txBody>
        </p:sp>
      </p:grpSp>
      <p:grpSp>
        <p:nvGrpSpPr>
          <p:cNvPr name="Group 26" id="26"/>
          <p:cNvGrpSpPr/>
          <p:nvPr/>
        </p:nvGrpSpPr>
        <p:grpSpPr>
          <a:xfrm rot="0">
            <a:off x="9244821" y="5846679"/>
            <a:ext cx="7335408" cy="2752701"/>
            <a:chOff x="0" y="0"/>
            <a:chExt cx="1931959" cy="724991"/>
          </a:xfrm>
        </p:grpSpPr>
        <p:sp>
          <p:nvSpPr>
            <p:cNvPr name="Freeform 27" id="27"/>
            <p:cNvSpPr/>
            <p:nvPr/>
          </p:nvSpPr>
          <p:spPr>
            <a:xfrm flipH="false" flipV="false" rot="0">
              <a:off x="0" y="0"/>
              <a:ext cx="1931959" cy="724991"/>
            </a:xfrm>
            <a:custGeom>
              <a:avLst/>
              <a:gdLst/>
              <a:ahLst/>
              <a:cxnLst/>
              <a:rect r="r" b="b" t="t" l="l"/>
              <a:pathLst>
                <a:path h="724991" w="1931959">
                  <a:moveTo>
                    <a:pt x="15831" y="0"/>
                  </a:moveTo>
                  <a:lnTo>
                    <a:pt x="1916128" y="0"/>
                  </a:lnTo>
                  <a:cubicBezTo>
                    <a:pt x="1920327" y="0"/>
                    <a:pt x="1924353" y="1668"/>
                    <a:pt x="1927322" y="4637"/>
                  </a:cubicBezTo>
                  <a:cubicBezTo>
                    <a:pt x="1930291" y="7606"/>
                    <a:pt x="1931959" y="11633"/>
                    <a:pt x="1931959" y="15831"/>
                  </a:cubicBezTo>
                  <a:lnTo>
                    <a:pt x="1931959" y="709160"/>
                  </a:lnTo>
                  <a:cubicBezTo>
                    <a:pt x="1931959" y="713359"/>
                    <a:pt x="1930291" y="717385"/>
                    <a:pt x="1927322" y="720354"/>
                  </a:cubicBezTo>
                  <a:cubicBezTo>
                    <a:pt x="1924353" y="723323"/>
                    <a:pt x="1920327" y="724991"/>
                    <a:pt x="1916128" y="724991"/>
                  </a:cubicBezTo>
                  <a:lnTo>
                    <a:pt x="15831" y="724991"/>
                  </a:lnTo>
                  <a:cubicBezTo>
                    <a:pt x="11633" y="724991"/>
                    <a:pt x="7606" y="723323"/>
                    <a:pt x="4637" y="720354"/>
                  </a:cubicBezTo>
                  <a:cubicBezTo>
                    <a:pt x="1668" y="717385"/>
                    <a:pt x="0" y="713359"/>
                    <a:pt x="0" y="709160"/>
                  </a:cubicBezTo>
                  <a:lnTo>
                    <a:pt x="0" y="15831"/>
                  </a:lnTo>
                  <a:cubicBezTo>
                    <a:pt x="0" y="11633"/>
                    <a:pt x="1668" y="7606"/>
                    <a:pt x="4637" y="4637"/>
                  </a:cubicBezTo>
                  <a:cubicBezTo>
                    <a:pt x="7606" y="1668"/>
                    <a:pt x="11633" y="0"/>
                    <a:pt x="15831" y="0"/>
                  </a:cubicBezTo>
                  <a:close/>
                </a:path>
              </a:pathLst>
            </a:custGeom>
            <a:solidFill>
              <a:srgbClr val="EAEAEA"/>
            </a:solidFill>
            <a:ln cap="sq">
              <a:noFill/>
              <a:prstDash val="solid"/>
              <a:miter/>
            </a:ln>
          </p:spPr>
        </p:sp>
        <p:sp>
          <p:nvSpPr>
            <p:cNvPr name="TextBox 28" id="28"/>
            <p:cNvSpPr txBox="true"/>
            <p:nvPr/>
          </p:nvSpPr>
          <p:spPr>
            <a:xfrm>
              <a:off x="0" y="19050"/>
              <a:ext cx="1931959" cy="705941"/>
            </a:xfrm>
            <a:prstGeom prst="rect">
              <a:avLst/>
            </a:prstGeom>
          </p:spPr>
          <p:txBody>
            <a:bodyPr anchor="ctr" rtlCol="false" tIns="50800" lIns="50800" bIns="50800" rIns="50800"/>
            <a:lstStyle/>
            <a:p>
              <a:pPr algn="ctr" marL="0" indent="0" lvl="0">
                <a:lnSpc>
                  <a:spcPts val="2743"/>
                </a:lnSpc>
                <a:spcBef>
                  <a:spcPct val="0"/>
                </a:spcBef>
              </a:pPr>
            </a:p>
          </p:txBody>
        </p:sp>
      </p:grpSp>
      <p:grpSp>
        <p:nvGrpSpPr>
          <p:cNvPr name="Group 29" id="29"/>
          <p:cNvGrpSpPr/>
          <p:nvPr/>
        </p:nvGrpSpPr>
        <p:grpSpPr>
          <a:xfrm rot="0">
            <a:off x="7512059" y="5378921"/>
            <a:ext cx="3263882" cy="851964"/>
            <a:chOff x="0" y="0"/>
            <a:chExt cx="859623" cy="224386"/>
          </a:xfrm>
        </p:grpSpPr>
        <p:sp>
          <p:nvSpPr>
            <p:cNvPr name="Freeform 30" id="30"/>
            <p:cNvSpPr/>
            <p:nvPr/>
          </p:nvSpPr>
          <p:spPr>
            <a:xfrm flipH="false" flipV="false" rot="0">
              <a:off x="0" y="0"/>
              <a:ext cx="859623" cy="224386"/>
            </a:xfrm>
            <a:custGeom>
              <a:avLst/>
              <a:gdLst/>
              <a:ahLst/>
              <a:cxnLst/>
              <a:rect r="r" b="b" t="t" l="l"/>
              <a:pathLst>
                <a:path h="224386" w="859623">
                  <a:moveTo>
                    <a:pt x="35580" y="0"/>
                  </a:moveTo>
                  <a:lnTo>
                    <a:pt x="824043" y="0"/>
                  </a:lnTo>
                  <a:cubicBezTo>
                    <a:pt x="833480" y="0"/>
                    <a:pt x="842530" y="3749"/>
                    <a:pt x="849202" y="10421"/>
                  </a:cubicBezTo>
                  <a:cubicBezTo>
                    <a:pt x="855875" y="17094"/>
                    <a:pt x="859623" y="26144"/>
                    <a:pt x="859623" y="35580"/>
                  </a:cubicBezTo>
                  <a:lnTo>
                    <a:pt x="859623" y="188806"/>
                  </a:lnTo>
                  <a:cubicBezTo>
                    <a:pt x="859623" y="208456"/>
                    <a:pt x="843694" y="224386"/>
                    <a:pt x="824043" y="224386"/>
                  </a:cubicBezTo>
                  <a:lnTo>
                    <a:pt x="35580" y="224386"/>
                  </a:lnTo>
                  <a:cubicBezTo>
                    <a:pt x="26144" y="224386"/>
                    <a:pt x="17094" y="220637"/>
                    <a:pt x="10421" y="213964"/>
                  </a:cubicBezTo>
                  <a:cubicBezTo>
                    <a:pt x="3749" y="207292"/>
                    <a:pt x="0" y="198242"/>
                    <a:pt x="0" y="188806"/>
                  </a:cubicBezTo>
                  <a:lnTo>
                    <a:pt x="0" y="35580"/>
                  </a:lnTo>
                  <a:cubicBezTo>
                    <a:pt x="0" y="26144"/>
                    <a:pt x="3749" y="17094"/>
                    <a:pt x="10421" y="10421"/>
                  </a:cubicBezTo>
                  <a:cubicBezTo>
                    <a:pt x="17094" y="3749"/>
                    <a:pt x="26144" y="0"/>
                    <a:pt x="35580" y="0"/>
                  </a:cubicBezTo>
                  <a:close/>
                </a:path>
              </a:pathLst>
            </a:custGeom>
            <a:solidFill>
              <a:srgbClr val="5170FF"/>
            </a:solidFill>
            <a:ln cap="sq">
              <a:noFill/>
              <a:prstDash val="solid"/>
              <a:miter/>
            </a:ln>
          </p:spPr>
        </p:sp>
        <p:sp>
          <p:nvSpPr>
            <p:cNvPr name="TextBox 31" id="31"/>
            <p:cNvSpPr txBox="true"/>
            <p:nvPr/>
          </p:nvSpPr>
          <p:spPr>
            <a:xfrm>
              <a:off x="0" y="19050"/>
              <a:ext cx="859623" cy="205336"/>
            </a:xfrm>
            <a:prstGeom prst="rect">
              <a:avLst/>
            </a:prstGeom>
          </p:spPr>
          <p:txBody>
            <a:bodyPr anchor="ctr" rtlCol="false" tIns="50800" lIns="50800" bIns="50800" rIns="50800"/>
            <a:lstStyle/>
            <a:p>
              <a:pPr algn="ctr" marL="0" indent="0" lvl="0">
                <a:lnSpc>
                  <a:spcPts val="2743"/>
                </a:lnSpc>
                <a:spcBef>
                  <a:spcPct val="0"/>
                </a:spcBef>
              </a:pPr>
            </a:p>
          </p:txBody>
        </p:sp>
      </p:grpSp>
      <p:sp>
        <p:nvSpPr>
          <p:cNvPr name="TextBox 32" id="32"/>
          <p:cNvSpPr txBox="true"/>
          <p:nvPr/>
        </p:nvSpPr>
        <p:spPr>
          <a:xfrm rot="0">
            <a:off x="7512059" y="5550371"/>
            <a:ext cx="3263882" cy="484378"/>
          </a:xfrm>
          <a:prstGeom prst="rect">
            <a:avLst/>
          </a:prstGeom>
        </p:spPr>
        <p:txBody>
          <a:bodyPr anchor="t" rtlCol="false" tIns="0" lIns="0" bIns="0" rIns="0">
            <a:spAutoFit/>
          </a:bodyPr>
          <a:lstStyle/>
          <a:p>
            <a:pPr algn="ctr" marL="0" indent="0" lvl="0">
              <a:lnSpc>
                <a:spcPts val="3776"/>
              </a:lnSpc>
              <a:spcBef>
                <a:spcPct val="0"/>
              </a:spcBef>
            </a:pPr>
            <a:r>
              <a:rPr lang="en-US" b="true" sz="3200" spc="-64" strike="noStrike" u="none">
                <a:solidFill>
                  <a:srgbClr val="FFFFFF"/>
                </a:solidFill>
                <a:latin typeface="프리젠테이션 Bold"/>
                <a:ea typeface="프리젠테이션 Bold"/>
                <a:cs typeface="프리젠테이션 Bold"/>
                <a:sym typeface="프리젠테이션 Bold"/>
              </a:rPr>
              <a:t>필수 개념</a:t>
            </a:r>
          </a:p>
        </p:txBody>
      </p:sp>
      <p:sp>
        <p:nvSpPr>
          <p:cNvPr name="TextBox 33" id="33"/>
          <p:cNvSpPr txBox="true"/>
          <p:nvPr/>
        </p:nvSpPr>
        <p:spPr>
          <a:xfrm rot="0">
            <a:off x="3020968" y="3254392"/>
            <a:ext cx="4728065" cy="484378"/>
          </a:xfrm>
          <a:prstGeom prst="rect">
            <a:avLst/>
          </a:prstGeom>
        </p:spPr>
        <p:txBody>
          <a:bodyPr anchor="t" rtlCol="false" tIns="0" lIns="0" bIns="0" rIns="0">
            <a:spAutoFit/>
          </a:bodyPr>
          <a:lstStyle/>
          <a:p>
            <a:pPr algn="ctr" marL="0" indent="0" lvl="0">
              <a:lnSpc>
                <a:spcPts val="3776"/>
              </a:lnSpc>
              <a:spcBef>
                <a:spcPct val="0"/>
              </a:spcBef>
            </a:pPr>
            <a:r>
              <a:rPr lang="en-US" b="true" sz="3200" spc="-64" strike="noStrike" u="none">
                <a:solidFill>
                  <a:srgbClr val="5170FF"/>
                </a:solidFill>
                <a:latin typeface="프리젠테이션 Bold"/>
                <a:ea typeface="프리젠테이션 Bold"/>
                <a:cs typeface="프리젠테이션 Bold"/>
                <a:sym typeface="프리젠테이션 Bold"/>
              </a:rPr>
              <a:t>모델 (Model)</a:t>
            </a:r>
          </a:p>
        </p:txBody>
      </p:sp>
      <p:sp>
        <p:nvSpPr>
          <p:cNvPr name="TextBox 34" id="34"/>
          <p:cNvSpPr txBox="true"/>
          <p:nvPr/>
        </p:nvSpPr>
        <p:spPr>
          <a:xfrm rot="0">
            <a:off x="3020968" y="6202748"/>
            <a:ext cx="4728065" cy="484378"/>
          </a:xfrm>
          <a:prstGeom prst="rect">
            <a:avLst/>
          </a:prstGeom>
        </p:spPr>
        <p:txBody>
          <a:bodyPr anchor="t" rtlCol="false" tIns="0" lIns="0" bIns="0" rIns="0">
            <a:spAutoFit/>
          </a:bodyPr>
          <a:lstStyle/>
          <a:p>
            <a:pPr algn="ctr" marL="0" indent="0" lvl="0">
              <a:lnSpc>
                <a:spcPts val="3776"/>
              </a:lnSpc>
              <a:spcBef>
                <a:spcPct val="0"/>
              </a:spcBef>
            </a:pPr>
            <a:r>
              <a:rPr lang="en-US" b="true" sz="3200" spc="-64" strike="noStrike" u="none">
                <a:solidFill>
                  <a:srgbClr val="5170FF"/>
                </a:solidFill>
                <a:latin typeface="프리젠테이션 Bold"/>
                <a:ea typeface="프리젠테이션 Bold"/>
                <a:cs typeface="프리젠테이션 Bold"/>
                <a:sym typeface="프리젠테이션 Bold"/>
              </a:rPr>
              <a:t>할루시네이션</a:t>
            </a:r>
          </a:p>
        </p:txBody>
      </p:sp>
      <p:sp>
        <p:nvSpPr>
          <p:cNvPr name="TextBox 35" id="35"/>
          <p:cNvSpPr txBox="true"/>
          <p:nvPr/>
        </p:nvSpPr>
        <p:spPr>
          <a:xfrm rot="0">
            <a:off x="10548493" y="3254392"/>
            <a:ext cx="4728065" cy="484378"/>
          </a:xfrm>
          <a:prstGeom prst="rect">
            <a:avLst/>
          </a:prstGeom>
        </p:spPr>
        <p:txBody>
          <a:bodyPr anchor="t" rtlCol="false" tIns="0" lIns="0" bIns="0" rIns="0">
            <a:spAutoFit/>
          </a:bodyPr>
          <a:lstStyle/>
          <a:p>
            <a:pPr algn="ctr" marL="0" indent="0" lvl="0">
              <a:lnSpc>
                <a:spcPts val="3776"/>
              </a:lnSpc>
              <a:spcBef>
                <a:spcPct val="0"/>
              </a:spcBef>
            </a:pPr>
            <a:r>
              <a:rPr lang="en-US" b="true" sz="3200" spc="-64" strike="noStrike" u="none">
                <a:solidFill>
                  <a:srgbClr val="5170FF"/>
                </a:solidFill>
                <a:latin typeface="프리젠테이션 Bold"/>
                <a:ea typeface="프리젠테이션 Bold"/>
                <a:cs typeface="프리젠테이션 Bold"/>
                <a:sym typeface="프리젠테이션 Bold"/>
              </a:rPr>
              <a:t>토큰 (Token)</a:t>
            </a:r>
          </a:p>
        </p:txBody>
      </p:sp>
      <p:sp>
        <p:nvSpPr>
          <p:cNvPr name="TextBox 36" id="36"/>
          <p:cNvSpPr txBox="true"/>
          <p:nvPr/>
        </p:nvSpPr>
        <p:spPr>
          <a:xfrm rot="0">
            <a:off x="10548493" y="6202748"/>
            <a:ext cx="4728065" cy="484378"/>
          </a:xfrm>
          <a:prstGeom prst="rect">
            <a:avLst/>
          </a:prstGeom>
        </p:spPr>
        <p:txBody>
          <a:bodyPr anchor="t" rtlCol="false" tIns="0" lIns="0" bIns="0" rIns="0">
            <a:spAutoFit/>
          </a:bodyPr>
          <a:lstStyle/>
          <a:p>
            <a:pPr algn="ctr" marL="0" indent="0" lvl="0">
              <a:lnSpc>
                <a:spcPts val="3776"/>
              </a:lnSpc>
              <a:spcBef>
                <a:spcPct val="0"/>
              </a:spcBef>
            </a:pPr>
            <a:r>
              <a:rPr lang="en-US" b="true" sz="3200" spc="-64" strike="noStrike" u="none">
                <a:solidFill>
                  <a:srgbClr val="5170FF"/>
                </a:solidFill>
                <a:latin typeface="프리젠테이션 Bold"/>
                <a:ea typeface="프리젠테이션 Bold"/>
                <a:cs typeface="프리젠테이션 Bold"/>
                <a:sym typeface="프리젠테이션 Bold"/>
              </a:rPr>
              <a:t>API</a:t>
            </a:r>
          </a:p>
        </p:txBody>
      </p:sp>
      <p:grpSp>
        <p:nvGrpSpPr>
          <p:cNvPr name="Group 37" id="37"/>
          <p:cNvGrpSpPr/>
          <p:nvPr/>
        </p:nvGrpSpPr>
        <p:grpSpPr>
          <a:xfrm rot="0">
            <a:off x="3122994" y="4303307"/>
            <a:ext cx="4785385" cy="304800"/>
            <a:chOff x="0" y="0"/>
            <a:chExt cx="6380513" cy="406400"/>
          </a:xfrm>
        </p:grpSpPr>
        <p:sp>
          <p:nvSpPr>
            <p:cNvPr name="TextBox 38" id="38"/>
            <p:cNvSpPr txBox="true"/>
            <p:nvPr/>
          </p:nvSpPr>
          <p:spPr>
            <a:xfrm rot="0">
              <a:off x="303953" y="-76200"/>
              <a:ext cx="6076560" cy="482600"/>
            </a:xfrm>
            <a:prstGeom prst="rect">
              <a:avLst/>
            </a:prstGeom>
          </p:spPr>
          <p:txBody>
            <a:bodyPr anchor="t" rtlCol="false" tIns="0" lIns="0" bIns="0" rIns="0">
              <a:spAutoFit/>
            </a:bodyPr>
            <a:lstStyle/>
            <a:p>
              <a:pPr algn="l" marL="0" indent="0" lvl="0">
                <a:lnSpc>
                  <a:spcPts val="3000"/>
                </a:lnSpc>
                <a:spcBef>
                  <a:spcPct val="0"/>
                </a:spcBef>
              </a:pPr>
              <a:r>
                <a:rPr lang="en-US" b="true" sz="2000" spc="-40" strike="noStrike" u="none">
                  <a:solidFill>
                    <a:srgbClr val="000000">
                      <a:alpha val="69804"/>
                    </a:srgbClr>
                  </a:solidFill>
                  <a:latin typeface="프리젠테이션 Bold"/>
                  <a:ea typeface="프리젠테이션 Bold"/>
                  <a:cs typeface="프리젠테이션 Bold"/>
                  <a:sym typeface="프리젠테이션 Bold"/>
                </a:rPr>
                <a:t>다음 말을 예측하는 AI의 두뇌</a:t>
              </a:r>
            </a:p>
          </p:txBody>
        </p:sp>
        <p:sp>
          <p:nvSpPr>
            <p:cNvPr name="Freeform 39" id="39"/>
            <p:cNvSpPr/>
            <p:nvPr/>
          </p:nvSpPr>
          <p:spPr>
            <a:xfrm flipH="false" flipV="false" rot="0">
              <a:off x="0" y="130895"/>
              <a:ext cx="189653" cy="144610"/>
            </a:xfrm>
            <a:custGeom>
              <a:avLst/>
              <a:gdLst/>
              <a:ahLst/>
              <a:cxnLst/>
              <a:rect r="r" b="b" t="t" l="l"/>
              <a:pathLst>
                <a:path h="144610" w="189653">
                  <a:moveTo>
                    <a:pt x="0" y="0"/>
                  </a:moveTo>
                  <a:lnTo>
                    <a:pt x="189653" y="0"/>
                  </a:lnTo>
                  <a:lnTo>
                    <a:pt x="189653" y="144610"/>
                  </a:lnTo>
                  <a:lnTo>
                    <a:pt x="0" y="144610"/>
                  </a:lnTo>
                  <a:lnTo>
                    <a:pt x="0" y="0"/>
                  </a:lnTo>
                  <a:close/>
                </a:path>
              </a:pathLst>
            </a:custGeom>
            <a:blipFill>
              <a:blip r:embed="rId5">
                <a:extLst>
                  <a:ext uri="{96DAC541-7B7A-43D3-8B79-37D633B846F1}">
                    <asvg:svgBlip xmlns:asvg="http://schemas.microsoft.com/office/drawing/2016/SVG/main" r:embed="rId6"/>
                  </a:ext>
                </a:extLst>
              </a:blip>
              <a:stretch>
                <a:fillRect l="0" t="0" r="0" b="0"/>
              </a:stretch>
            </a:blipFill>
          </p:spPr>
        </p:sp>
      </p:grpSp>
      <p:grpSp>
        <p:nvGrpSpPr>
          <p:cNvPr name="Group 40" id="40"/>
          <p:cNvGrpSpPr/>
          <p:nvPr/>
        </p:nvGrpSpPr>
        <p:grpSpPr>
          <a:xfrm rot="0">
            <a:off x="3135542" y="7251663"/>
            <a:ext cx="4753926" cy="304800"/>
            <a:chOff x="0" y="0"/>
            <a:chExt cx="6338568" cy="406400"/>
          </a:xfrm>
        </p:grpSpPr>
        <p:sp>
          <p:nvSpPr>
            <p:cNvPr name="TextBox 41" id="41"/>
            <p:cNvSpPr txBox="true"/>
            <p:nvPr/>
          </p:nvSpPr>
          <p:spPr>
            <a:xfrm rot="0">
              <a:off x="303953" y="-76200"/>
              <a:ext cx="6034615" cy="482600"/>
            </a:xfrm>
            <a:prstGeom prst="rect">
              <a:avLst/>
            </a:prstGeom>
          </p:spPr>
          <p:txBody>
            <a:bodyPr anchor="t" rtlCol="false" tIns="0" lIns="0" bIns="0" rIns="0">
              <a:spAutoFit/>
            </a:bodyPr>
            <a:lstStyle/>
            <a:p>
              <a:pPr algn="l" marL="0" indent="0" lvl="0">
                <a:lnSpc>
                  <a:spcPts val="3000"/>
                </a:lnSpc>
                <a:spcBef>
                  <a:spcPct val="0"/>
                </a:spcBef>
              </a:pPr>
              <a:r>
                <a:rPr lang="en-US" b="true" sz="2000" spc="-40" strike="noStrike" u="none">
                  <a:solidFill>
                    <a:srgbClr val="000000">
                      <a:alpha val="69804"/>
                    </a:srgbClr>
                  </a:solidFill>
                  <a:latin typeface="프리젠테이션 Bold"/>
                  <a:ea typeface="프리젠테이션 Bold"/>
                  <a:cs typeface="프리젠테이션 Bold"/>
                  <a:sym typeface="프리젠테이션 Bold"/>
                </a:rPr>
                <a:t>그럴듯하지만 틀린 답 (환각)</a:t>
              </a:r>
            </a:p>
          </p:txBody>
        </p:sp>
        <p:sp>
          <p:nvSpPr>
            <p:cNvPr name="Freeform 42" id="42"/>
            <p:cNvSpPr/>
            <p:nvPr/>
          </p:nvSpPr>
          <p:spPr>
            <a:xfrm flipH="false" flipV="false" rot="0">
              <a:off x="0" y="130895"/>
              <a:ext cx="189653" cy="144610"/>
            </a:xfrm>
            <a:custGeom>
              <a:avLst/>
              <a:gdLst/>
              <a:ahLst/>
              <a:cxnLst/>
              <a:rect r="r" b="b" t="t" l="l"/>
              <a:pathLst>
                <a:path h="144610" w="189653">
                  <a:moveTo>
                    <a:pt x="0" y="0"/>
                  </a:moveTo>
                  <a:lnTo>
                    <a:pt x="189653" y="0"/>
                  </a:lnTo>
                  <a:lnTo>
                    <a:pt x="189653" y="144610"/>
                  </a:lnTo>
                  <a:lnTo>
                    <a:pt x="0" y="144610"/>
                  </a:lnTo>
                  <a:lnTo>
                    <a:pt x="0" y="0"/>
                  </a:lnTo>
                  <a:close/>
                </a:path>
              </a:pathLst>
            </a:custGeom>
            <a:blipFill>
              <a:blip r:embed="rId5">
                <a:extLst>
                  <a:ext uri="{96DAC541-7B7A-43D3-8B79-37D633B846F1}">
                    <asvg:svgBlip xmlns:asvg="http://schemas.microsoft.com/office/drawing/2016/SVG/main" r:embed="rId6"/>
                  </a:ext>
                </a:extLst>
              </a:blip>
              <a:stretch>
                <a:fillRect l="0" t="0" r="0" b="0"/>
              </a:stretch>
            </a:blipFill>
          </p:spPr>
        </p:sp>
      </p:grpSp>
      <p:grpSp>
        <p:nvGrpSpPr>
          <p:cNvPr name="Group 43" id="43"/>
          <p:cNvGrpSpPr/>
          <p:nvPr/>
        </p:nvGrpSpPr>
        <p:grpSpPr>
          <a:xfrm rot="0">
            <a:off x="10592422" y="4303307"/>
            <a:ext cx="4752200" cy="304800"/>
            <a:chOff x="0" y="0"/>
            <a:chExt cx="6336266" cy="406400"/>
          </a:xfrm>
        </p:grpSpPr>
        <p:sp>
          <p:nvSpPr>
            <p:cNvPr name="TextBox 44" id="44"/>
            <p:cNvSpPr txBox="true"/>
            <p:nvPr/>
          </p:nvSpPr>
          <p:spPr>
            <a:xfrm rot="0">
              <a:off x="303953" y="-76200"/>
              <a:ext cx="6032313" cy="482600"/>
            </a:xfrm>
            <a:prstGeom prst="rect">
              <a:avLst/>
            </a:prstGeom>
          </p:spPr>
          <p:txBody>
            <a:bodyPr anchor="t" rtlCol="false" tIns="0" lIns="0" bIns="0" rIns="0">
              <a:spAutoFit/>
            </a:bodyPr>
            <a:lstStyle/>
            <a:p>
              <a:pPr algn="l" marL="0" indent="0" lvl="0">
                <a:lnSpc>
                  <a:spcPts val="3000"/>
                </a:lnSpc>
                <a:spcBef>
                  <a:spcPct val="0"/>
                </a:spcBef>
              </a:pPr>
              <a:r>
                <a:rPr lang="en-US" b="true" sz="2000" spc="-40" strike="noStrike" u="none">
                  <a:solidFill>
                    <a:srgbClr val="000000">
                      <a:alpha val="69804"/>
                    </a:srgbClr>
                  </a:solidFill>
                  <a:latin typeface="프리젠테이션 Bold"/>
                  <a:ea typeface="프리젠테이션 Bold"/>
                  <a:cs typeface="프리젠테이션 Bold"/>
                  <a:sym typeface="프리젠테이션 Bold"/>
                </a:rPr>
                <a:t>AI가 글을 자르는 조각 단위</a:t>
              </a:r>
            </a:p>
          </p:txBody>
        </p:sp>
        <p:sp>
          <p:nvSpPr>
            <p:cNvPr name="Freeform 45" id="45"/>
            <p:cNvSpPr/>
            <p:nvPr/>
          </p:nvSpPr>
          <p:spPr>
            <a:xfrm flipH="false" flipV="false" rot="0">
              <a:off x="0" y="130895"/>
              <a:ext cx="189653" cy="144610"/>
            </a:xfrm>
            <a:custGeom>
              <a:avLst/>
              <a:gdLst/>
              <a:ahLst/>
              <a:cxnLst/>
              <a:rect r="r" b="b" t="t" l="l"/>
              <a:pathLst>
                <a:path h="144610" w="189653">
                  <a:moveTo>
                    <a:pt x="0" y="0"/>
                  </a:moveTo>
                  <a:lnTo>
                    <a:pt x="189653" y="0"/>
                  </a:lnTo>
                  <a:lnTo>
                    <a:pt x="189653" y="144610"/>
                  </a:lnTo>
                  <a:lnTo>
                    <a:pt x="0" y="144610"/>
                  </a:lnTo>
                  <a:lnTo>
                    <a:pt x="0" y="0"/>
                  </a:lnTo>
                  <a:close/>
                </a:path>
              </a:pathLst>
            </a:custGeom>
            <a:blipFill>
              <a:blip r:embed="rId5">
                <a:extLst>
                  <a:ext uri="{96DAC541-7B7A-43D3-8B79-37D633B846F1}">
                    <asvg:svgBlip xmlns:asvg="http://schemas.microsoft.com/office/drawing/2016/SVG/main" r:embed="rId6"/>
                  </a:ext>
                </a:extLst>
              </a:blip>
              <a:stretch>
                <a:fillRect l="0" t="0" r="0" b="0"/>
              </a:stretch>
            </a:blipFill>
          </p:spPr>
        </p:sp>
      </p:grpSp>
      <p:grpSp>
        <p:nvGrpSpPr>
          <p:cNvPr name="Group 46" id="46"/>
          <p:cNvGrpSpPr/>
          <p:nvPr/>
        </p:nvGrpSpPr>
        <p:grpSpPr>
          <a:xfrm rot="0">
            <a:off x="10503966" y="7251663"/>
            <a:ext cx="4785659" cy="304800"/>
            <a:chOff x="0" y="0"/>
            <a:chExt cx="6380879" cy="406400"/>
          </a:xfrm>
        </p:grpSpPr>
        <p:sp>
          <p:nvSpPr>
            <p:cNvPr name="TextBox 47" id="47"/>
            <p:cNvSpPr txBox="true"/>
            <p:nvPr/>
          </p:nvSpPr>
          <p:spPr>
            <a:xfrm rot="0">
              <a:off x="303953" y="-76200"/>
              <a:ext cx="6076926" cy="482600"/>
            </a:xfrm>
            <a:prstGeom prst="rect">
              <a:avLst/>
            </a:prstGeom>
          </p:spPr>
          <p:txBody>
            <a:bodyPr anchor="t" rtlCol="false" tIns="0" lIns="0" bIns="0" rIns="0">
              <a:spAutoFit/>
            </a:bodyPr>
            <a:lstStyle/>
            <a:p>
              <a:pPr algn="l" marL="0" indent="0" lvl="0">
                <a:lnSpc>
                  <a:spcPts val="3000"/>
                </a:lnSpc>
                <a:spcBef>
                  <a:spcPct val="0"/>
                </a:spcBef>
              </a:pPr>
              <a:r>
                <a:rPr lang="en-US" b="true" sz="2000" spc="-40" strike="noStrike" u="none">
                  <a:solidFill>
                    <a:srgbClr val="000000">
                      <a:alpha val="69804"/>
                    </a:srgbClr>
                  </a:solidFill>
                  <a:latin typeface="프리젠테이션 Bold"/>
                  <a:ea typeface="프리젠테이션 Bold"/>
                  <a:cs typeface="프리젠테이션 Bold"/>
                  <a:sym typeface="프리젠테이션 Bold"/>
                </a:rPr>
                <a:t>프로그램끼리 대화하는 창구</a:t>
              </a:r>
            </a:p>
          </p:txBody>
        </p:sp>
        <p:sp>
          <p:nvSpPr>
            <p:cNvPr name="Freeform 48" id="48"/>
            <p:cNvSpPr/>
            <p:nvPr/>
          </p:nvSpPr>
          <p:spPr>
            <a:xfrm flipH="false" flipV="false" rot="0">
              <a:off x="0" y="130895"/>
              <a:ext cx="189653" cy="144610"/>
            </a:xfrm>
            <a:custGeom>
              <a:avLst/>
              <a:gdLst/>
              <a:ahLst/>
              <a:cxnLst/>
              <a:rect r="r" b="b" t="t" l="l"/>
              <a:pathLst>
                <a:path h="144610" w="189653">
                  <a:moveTo>
                    <a:pt x="0" y="0"/>
                  </a:moveTo>
                  <a:lnTo>
                    <a:pt x="189653" y="0"/>
                  </a:lnTo>
                  <a:lnTo>
                    <a:pt x="189653" y="144610"/>
                  </a:lnTo>
                  <a:lnTo>
                    <a:pt x="0" y="144610"/>
                  </a:lnTo>
                  <a:lnTo>
                    <a:pt x="0" y="0"/>
                  </a:lnTo>
                  <a:close/>
                </a:path>
              </a:pathLst>
            </a:custGeom>
            <a:blipFill>
              <a:blip r:embed="rId5">
                <a:extLst>
                  <a:ext uri="{96DAC541-7B7A-43D3-8B79-37D633B846F1}">
                    <asvg:svgBlip xmlns:asvg="http://schemas.microsoft.com/office/drawing/2016/SVG/main" r:embed="rId6"/>
                  </a:ext>
                </a:extLst>
              </a:blip>
              <a:stretch>
                <a:fillRect l="0" t="0" r="0" b="0"/>
              </a:stretch>
            </a:blipFill>
          </p:spPr>
        </p:sp>
      </p:grpSp>
      <p:grpSp>
        <p:nvGrpSpPr>
          <p:cNvPr name="Group 49" id="49"/>
          <p:cNvGrpSpPr/>
          <p:nvPr/>
        </p:nvGrpSpPr>
        <p:grpSpPr>
          <a:xfrm rot="0">
            <a:off x="3122994" y="4790276"/>
            <a:ext cx="4753926" cy="304800"/>
            <a:chOff x="0" y="0"/>
            <a:chExt cx="6338568" cy="406400"/>
          </a:xfrm>
        </p:grpSpPr>
        <p:sp>
          <p:nvSpPr>
            <p:cNvPr name="TextBox 50" id="50"/>
            <p:cNvSpPr txBox="true"/>
            <p:nvPr/>
          </p:nvSpPr>
          <p:spPr>
            <a:xfrm rot="0">
              <a:off x="303953" y="-76200"/>
              <a:ext cx="6034615" cy="482600"/>
            </a:xfrm>
            <a:prstGeom prst="rect">
              <a:avLst/>
            </a:prstGeom>
          </p:spPr>
          <p:txBody>
            <a:bodyPr anchor="t" rtlCol="false" tIns="0" lIns="0" bIns="0" rIns="0">
              <a:spAutoFit/>
            </a:bodyPr>
            <a:lstStyle/>
            <a:p>
              <a:pPr algn="l" marL="0" indent="0" lvl="0">
                <a:lnSpc>
                  <a:spcPts val="3000"/>
                </a:lnSpc>
                <a:spcBef>
                  <a:spcPct val="0"/>
                </a:spcBef>
              </a:pPr>
              <a:r>
                <a:rPr lang="en-US" b="true" sz="2000" spc="-40" strike="noStrike" u="none">
                  <a:solidFill>
                    <a:srgbClr val="000000">
                      <a:alpha val="69804"/>
                    </a:srgbClr>
                  </a:solidFill>
                  <a:latin typeface="프리젠테이션 Bold"/>
                  <a:ea typeface="프리젠테이션 Bold"/>
                  <a:cs typeface="프리젠테이션 Bold"/>
                  <a:sym typeface="프리젠테이션 Bold"/>
                </a:rPr>
                <a:t>예) GPT, Gemini, Claude</a:t>
              </a:r>
            </a:p>
          </p:txBody>
        </p:sp>
        <p:sp>
          <p:nvSpPr>
            <p:cNvPr name="Freeform 51" id="51"/>
            <p:cNvSpPr/>
            <p:nvPr/>
          </p:nvSpPr>
          <p:spPr>
            <a:xfrm flipH="false" flipV="false" rot="0">
              <a:off x="0" y="130895"/>
              <a:ext cx="189653" cy="144610"/>
            </a:xfrm>
            <a:custGeom>
              <a:avLst/>
              <a:gdLst/>
              <a:ahLst/>
              <a:cxnLst/>
              <a:rect r="r" b="b" t="t" l="l"/>
              <a:pathLst>
                <a:path h="144610" w="189653">
                  <a:moveTo>
                    <a:pt x="0" y="0"/>
                  </a:moveTo>
                  <a:lnTo>
                    <a:pt x="189653" y="0"/>
                  </a:lnTo>
                  <a:lnTo>
                    <a:pt x="189653" y="144610"/>
                  </a:lnTo>
                  <a:lnTo>
                    <a:pt x="0" y="144610"/>
                  </a:lnTo>
                  <a:lnTo>
                    <a:pt x="0" y="0"/>
                  </a:lnTo>
                  <a:close/>
                </a:path>
              </a:pathLst>
            </a:custGeom>
            <a:blipFill>
              <a:blip r:embed="rId5">
                <a:extLst>
                  <a:ext uri="{96DAC541-7B7A-43D3-8B79-37D633B846F1}">
                    <asvg:svgBlip xmlns:asvg="http://schemas.microsoft.com/office/drawing/2016/SVG/main" r:embed="rId6"/>
                  </a:ext>
                </a:extLst>
              </a:blip>
              <a:stretch>
                <a:fillRect l="0" t="0" r="0" b="0"/>
              </a:stretch>
            </a:blipFill>
          </p:spPr>
        </p:sp>
      </p:grpSp>
      <p:grpSp>
        <p:nvGrpSpPr>
          <p:cNvPr name="Group 52" id="52"/>
          <p:cNvGrpSpPr/>
          <p:nvPr/>
        </p:nvGrpSpPr>
        <p:grpSpPr>
          <a:xfrm rot="0">
            <a:off x="3135542" y="7738632"/>
            <a:ext cx="4760288" cy="304800"/>
            <a:chOff x="0" y="0"/>
            <a:chExt cx="6347050" cy="406400"/>
          </a:xfrm>
        </p:grpSpPr>
        <p:sp>
          <p:nvSpPr>
            <p:cNvPr name="TextBox 53" id="53"/>
            <p:cNvSpPr txBox="true"/>
            <p:nvPr/>
          </p:nvSpPr>
          <p:spPr>
            <a:xfrm rot="0">
              <a:off x="303953" y="-76200"/>
              <a:ext cx="6043097" cy="482600"/>
            </a:xfrm>
            <a:prstGeom prst="rect">
              <a:avLst/>
            </a:prstGeom>
          </p:spPr>
          <p:txBody>
            <a:bodyPr anchor="t" rtlCol="false" tIns="0" lIns="0" bIns="0" rIns="0">
              <a:spAutoFit/>
            </a:bodyPr>
            <a:lstStyle/>
            <a:p>
              <a:pPr algn="l" marL="0" indent="0" lvl="0">
                <a:lnSpc>
                  <a:spcPts val="3000"/>
                </a:lnSpc>
                <a:spcBef>
                  <a:spcPct val="0"/>
                </a:spcBef>
              </a:pPr>
              <a:r>
                <a:rPr lang="en-US" b="true" sz="2000" spc="-40" strike="noStrike" u="none">
                  <a:solidFill>
                    <a:srgbClr val="000000">
                      <a:alpha val="69804"/>
                    </a:srgbClr>
                  </a:solidFill>
                  <a:latin typeface="프리젠테이션 Bold"/>
                  <a:ea typeface="프리젠테이션 Bold"/>
                  <a:cs typeface="프리젠테이션 Bold"/>
                  <a:sym typeface="프리젠테이션 Bold"/>
                </a:rPr>
                <a:t>중요한 정보는 꼭 직접 확인</a:t>
              </a:r>
            </a:p>
          </p:txBody>
        </p:sp>
        <p:sp>
          <p:nvSpPr>
            <p:cNvPr name="Freeform 54" id="54"/>
            <p:cNvSpPr/>
            <p:nvPr/>
          </p:nvSpPr>
          <p:spPr>
            <a:xfrm flipH="false" flipV="false" rot="0">
              <a:off x="0" y="130895"/>
              <a:ext cx="189653" cy="144610"/>
            </a:xfrm>
            <a:custGeom>
              <a:avLst/>
              <a:gdLst/>
              <a:ahLst/>
              <a:cxnLst/>
              <a:rect r="r" b="b" t="t" l="l"/>
              <a:pathLst>
                <a:path h="144610" w="189653">
                  <a:moveTo>
                    <a:pt x="0" y="0"/>
                  </a:moveTo>
                  <a:lnTo>
                    <a:pt x="189653" y="0"/>
                  </a:lnTo>
                  <a:lnTo>
                    <a:pt x="189653" y="144610"/>
                  </a:lnTo>
                  <a:lnTo>
                    <a:pt x="0" y="144610"/>
                  </a:lnTo>
                  <a:lnTo>
                    <a:pt x="0" y="0"/>
                  </a:lnTo>
                  <a:close/>
                </a:path>
              </a:pathLst>
            </a:custGeom>
            <a:blipFill>
              <a:blip r:embed="rId5">
                <a:extLst>
                  <a:ext uri="{96DAC541-7B7A-43D3-8B79-37D633B846F1}">
                    <asvg:svgBlip xmlns:asvg="http://schemas.microsoft.com/office/drawing/2016/SVG/main" r:embed="rId6"/>
                  </a:ext>
                </a:extLst>
              </a:blip>
              <a:stretch>
                <a:fillRect l="0" t="0" r="0" b="0"/>
              </a:stretch>
            </a:blipFill>
          </p:spPr>
        </p:sp>
      </p:grpSp>
      <p:grpSp>
        <p:nvGrpSpPr>
          <p:cNvPr name="Group 55" id="55"/>
          <p:cNvGrpSpPr/>
          <p:nvPr/>
        </p:nvGrpSpPr>
        <p:grpSpPr>
          <a:xfrm rot="0">
            <a:off x="10592422" y="4790276"/>
            <a:ext cx="4785385" cy="304800"/>
            <a:chOff x="0" y="0"/>
            <a:chExt cx="6380513" cy="406400"/>
          </a:xfrm>
        </p:grpSpPr>
        <p:sp>
          <p:nvSpPr>
            <p:cNvPr name="TextBox 56" id="56"/>
            <p:cNvSpPr txBox="true"/>
            <p:nvPr/>
          </p:nvSpPr>
          <p:spPr>
            <a:xfrm rot="0">
              <a:off x="303953" y="-76200"/>
              <a:ext cx="6076560" cy="482600"/>
            </a:xfrm>
            <a:prstGeom prst="rect">
              <a:avLst/>
            </a:prstGeom>
          </p:spPr>
          <p:txBody>
            <a:bodyPr anchor="t" rtlCol="false" tIns="0" lIns="0" bIns="0" rIns="0">
              <a:spAutoFit/>
            </a:bodyPr>
            <a:lstStyle/>
            <a:p>
              <a:pPr algn="l" marL="0" indent="0" lvl="0">
                <a:lnSpc>
                  <a:spcPts val="3000"/>
                </a:lnSpc>
                <a:spcBef>
                  <a:spcPct val="0"/>
                </a:spcBef>
              </a:pPr>
              <a:r>
                <a:rPr lang="en-US" b="true" sz="2000" spc="-40" strike="noStrike" u="none">
                  <a:solidFill>
                    <a:srgbClr val="000000">
                      <a:alpha val="69804"/>
                    </a:srgbClr>
                  </a:solidFill>
                  <a:latin typeface="프리젠테이션 Bold"/>
                  <a:ea typeface="프리젠테이션 Bold"/>
                  <a:cs typeface="프리젠테이션 Bold"/>
                  <a:sym typeface="프리젠테이션 Bold"/>
                </a:rPr>
                <a:t>토큰 == 사용량 == 요금</a:t>
              </a:r>
            </a:p>
          </p:txBody>
        </p:sp>
        <p:sp>
          <p:nvSpPr>
            <p:cNvPr name="Freeform 57" id="57"/>
            <p:cNvSpPr/>
            <p:nvPr/>
          </p:nvSpPr>
          <p:spPr>
            <a:xfrm flipH="false" flipV="false" rot="0">
              <a:off x="0" y="130895"/>
              <a:ext cx="189653" cy="144610"/>
            </a:xfrm>
            <a:custGeom>
              <a:avLst/>
              <a:gdLst/>
              <a:ahLst/>
              <a:cxnLst/>
              <a:rect r="r" b="b" t="t" l="l"/>
              <a:pathLst>
                <a:path h="144610" w="189653">
                  <a:moveTo>
                    <a:pt x="0" y="0"/>
                  </a:moveTo>
                  <a:lnTo>
                    <a:pt x="189653" y="0"/>
                  </a:lnTo>
                  <a:lnTo>
                    <a:pt x="189653" y="144610"/>
                  </a:lnTo>
                  <a:lnTo>
                    <a:pt x="0" y="144610"/>
                  </a:lnTo>
                  <a:lnTo>
                    <a:pt x="0" y="0"/>
                  </a:lnTo>
                  <a:close/>
                </a:path>
              </a:pathLst>
            </a:custGeom>
            <a:blipFill>
              <a:blip r:embed="rId5">
                <a:extLst>
                  <a:ext uri="{96DAC541-7B7A-43D3-8B79-37D633B846F1}">
                    <asvg:svgBlip xmlns:asvg="http://schemas.microsoft.com/office/drawing/2016/SVG/main" r:embed="rId6"/>
                  </a:ext>
                </a:extLst>
              </a:blip>
              <a:stretch>
                <a:fillRect l="0" t="0" r="0" b="0"/>
              </a:stretch>
            </a:blipFill>
          </p:spPr>
        </p:sp>
      </p:grpSp>
      <p:grpSp>
        <p:nvGrpSpPr>
          <p:cNvPr name="Group 58" id="58"/>
          <p:cNvGrpSpPr/>
          <p:nvPr/>
        </p:nvGrpSpPr>
        <p:grpSpPr>
          <a:xfrm rot="0">
            <a:off x="10503966" y="7738632"/>
            <a:ext cx="4817118" cy="304800"/>
            <a:chOff x="0" y="0"/>
            <a:chExt cx="6422824" cy="406400"/>
          </a:xfrm>
        </p:grpSpPr>
        <p:sp>
          <p:nvSpPr>
            <p:cNvPr name="TextBox 59" id="59"/>
            <p:cNvSpPr txBox="true"/>
            <p:nvPr/>
          </p:nvSpPr>
          <p:spPr>
            <a:xfrm rot="0">
              <a:off x="303953" y="-76200"/>
              <a:ext cx="6118871" cy="482600"/>
            </a:xfrm>
            <a:prstGeom prst="rect">
              <a:avLst/>
            </a:prstGeom>
          </p:spPr>
          <p:txBody>
            <a:bodyPr anchor="t" rtlCol="false" tIns="0" lIns="0" bIns="0" rIns="0">
              <a:spAutoFit/>
            </a:bodyPr>
            <a:lstStyle/>
            <a:p>
              <a:pPr algn="l" marL="0" indent="0" lvl="0">
                <a:lnSpc>
                  <a:spcPts val="3000"/>
                </a:lnSpc>
                <a:spcBef>
                  <a:spcPct val="0"/>
                </a:spcBef>
              </a:pPr>
              <a:r>
                <a:rPr lang="en-US" b="true" sz="2000" spc="-40" strike="noStrike" u="none">
                  <a:solidFill>
                    <a:srgbClr val="000000">
                      <a:alpha val="69804"/>
                    </a:srgbClr>
                  </a:solidFill>
                  <a:latin typeface="프리젠테이션 Bold"/>
                  <a:ea typeface="프리젠테이션 Bold"/>
                  <a:cs typeface="프리젠테이션 Bold"/>
                  <a:sym typeface="프리젠테이션 Bold"/>
                </a:rPr>
                <a:t>AI를 빌려 나만의 서비스 제작</a:t>
              </a:r>
            </a:p>
          </p:txBody>
        </p:sp>
        <p:sp>
          <p:nvSpPr>
            <p:cNvPr name="Freeform 60" id="60"/>
            <p:cNvSpPr/>
            <p:nvPr/>
          </p:nvSpPr>
          <p:spPr>
            <a:xfrm flipH="false" flipV="false" rot="0">
              <a:off x="0" y="130895"/>
              <a:ext cx="189653" cy="144610"/>
            </a:xfrm>
            <a:custGeom>
              <a:avLst/>
              <a:gdLst/>
              <a:ahLst/>
              <a:cxnLst/>
              <a:rect r="r" b="b" t="t" l="l"/>
              <a:pathLst>
                <a:path h="144610" w="189653">
                  <a:moveTo>
                    <a:pt x="0" y="0"/>
                  </a:moveTo>
                  <a:lnTo>
                    <a:pt x="189653" y="0"/>
                  </a:lnTo>
                  <a:lnTo>
                    <a:pt x="189653" y="144610"/>
                  </a:lnTo>
                  <a:lnTo>
                    <a:pt x="0" y="144610"/>
                  </a:lnTo>
                  <a:lnTo>
                    <a:pt x="0" y="0"/>
                  </a:lnTo>
                  <a:close/>
                </a:path>
              </a:pathLst>
            </a:custGeom>
            <a:blipFill>
              <a:blip r:embed="rId5">
                <a:extLst>
                  <a:ext uri="{96DAC541-7B7A-43D3-8B79-37D633B846F1}">
                    <asvg:svgBlip xmlns:asvg="http://schemas.microsoft.com/office/drawing/2016/SVG/main" r:embed="rId6"/>
                  </a:ext>
                </a:extLst>
              </a:blip>
              <a:stretch>
                <a:fillRect l="0" t="0" r="0" b="0"/>
              </a:stretch>
            </a:blipFill>
          </p:spPr>
        </p:sp>
      </p:grpSp>
      <p:sp>
        <p:nvSpPr>
          <p:cNvPr name="AutoShape 61" id="61"/>
          <p:cNvSpPr/>
          <p:nvPr/>
        </p:nvSpPr>
        <p:spPr>
          <a:xfrm>
            <a:off x="3020968" y="3946119"/>
            <a:ext cx="4728065" cy="0"/>
          </a:xfrm>
          <a:prstGeom prst="line">
            <a:avLst/>
          </a:prstGeom>
          <a:ln cap="rnd" w="9525">
            <a:solidFill>
              <a:srgbClr val="747EA3">
                <a:alpha val="29804"/>
              </a:srgbClr>
            </a:solidFill>
            <a:prstDash val="solid"/>
            <a:headEnd type="none" len="sm" w="sm"/>
            <a:tailEnd type="none" len="sm" w="sm"/>
          </a:ln>
        </p:spPr>
      </p:sp>
      <p:sp>
        <p:nvSpPr>
          <p:cNvPr name="AutoShape 62" id="62"/>
          <p:cNvSpPr/>
          <p:nvPr/>
        </p:nvSpPr>
        <p:spPr>
          <a:xfrm>
            <a:off x="3020968" y="6894476"/>
            <a:ext cx="4728065" cy="0"/>
          </a:xfrm>
          <a:prstGeom prst="line">
            <a:avLst/>
          </a:prstGeom>
          <a:ln cap="rnd" w="9525">
            <a:solidFill>
              <a:srgbClr val="747EA3">
                <a:alpha val="29804"/>
              </a:srgbClr>
            </a:solidFill>
            <a:prstDash val="solid"/>
            <a:headEnd type="none" len="sm" w="sm"/>
            <a:tailEnd type="none" len="sm" w="sm"/>
          </a:ln>
        </p:spPr>
      </p:sp>
      <p:sp>
        <p:nvSpPr>
          <p:cNvPr name="AutoShape 63" id="63"/>
          <p:cNvSpPr/>
          <p:nvPr/>
        </p:nvSpPr>
        <p:spPr>
          <a:xfrm flipV="true">
            <a:off x="10548493" y="3946119"/>
            <a:ext cx="4728065" cy="0"/>
          </a:xfrm>
          <a:prstGeom prst="line">
            <a:avLst/>
          </a:prstGeom>
          <a:ln cap="rnd" w="9525">
            <a:solidFill>
              <a:srgbClr val="747EA3">
                <a:alpha val="29804"/>
              </a:srgbClr>
            </a:solidFill>
            <a:prstDash val="solid"/>
            <a:headEnd type="none" len="sm" w="sm"/>
            <a:tailEnd type="none" len="sm" w="sm"/>
          </a:ln>
        </p:spPr>
      </p:sp>
      <p:sp>
        <p:nvSpPr>
          <p:cNvPr name="AutoShape 64" id="64"/>
          <p:cNvSpPr/>
          <p:nvPr/>
        </p:nvSpPr>
        <p:spPr>
          <a:xfrm>
            <a:off x="10548493" y="6894476"/>
            <a:ext cx="4728065" cy="0"/>
          </a:xfrm>
          <a:prstGeom prst="line">
            <a:avLst/>
          </a:prstGeom>
          <a:ln cap="rnd" w="9525">
            <a:solidFill>
              <a:srgbClr val="747EA3">
                <a:alpha val="29804"/>
              </a:srgbClr>
            </a:solidFill>
            <a:prstDash val="solid"/>
            <a:headEnd type="none" len="sm" w="sm"/>
            <a:tailEnd type="none" len="sm" w="sm"/>
          </a:ln>
        </p:spPr>
      </p:sp>
      <p:sp>
        <p:nvSpPr>
          <p:cNvPr name="TextBox 65" id="65"/>
          <p:cNvSpPr txBox="true"/>
          <p:nvPr/>
        </p:nvSpPr>
        <p:spPr>
          <a:xfrm rot="0">
            <a:off x="14694520" y="1353621"/>
            <a:ext cx="2865076" cy="325120"/>
          </a:xfrm>
          <a:prstGeom prst="rect">
            <a:avLst/>
          </a:prstGeom>
        </p:spPr>
        <p:txBody>
          <a:bodyPr anchor="t" rtlCol="false" tIns="0" lIns="0" bIns="0" rIns="0">
            <a:spAutoFit/>
          </a:bodyPr>
          <a:lstStyle/>
          <a:p>
            <a:pPr algn="ctr" marL="0" indent="0" lvl="0">
              <a:lnSpc>
                <a:spcPts val="2540"/>
              </a:lnSpc>
              <a:spcBef>
                <a:spcPct val="0"/>
              </a:spcBef>
            </a:pPr>
            <a:r>
              <a:rPr lang="en-US" b="true" sz="2000" spc="122" strike="noStrike" u="none">
                <a:solidFill>
                  <a:srgbClr val="5170FF"/>
                </a:solidFill>
                <a:latin typeface="프리젠테이션 Bold"/>
                <a:ea typeface="프리젠테이션 Bold"/>
                <a:cs typeface="프리젠테이션 Bold"/>
                <a:sym typeface="프리젠테이션 Bold"/>
              </a:rPr>
              <a:t>해달 바이브코딩 기초반</a:t>
            </a:r>
          </a:p>
        </p:txBody>
      </p:sp>
      <p:sp>
        <p:nvSpPr>
          <p:cNvPr name="TextBox 66" id="66"/>
          <p:cNvSpPr txBox="true"/>
          <p:nvPr/>
        </p:nvSpPr>
        <p:spPr>
          <a:xfrm rot="0">
            <a:off x="8382000" y="8899525"/>
            <a:ext cx="1524000" cy="358775"/>
          </a:xfrm>
          <a:prstGeom prst="rect">
            <a:avLst/>
          </a:prstGeom>
        </p:spPr>
        <p:txBody>
          <a:bodyPr anchor="t" rtlCol="false" tIns="0" lIns="0" bIns="0" rIns="0">
            <a:spAutoFit/>
          </a:bodyPr>
          <a:lstStyle/>
          <a:p>
            <a:pPr algn="ctr" marL="0" indent="0" lvl="0">
              <a:lnSpc>
                <a:spcPts val="2800"/>
              </a:lnSpc>
              <a:spcBef>
                <a:spcPct val="0"/>
              </a:spcBef>
            </a:pPr>
            <a:r>
              <a:rPr lang="en-US" b="true" sz="2000" strike="noStrike" u="none">
                <a:solidFill>
                  <a:srgbClr val="4165C1"/>
                </a:solidFill>
                <a:latin typeface="프리젠테이션 Bold"/>
                <a:ea typeface="프리젠테이션 Bold"/>
                <a:cs typeface="프리젠테이션 Bold"/>
                <a:sym typeface="프리젠테이션 Bold"/>
              </a:rPr>
              <a:t>- 7 -</a:t>
            </a:r>
          </a:p>
        </p:txBody>
      </p:sp>
    </p:spTree>
  </p:cSld>
  <p:clrMapOvr>
    <a:masterClrMapping/>
  </p:clrMapOvr>
</p:sld>
</file>

<file path=ppt/slides/slide8.xml><?xml version="1.0" encoding="utf-8"?>
<p:sld xmlns:p="http://schemas.openxmlformats.org/presentationml/2006/main" xmlns:a="http://schemas.openxmlformats.org/drawingml/2006/main" xmlns:r="http://schemas.openxmlformats.org/officeDocument/2006/relationships">
  <p:cSld>
    <p:bg>
      <p:bgPr>
        <a:solidFill>
          <a:srgbClr val="5170FF"/>
        </a:solidFill>
      </p:bgPr>
    </p:bg>
    <p:spTree>
      <p:nvGrpSpPr>
        <p:cNvPr id="1" name=""/>
        <p:cNvGrpSpPr/>
        <p:nvPr/>
      </p:nvGrpSpPr>
      <p:grpSpPr>
        <a:xfrm>
          <a:off x="0" y="0"/>
          <a:ext cx="0" cy="0"/>
          <a:chOff x="0" y="0"/>
          <a:chExt cx="0" cy="0"/>
        </a:xfrm>
      </p:grpSpPr>
      <p:grpSp>
        <p:nvGrpSpPr>
          <p:cNvPr name="Group 2" id="2"/>
          <p:cNvGrpSpPr/>
          <p:nvPr/>
        </p:nvGrpSpPr>
        <p:grpSpPr>
          <a:xfrm rot="0">
            <a:off x="534854" y="457200"/>
            <a:ext cx="17218292" cy="9294946"/>
            <a:chOff x="0" y="0"/>
            <a:chExt cx="22957723" cy="12393261"/>
          </a:xfrm>
        </p:grpSpPr>
        <p:grpSp>
          <p:nvGrpSpPr>
            <p:cNvPr name="Group 3" id="3"/>
            <p:cNvGrpSpPr/>
            <p:nvPr/>
          </p:nvGrpSpPr>
          <p:grpSpPr>
            <a:xfrm rot="0">
              <a:off x="0" y="1727243"/>
              <a:ext cx="22957723" cy="10666019"/>
              <a:chOff x="0" y="0"/>
              <a:chExt cx="4777465" cy="2219581"/>
            </a:xfrm>
          </p:grpSpPr>
          <p:sp>
            <p:nvSpPr>
              <p:cNvPr name="Freeform 4" id="4"/>
              <p:cNvSpPr/>
              <p:nvPr/>
            </p:nvSpPr>
            <p:spPr>
              <a:xfrm flipH="false" flipV="false" rot="0">
                <a:off x="0" y="0"/>
                <a:ext cx="4777465" cy="2219581"/>
              </a:xfrm>
              <a:custGeom>
                <a:avLst/>
                <a:gdLst/>
                <a:ahLst/>
                <a:cxnLst/>
                <a:rect r="r" b="b" t="t" l="l"/>
                <a:pathLst>
                  <a:path h="2219581" w="4777465">
                    <a:moveTo>
                      <a:pt x="22931" y="0"/>
                    </a:moveTo>
                    <a:lnTo>
                      <a:pt x="4754534" y="0"/>
                    </a:lnTo>
                    <a:cubicBezTo>
                      <a:pt x="4767199" y="0"/>
                      <a:pt x="4777465" y="10267"/>
                      <a:pt x="4777465" y="22931"/>
                    </a:cubicBezTo>
                    <a:lnTo>
                      <a:pt x="4777465" y="2196650"/>
                    </a:lnTo>
                    <a:cubicBezTo>
                      <a:pt x="4777465" y="2202732"/>
                      <a:pt x="4775049" y="2208564"/>
                      <a:pt x="4770749" y="2212865"/>
                    </a:cubicBezTo>
                    <a:cubicBezTo>
                      <a:pt x="4766449" y="2217165"/>
                      <a:pt x="4760616" y="2219581"/>
                      <a:pt x="4754534" y="2219581"/>
                    </a:cubicBezTo>
                    <a:lnTo>
                      <a:pt x="22931" y="2219581"/>
                    </a:lnTo>
                    <a:cubicBezTo>
                      <a:pt x="10267" y="2219581"/>
                      <a:pt x="0" y="2209315"/>
                      <a:pt x="0" y="2196650"/>
                    </a:cubicBezTo>
                    <a:lnTo>
                      <a:pt x="0" y="22931"/>
                    </a:lnTo>
                    <a:cubicBezTo>
                      <a:pt x="0" y="10267"/>
                      <a:pt x="10267" y="0"/>
                      <a:pt x="22931" y="0"/>
                    </a:cubicBezTo>
                    <a:close/>
                  </a:path>
                </a:pathLst>
              </a:custGeom>
              <a:solidFill>
                <a:srgbClr val="FFFFFF"/>
              </a:solidFill>
              <a:ln cap="rnd">
                <a:noFill/>
                <a:prstDash val="solid"/>
                <a:round/>
              </a:ln>
            </p:spPr>
          </p:sp>
          <p:sp>
            <p:nvSpPr>
              <p:cNvPr name="TextBox 5" id="5"/>
              <p:cNvSpPr txBox="true"/>
              <p:nvPr/>
            </p:nvSpPr>
            <p:spPr>
              <a:xfrm>
                <a:off x="0" y="-38100"/>
                <a:ext cx="4777465" cy="2257681"/>
              </a:xfrm>
              <a:prstGeom prst="rect">
                <a:avLst/>
              </a:prstGeom>
            </p:spPr>
            <p:txBody>
              <a:bodyPr anchor="ctr" rtlCol="false" tIns="48220" lIns="48220" bIns="48220" rIns="48220"/>
              <a:lstStyle/>
              <a:p>
                <a:pPr algn="ctr" marL="0" indent="0" lvl="0">
                  <a:lnSpc>
                    <a:spcPts val="1853"/>
                  </a:lnSpc>
                  <a:spcBef>
                    <a:spcPct val="0"/>
                  </a:spcBef>
                </a:pPr>
              </a:p>
              <a:p>
                <a:pPr algn="ctr" marL="0" indent="0" lvl="0">
                  <a:lnSpc>
                    <a:spcPts val="1853"/>
                  </a:lnSpc>
                  <a:spcBef>
                    <a:spcPct val="0"/>
                  </a:spcBef>
                </a:pPr>
              </a:p>
              <a:p>
                <a:pPr algn="ctr" marL="0" indent="0" lvl="0">
                  <a:lnSpc>
                    <a:spcPts val="1853"/>
                  </a:lnSpc>
                  <a:spcBef>
                    <a:spcPct val="0"/>
                  </a:spcBef>
                </a:pPr>
              </a:p>
            </p:txBody>
          </p:sp>
        </p:grpSp>
        <p:grpSp>
          <p:nvGrpSpPr>
            <p:cNvPr name="Group 6" id="6"/>
            <p:cNvGrpSpPr/>
            <p:nvPr/>
          </p:nvGrpSpPr>
          <p:grpSpPr>
            <a:xfrm rot="0">
              <a:off x="18499830" y="891712"/>
              <a:ext cx="4457893" cy="3397582"/>
              <a:chOff x="0" y="0"/>
              <a:chExt cx="927680" cy="707031"/>
            </a:xfrm>
          </p:grpSpPr>
          <p:sp>
            <p:nvSpPr>
              <p:cNvPr name="Freeform 7" id="7"/>
              <p:cNvSpPr/>
              <p:nvPr/>
            </p:nvSpPr>
            <p:spPr>
              <a:xfrm flipH="false" flipV="false" rot="0">
                <a:off x="0" y="0"/>
                <a:ext cx="927680" cy="707031"/>
              </a:xfrm>
              <a:custGeom>
                <a:avLst/>
                <a:gdLst/>
                <a:ahLst/>
                <a:cxnLst/>
                <a:rect r="r" b="b" t="t" l="l"/>
                <a:pathLst>
                  <a:path h="707031" w="927680">
                    <a:moveTo>
                      <a:pt x="118094" y="0"/>
                    </a:moveTo>
                    <a:lnTo>
                      <a:pt x="809586" y="0"/>
                    </a:lnTo>
                    <a:cubicBezTo>
                      <a:pt x="874808" y="0"/>
                      <a:pt x="927680" y="52872"/>
                      <a:pt x="927680" y="118094"/>
                    </a:cubicBezTo>
                    <a:lnTo>
                      <a:pt x="927680" y="588937"/>
                    </a:lnTo>
                    <a:cubicBezTo>
                      <a:pt x="927680" y="654159"/>
                      <a:pt x="874808" y="707031"/>
                      <a:pt x="809586" y="707031"/>
                    </a:cubicBezTo>
                    <a:lnTo>
                      <a:pt x="118094" y="707031"/>
                    </a:lnTo>
                    <a:cubicBezTo>
                      <a:pt x="52872" y="707031"/>
                      <a:pt x="0" y="654159"/>
                      <a:pt x="0" y="588937"/>
                    </a:cubicBezTo>
                    <a:lnTo>
                      <a:pt x="0" y="118094"/>
                    </a:lnTo>
                    <a:cubicBezTo>
                      <a:pt x="0" y="52872"/>
                      <a:pt x="52872" y="0"/>
                      <a:pt x="118094" y="0"/>
                    </a:cubicBezTo>
                    <a:close/>
                  </a:path>
                </a:pathLst>
              </a:custGeom>
              <a:solidFill>
                <a:srgbClr val="FFFFFF"/>
              </a:solidFill>
              <a:ln cap="rnd">
                <a:noFill/>
                <a:prstDash val="solid"/>
                <a:round/>
              </a:ln>
            </p:spPr>
          </p:sp>
          <p:sp>
            <p:nvSpPr>
              <p:cNvPr name="TextBox 8" id="8"/>
              <p:cNvSpPr txBox="true"/>
              <p:nvPr/>
            </p:nvSpPr>
            <p:spPr>
              <a:xfrm>
                <a:off x="0" y="-38100"/>
                <a:ext cx="927680" cy="745131"/>
              </a:xfrm>
              <a:prstGeom prst="rect">
                <a:avLst/>
              </a:prstGeom>
            </p:spPr>
            <p:txBody>
              <a:bodyPr anchor="ctr" rtlCol="false" tIns="48220" lIns="48220" bIns="48220" rIns="48220"/>
              <a:lstStyle/>
              <a:p>
                <a:pPr algn="ctr" marL="0" indent="0" lvl="0">
                  <a:lnSpc>
                    <a:spcPts val="1853"/>
                  </a:lnSpc>
                  <a:spcBef>
                    <a:spcPct val="0"/>
                  </a:spcBef>
                </a:pPr>
              </a:p>
              <a:p>
                <a:pPr algn="ctr" marL="0" indent="0" lvl="0">
                  <a:lnSpc>
                    <a:spcPts val="1853"/>
                  </a:lnSpc>
                  <a:spcBef>
                    <a:spcPct val="0"/>
                  </a:spcBef>
                </a:pPr>
              </a:p>
              <a:p>
                <a:pPr algn="ctr" marL="0" indent="0" lvl="0">
                  <a:lnSpc>
                    <a:spcPts val="1853"/>
                  </a:lnSpc>
                  <a:spcBef>
                    <a:spcPct val="0"/>
                  </a:spcBef>
                </a:pPr>
              </a:p>
            </p:txBody>
          </p:sp>
        </p:grpSp>
        <p:grpSp>
          <p:nvGrpSpPr>
            <p:cNvPr name="Group 9" id="9"/>
            <p:cNvGrpSpPr/>
            <p:nvPr/>
          </p:nvGrpSpPr>
          <p:grpSpPr>
            <a:xfrm rot="0">
              <a:off x="18064463" y="1334482"/>
              <a:ext cx="2392010" cy="1865053"/>
              <a:chOff x="0" y="0"/>
              <a:chExt cx="497773" cy="388115"/>
            </a:xfrm>
          </p:grpSpPr>
          <p:sp>
            <p:nvSpPr>
              <p:cNvPr name="Freeform 10" id="10"/>
              <p:cNvSpPr/>
              <p:nvPr/>
            </p:nvSpPr>
            <p:spPr>
              <a:xfrm flipH="false" flipV="false" rot="0">
                <a:off x="0" y="0"/>
                <a:ext cx="497773" cy="388115"/>
              </a:xfrm>
              <a:custGeom>
                <a:avLst/>
                <a:gdLst/>
                <a:ahLst/>
                <a:cxnLst/>
                <a:rect r="r" b="b" t="t" l="l"/>
                <a:pathLst>
                  <a:path h="388115" w="497773">
                    <a:moveTo>
                      <a:pt x="0" y="0"/>
                    </a:moveTo>
                    <a:lnTo>
                      <a:pt x="497773" y="0"/>
                    </a:lnTo>
                    <a:lnTo>
                      <a:pt x="497773" y="388115"/>
                    </a:lnTo>
                    <a:lnTo>
                      <a:pt x="0" y="388115"/>
                    </a:lnTo>
                    <a:close/>
                  </a:path>
                </a:pathLst>
              </a:custGeom>
              <a:solidFill>
                <a:srgbClr val="FFFFFF"/>
              </a:solidFill>
              <a:ln cap="sq">
                <a:noFill/>
                <a:prstDash val="solid"/>
                <a:miter/>
              </a:ln>
            </p:spPr>
          </p:sp>
          <p:sp>
            <p:nvSpPr>
              <p:cNvPr name="TextBox 11" id="11"/>
              <p:cNvSpPr txBox="true"/>
              <p:nvPr/>
            </p:nvSpPr>
            <p:spPr>
              <a:xfrm>
                <a:off x="0" y="-38100"/>
                <a:ext cx="497773" cy="426215"/>
              </a:xfrm>
              <a:prstGeom prst="rect">
                <a:avLst/>
              </a:prstGeom>
            </p:spPr>
            <p:txBody>
              <a:bodyPr anchor="ctr" rtlCol="false" tIns="48220" lIns="48220" bIns="48220" rIns="48220"/>
              <a:lstStyle/>
              <a:p>
                <a:pPr algn="ctr" marL="0" indent="0" lvl="0">
                  <a:lnSpc>
                    <a:spcPts val="1853"/>
                  </a:lnSpc>
                  <a:spcBef>
                    <a:spcPct val="0"/>
                  </a:spcBef>
                </a:pPr>
              </a:p>
              <a:p>
                <a:pPr algn="ctr" marL="0" indent="0" lvl="0">
                  <a:lnSpc>
                    <a:spcPts val="1853"/>
                  </a:lnSpc>
                  <a:spcBef>
                    <a:spcPct val="0"/>
                  </a:spcBef>
                </a:pPr>
              </a:p>
              <a:p>
                <a:pPr algn="ctr" marL="0" indent="0" lvl="0">
                  <a:lnSpc>
                    <a:spcPts val="1853"/>
                  </a:lnSpc>
                  <a:spcBef>
                    <a:spcPct val="0"/>
                  </a:spcBef>
                </a:pPr>
              </a:p>
            </p:txBody>
          </p:sp>
        </p:grpSp>
        <p:grpSp>
          <p:nvGrpSpPr>
            <p:cNvPr name="Group 12" id="12"/>
            <p:cNvGrpSpPr/>
            <p:nvPr/>
          </p:nvGrpSpPr>
          <p:grpSpPr>
            <a:xfrm rot="0">
              <a:off x="16059231" y="0"/>
              <a:ext cx="2504831" cy="1727243"/>
              <a:chOff x="0" y="0"/>
              <a:chExt cx="521251" cy="359436"/>
            </a:xfrm>
          </p:grpSpPr>
          <p:sp>
            <p:nvSpPr>
              <p:cNvPr name="Freeform 13" id="13"/>
              <p:cNvSpPr/>
              <p:nvPr/>
            </p:nvSpPr>
            <p:spPr>
              <a:xfrm flipH="false" flipV="false" rot="0">
                <a:off x="0" y="0"/>
                <a:ext cx="521251" cy="359436"/>
              </a:xfrm>
              <a:custGeom>
                <a:avLst/>
                <a:gdLst/>
                <a:ahLst/>
                <a:cxnLst/>
                <a:rect r="r" b="b" t="t" l="l"/>
                <a:pathLst>
                  <a:path h="359436" w="521251">
                    <a:moveTo>
                      <a:pt x="179718" y="0"/>
                    </a:moveTo>
                    <a:lnTo>
                      <a:pt x="341533" y="0"/>
                    </a:lnTo>
                    <a:cubicBezTo>
                      <a:pt x="440789" y="0"/>
                      <a:pt x="521251" y="80463"/>
                      <a:pt x="521251" y="179718"/>
                    </a:cubicBezTo>
                    <a:lnTo>
                      <a:pt x="521251" y="179718"/>
                    </a:lnTo>
                    <a:cubicBezTo>
                      <a:pt x="521251" y="227382"/>
                      <a:pt x="502317" y="273094"/>
                      <a:pt x="468613" y="306798"/>
                    </a:cubicBezTo>
                    <a:cubicBezTo>
                      <a:pt x="434909" y="340502"/>
                      <a:pt x="389197" y="359436"/>
                      <a:pt x="341533" y="359436"/>
                    </a:cubicBezTo>
                    <a:lnTo>
                      <a:pt x="179718" y="359436"/>
                    </a:lnTo>
                    <a:cubicBezTo>
                      <a:pt x="132054" y="359436"/>
                      <a:pt x="86342" y="340502"/>
                      <a:pt x="52638" y="306798"/>
                    </a:cubicBezTo>
                    <a:cubicBezTo>
                      <a:pt x="18935" y="273094"/>
                      <a:pt x="0" y="227382"/>
                      <a:pt x="0" y="179718"/>
                    </a:cubicBezTo>
                    <a:lnTo>
                      <a:pt x="0" y="179718"/>
                    </a:lnTo>
                    <a:cubicBezTo>
                      <a:pt x="0" y="132054"/>
                      <a:pt x="18935" y="86342"/>
                      <a:pt x="52638" y="52638"/>
                    </a:cubicBezTo>
                    <a:cubicBezTo>
                      <a:pt x="86342" y="18935"/>
                      <a:pt x="132054" y="0"/>
                      <a:pt x="179718" y="0"/>
                    </a:cubicBezTo>
                    <a:close/>
                  </a:path>
                </a:pathLst>
              </a:custGeom>
              <a:solidFill>
                <a:srgbClr val="5170FF"/>
              </a:solidFill>
              <a:ln cap="rnd">
                <a:noFill/>
                <a:prstDash val="solid"/>
                <a:round/>
              </a:ln>
            </p:spPr>
          </p:sp>
          <p:sp>
            <p:nvSpPr>
              <p:cNvPr name="TextBox 14" id="14"/>
              <p:cNvSpPr txBox="true"/>
              <p:nvPr/>
            </p:nvSpPr>
            <p:spPr>
              <a:xfrm>
                <a:off x="0" y="-38100"/>
                <a:ext cx="521251" cy="397536"/>
              </a:xfrm>
              <a:prstGeom prst="rect">
                <a:avLst/>
              </a:prstGeom>
            </p:spPr>
            <p:txBody>
              <a:bodyPr anchor="ctr" rtlCol="false" tIns="48220" lIns="48220" bIns="48220" rIns="48220"/>
              <a:lstStyle/>
              <a:p>
                <a:pPr algn="ctr" marL="0" indent="0" lvl="0">
                  <a:lnSpc>
                    <a:spcPts val="1853"/>
                  </a:lnSpc>
                  <a:spcBef>
                    <a:spcPct val="0"/>
                  </a:spcBef>
                </a:pPr>
              </a:p>
              <a:p>
                <a:pPr algn="ctr" marL="0" indent="0" lvl="0">
                  <a:lnSpc>
                    <a:spcPts val="1853"/>
                  </a:lnSpc>
                  <a:spcBef>
                    <a:spcPct val="0"/>
                  </a:spcBef>
                </a:pPr>
              </a:p>
              <a:p>
                <a:pPr algn="ctr" marL="0" indent="0" lvl="0">
                  <a:lnSpc>
                    <a:spcPts val="1853"/>
                  </a:lnSpc>
                  <a:spcBef>
                    <a:spcPct val="0"/>
                  </a:spcBef>
                </a:pPr>
              </a:p>
            </p:txBody>
          </p:sp>
        </p:grpSp>
      </p:grpSp>
      <p:sp>
        <p:nvSpPr>
          <p:cNvPr name="Freeform 15" id="15"/>
          <p:cNvSpPr/>
          <p:nvPr/>
        </p:nvSpPr>
        <p:spPr>
          <a:xfrm flipH="false" flipV="false" rot="0">
            <a:off x="820604" y="843344"/>
            <a:ext cx="334731" cy="334731"/>
          </a:xfrm>
          <a:custGeom>
            <a:avLst/>
            <a:gdLst/>
            <a:ahLst/>
            <a:cxnLst/>
            <a:rect r="r" b="b" t="t" l="l"/>
            <a:pathLst>
              <a:path h="334731" w="334731">
                <a:moveTo>
                  <a:pt x="0" y="0"/>
                </a:moveTo>
                <a:lnTo>
                  <a:pt x="334731" y="0"/>
                </a:lnTo>
                <a:lnTo>
                  <a:pt x="334731" y="334731"/>
                </a:lnTo>
                <a:lnTo>
                  <a:pt x="0" y="334731"/>
                </a:lnTo>
                <a:lnTo>
                  <a:pt x="0" y="0"/>
                </a:lnTo>
                <a:close/>
              </a:path>
            </a:pathLst>
          </a:custGeom>
          <a:blipFill>
            <a:blip r:embed="rId3">
              <a:extLst>
                <a:ext uri="{96DAC541-7B7A-43D3-8B79-37D633B846F1}">
                  <asvg:svgBlip xmlns:asvg="http://schemas.microsoft.com/office/drawing/2016/SVG/main" r:embed="rId4"/>
                </a:ext>
              </a:extLst>
            </a:blip>
            <a:stretch>
              <a:fillRect l="0" t="0" r="0" b="0"/>
            </a:stretch>
          </a:blipFill>
        </p:spPr>
      </p:sp>
      <p:grpSp>
        <p:nvGrpSpPr>
          <p:cNvPr name="Group 16" id="16"/>
          <p:cNvGrpSpPr/>
          <p:nvPr/>
        </p:nvGrpSpPr>
        <p:grpSpPr>
          <a:xfrm rot="0">
            <a:off x="1717296" y="2898323"/>
            <a:ext cx="8207164" cy="5701057"/>
            <a:chOff x="0" y="0"/>
            <a:chExt cx="1170096" cy="812800"/>
          </a:xfrm>
        </p:grpSpPr>
        <p:sp>
          <p:nvSpPr>
            <p:cNvPr name="Freeform 17" id="17" descr="문장이 퍼즐 조각(토큰)으로 잘려 AI 로봇에게 들어가는 일러스트"/>
            <p:cNvSpPr/>
            <p:nvPr/>
          </p:nvSpPr>
          <p:spPr>
            <a:xfrm flipH="false" flipV="false" rot="0">
              <a:off x="0" y="0"/>
              <a:ext cx="1170096" cy="812800"/>
            </a:xfrm>
            <a:custGeom>
              <a:avLst/>
              <a:gdLst/>
              <a:ahLst/>
              <a:cxnLst/>
              <a:rect r="r" b="b" t="t" l="l"/>
              <a:pathLst>
                <a:path h="812800" w="1170096">
                  <a:moveTo>
                    <a:pt x="14150" y="0"/>
                  </a:moveTo>
                  <a:lnTo>
                    <a:pt x="1155946" y="0"/>
                  </a:lnTo>
                  <a:cubicBezTo>
                    <a:pt x="1163761" y="0"/>
                    <a:pt x="1170096" y="6335"/>
                    <a:pt x="1170096" y="14150"/>
                  </a:cubicBezTo>
                  <a:lnTo>
                    <a:pt x="1170096" y="798650"/>
                  </a:lnTo>
                  <a:cubicBezTo>
                    <a:pt x="1170096" y="806465"/>
                    <a:pt x="1163761" y="812800"/>
                    <a:pt x="1155946" y="812800"/>
                  </a:cubicBezTo>
                  <a:lnTo>
                    <a:pt x="14150" y="812800"/>
                  </a:lnTo>
                  <a:cubicBezTo>
                    <a:pt x="6335" y="812800"/>
                    <a:pt x="0" y="806465"/>
                    <a:pt x="0" y="798650"/>
                  </a:cubicBezTo>
                  <a:lnTo>
                    <a:pt x="0" y="14150"/>
                  </a:lnTo>
                  <a:cubicBezTo>
                    <a:pt x="0" y="6335"/>
                    <a:pt x="6335" y="0"/>
                    <a:pt x="14150" y="0"/>
                  </a:cubicBezTo>
                  <a:close/>
                </a:path>
              </a:pathLst>
            </a:custGeom>
            <a:blipFill>
              <a:blip r:embed="rId5"/>
              <a:stretch>
                <a:fillRect l="-2130" t="0" r="-2130" b="0"/>
              </a:stretch>
            </a:blipFill>
            <a:ln cap="sq">
              <a:noFill/>
              <a:prstDash val="solid"/>
              <a:miter/>
            </a:ln>
          </p:spPr>
        </p:sp>
      </p:grpSp>
      <p:grpSp>
        <p:nvGrpSpPr>
          <p:cNvPr name="Group 18" id="18"/>
          <p:cNvGrpSpPr/>
          <p:nvPr/>
        </p:nvGrpSpPr>
        <p:grpSpPr>
          <a:xfrm rot="0">
            <a:off x="10472784" y="6346709"/>
            <a:ext cx="5384961" cy="2252671"/>
            <a:chOff x="0" y="0"/>
            <a:chExt cx="7179948" cy="3003561"/>
          </a:xfrm>
        </p:grpSpPr>
        <p:grpSp>
          <p:nvGrpSpPr>
            <p:cNvPr name="Group 19" id="19"/>
            <p:cNvGrpSpPr/>
            <p:nvPr/>
          </p:nvGrpSpPr>
          <p:grpSpPr>
            <a:xfrm rot="0">
              <a:off x="0" y="0"/>
              <a:ext cx="7179948" cy="3003561"/>
              <a:chOff x="0" y="0"/>
              <a:chExt cx="1418261" cy="593296"/>
            </a:xfrm>
          </p:grpSpPr>
          <p:sp>
            <p:nvSpPr>
              <p:cNvPr name="Freeform 20" id="20"/>
              <p:cNvSpPr/>
              <p:nvPr/>
            </p:nvSpPr>
            <p:spPr>
              <a:xfrm flipH="false" flipV="false" rot="0">
                <a:off x="0" y="0"/>
                <a:ext cx="1418261" cy="593296"/>
              </a:xfrm>
              <a:custGeom>
                <a:avLst/>
                <a:gdLst/>
                <a:ahLst/>
                <a:cxnLst/>
                <a:rect r="r" b="b" t="t" l="l"/>
                <a:pathLst>
                  <a:path h="593296" w="1418261">
                    <a:moveTo>
                      <a:pt x="21565" y="0"/>
                    </a:moveTo>
                    <a:lnTo>
                      <a:pt x="1396696" y="0"/>
                    </a:lnTo>
                    <a:cubicBezTo>
                      <a:pt x="1408606" y="0"/>
                      <a:pt x="1418261" y="9655"/>
                      <a:pt x="1418261" y="21565"/>
                    </a:cubicBezTo>
                    <a:lnTo>
                      <a:pt x="1418261" y="571731"/>
                    </a:lnTo>
                    <a:cubicBezTo>
                      <a:pt x="1418261" y="577450"/>
                      <a:pt x="1415989" y="582935"/>
                      <a:pt x="1411945" y="586980"/>
                    </a:cubicBezTo>
                    <a:cubicBezTo>
                      <a:pt x="1407901" y="591024"/>
                      <a:pt x="1402415" y="593296"/>
                      <a:pt x="1396696" y="593296"/>
                    </a:cubicBezTo>
                    <a:lnTo>
                      <a:pt x="21565" y="593296"/>
                    </a:lnTo>
                    <a:cubicBezTo>
                      <a:pt x="9655" y="593296"/>
                      <a:pt x="0" y="583641"/>
                      <a:pt x="0" y="571731"/>
                    </a:cubicBezTo>
                    <a:lnTo>
                      <a:pt x="0" y="21565"/>
                    </a:lnTo>
                    <a:cubicBezTo>
                      <a:pt x="0" y="9655"/>
                      <a:pt x="9655" y="0"/>
                      <a:pt x="21565" y="0"/>
                    </a:cubicBezTo>
                    <a:close/>
                  </a:path>
                </a:pathLst>
              </a:custGeom>
              <a:solidFill>
                <a:srgbClr val="EAEAEA"/>
              </a:solidFill>
              <a:ln cap="sq">
                <a:noFill/>
                <a:prstDash val="solid"/>
                <a:miter/>
              </a:ln>
            </p:spPr>
          </p:sp>
          <p:sp>
            <p:nvSpPr>
              <p:cNvPr name="TextBox 21" id="21"/>
              <p:cNvSpPr txBox="true"/>
              <p:nvPr/>
            </p:nvSpPr>
            <p:spPr>
              <a:xfrm>
                <a:off x="0" y="19050"/>
                <a:ext cx="1418261" cy="574246"/>
              </a:xfrm>
              <a:prstGeom prst="rect">
                <a:avLst/>
              </a:prstGeom>
            </p:spPr>
            <p:txBody>
              <a:bodyPr anchor="ctr" rtlCol="false" tIns="50800" lIns="50800" bIns="50800" rIns="50800"/>
              <a:lstStyle/>
              <a:p>
                <a:pPr algn="ctr">
                  <a:lnSpc>
                    <a:spcPts val="2743"/>
                  </a:lnSpc>
                </a:pPr>
              </a:p>
            </p:txBody>
          </p:sp>
        </p:grpSp>
        <p:sp>
          <p:nvSpPr>
            <p:cNvPr name="Freeform 22" id="22"/>
            <p:cNvSpPr/>
            <p:nvPr/>
          </p:nvSpPr>
          <p:spPr>
            <a:xfrm flipH="false" flipV="false" rot="0">
              <a:off x="741639" y="709385"/>
              <a:ext cx="189653" cy="144610"/>
            </a:xfrm>
            <a:custGeom>
              <a:avLst/>
              <a:gdLst/>
              <a:ahLst/>
              <a:cxnLst/>
              <a:rect r="r" b="b" t="t" l="l"/>
              <a:pathLst>
                <a:path h="144610" w="189653">
                  <a:moveTo>
                    <a:pt x="0" y="0"/>
                  </a:moveTo>
                  <a:lnTo>
                    <a:pt x="189653" y="0"/>
                  </a:lnTo>
                  <a:lnTo>
                    <a:pt x="189653" y="144610"/>
                  </a:lnTo>
                  <a:lnTo>
                    <a:pt x="0" y="144610"/>
                  </a:lnTo>
                  <a:lnTo>
                    <a:pt x="0" y="0"/>
                  </a:lnTo>
                  <a:close/>
                </a:path>
              </a:pathLst>
            </a:custGeom>
            <a:blipFill>
              <a:blip r:embed="rId6">
                <a:extLst>
                  <a:ext uri="{96DAC541-7B7A-43D3-8B79-37D633B846F1}">
                    <asvg:svgBlip xmlns:asvg="http://schemas.microsoft.com/office/drawing/2016/SVG/main" r:embed="rId7"/>
                  </a:ext>
                </a:extLst>
              </a:blip>
              <a:stretch>
                <a:fillRect l="0" t="0" r="0" b="0"/>
              </a:stretch>
            </a:blipFill>
          </p:spPr>
        </p:sp>
        <p:sp>
          <p:nvSpPr>
            <p:cNvPr name="TextBox 23" id="23"/>
            <p:cNvSpPr txBox="true"/>
            <p:nvPr/>
          </p:nvSpPr>
          <p:spPr>
            <a:xfrm rot="0">
              <a:off x="1045128" y="502290"/>
              <a:ext cx="6134820" cy="482600"/>
            </a:xfrm>
            <a:prstGeom prst="rect">
              <a:avLst/>
            </a:prstGeom>
          </p:spPr>
          <p:txBody>
            <a:bodyPr anchor="t" rtlCol="false" tIns="0" lIns="0" bIns="0" rIns="0">
              <a:spAutoFit/>
            </a:bodyPr>
            <a:lstStyle/>
            <a:p>
              <a:pPr algn="l" marL="0" indent="0" lvl="0">
                <a:lnSpc>
                  <a:spcPts val="3000"/>
                </a:lnSpc>
                <a:spcBef>
                  <a:spcPct val="0"/>
                </a:spcBef>
              </a:pPr>
              <a:r>
                <a:rPr lang="en-US" b="true" sz="2000" spc="-40" strike="noStrike" u="none">
                  <a:solidFill>
                    <a:srgbClr val="333333">
                      <a:alpha val="89804"/>
                    </a:srgbClr>
                  </a:solidFill>
                  <a:latin typeface="프리젠테이션 Bold"/>
                  <a:ea typeface="프리젠테이션 Bold"/>
                  <a:cs typeface="프리젠테이션 Bold"/>
                  <a:sym typeface="프리젠테이션 Bold"/>
                </a:rPr>
                <a:t>토큰 == 사용량 == 요금</a:t>
              </a:r>
            </a:p>
          </p:txBody>
        </p:sp>
        <p:sp>
          <p:nvSpPr>
            <p:cNvPr name="Freeform 24" id="24"/>
            <p:cNvSpPr/>
            <p:nvPr/>
          </p:nvSpPr>
          <p:spPr>
            <a:xfrm flipH="false" flipV="false" rot="0">
              <a:off x="741639" y="1418045"/>
              <a:ext cx="189653" cy="144610"/>
            </a:xfrm>
            <a:custGeom>
              <a:avLst/>
              <a:gdLst/>
              <a:ahLst/>
              <a:cxnLst/>
              <a:rect r="r" b="b" t="t" l="l"/>
              <a:pathLst>
                <a:path h="144610" w="189653">
                  <a:moveTo>
                    <a:pt x="0" y="0"/>
                  </a:moveTo>
                  <a:lnTo>
                    <a:pt x="189653" y="0"/>
                  </a:lnTo>
                  <a:lnTo>
                    <a:pt x="189653" y="144611"/>
                  </a:lnTo>
                  <a:lnTo>
                    <a:pt x="0" y="144611"/>
                  </a:lnTo>
                  <a:lnTo>
                    <a:pt x="0" y="0"/>
                  </a:lnTo>
                  <a:close/>
                </a:path>
              </a:pathLst>
            </a:custGeom>
            <a:blipFill>
              <a:blip r:embed="rId6">
                <a:extLst>
                  <a:ext uri="{96DAC541-7B7A-43D3-8B79-37D633B846F1}">
                    <asvg:svgBlip xmlns:asvg="http://schemas.microsoft.com/office/drawing/2016/SVG/main" r:embed="rId7"/>
                  </a:ext>
                </a:extLst>
              </a:blip>
              <a:stretch>
                <a:fillRect l="0" t="0" r="0" b="0"/>
              </a:stretch>
            </a:blipFill>
          </p:spPr>
        </p:sp>
        <p:sp>
          <p:nvSpPr>
            <p:cNvPr name="TextBox 25" id="25"/>
            <p:cNvSpPr txBox="true"/>
            <p:nvPr/>
          </p:nvSpPr>
          <p:spPr>
            <a:xfrm rot="0">
              <a:off x="1045128" y="1210950"/>
              <a:ext cx="6134820" cy="482600"/>
            </a:xfrm>
            <a:prstGeom prst="rect">
              <a:avLst/>
            </a:prstGeom>
          </p:spPr>
          <p:txBody>
            <a:bodyPr anchor="t" rtlCol="false" tIns="0" lIns="0" bIns="0" rIns="0">
              <a:spAutoFit/>
            </a:bodyPr>
            <a:lstStyle/>
            <a:p>
              <a:pPr algn="l" marL="0" indent="0" lvl="0">
                <a:lnSpc>
                  <a:spcPts val="3000"/>
                </a:lnSpc>
                <a:spcBef>
                  <a:spcPct val="0"/>
                </a:spcBef>
              </a:pPr>
              <a:r>
                <a:rPr lang="en-US" b="true" sz="2000" spc="-40" strike="noStrike" u="none">
                  <a:solidFill>
                    <a:srgbClr val="333333">
                      <a:alpha val="89804"/>
                    </a:srgbClr>
                  </a:solidFill>
                  <a:latin typeface="프리젠테이션 Bold"/>
                  <a:ea typeface="프리젠테이션 Bold"/>
                  <a:cs typeface="프리젠테이션 Bold"/>
                  <a:sym typeface="프리젠테이션 Bold"/>
                </a:rPr>
                <a:t>길게 보낼수록 빨리 소진</a:t>
              </a:r>
            </a:p>
          </p:txBody>
        </p:sp>
        <p:sp>
          <p:nvSpPr>
            <p:cNvPr name="Freeform 26" id="26"/>
            <p:cNvSpPr/>
            <p:nvPr/>
          </p:nvSpPr>
          <p:spPr>
            <a:xfrm flipH="false" flipV="false" rot="0">
              <a:off x="741639" y="2126706"/>
              <a:ext cx="189653" cy="144610"/>
            </a:xfrm>
            <a:custGeom>
              <a:avLst/>
              <a:gdLst/>
              <a:ahLst/>
              <a:cxnLst/>
              <a:rect r="r" b="b" t="t" l="l"/>
              <a:pathLst>
                <a:path h="144610" w="189653">
                  <a:moveTo>
                    <a:pt x="0" y="0"/>
                  </a:moveTo>
                  <a:lnTo>
                    <a:pt x="189653" y="0"/>
                  </a:lnTo>
                  <a:lnTo>
                    <a:pt x="189653" y="144610"/>
                  </a:lnTo>
                  <a:lnTo>
                    <a:pt x="0" y="144610"/>
                  </a:lnTo>
                  <a:lnTo>
                    <a:pt x="0" y="0"/>
                  </a:lnTo>
                  <a:close/>
                </a:path>
              </a:pathLst>
            </a:custGeom>
            <a:blipFill>
              <a:blip r:embed="rId6">
                <a:extLst>
                  <a:ext uri="{96DAC541-7B7A-43D3-8B79-37D633B846F1}">
                    <asvg:svgBlip xmlns:asvg="http://schemas.microsoft.com/office/drawing/2016/SVG/main" r:embed="rId7"/>
                  </a:ext>
                </a:extLst>
              </a:blip>
              <a:stretch>
                <a:fillRect l="0" t="0" r="0" b="0"/>
              </a:stretch>
            </a:blipFill>
          </p:spPr>
        </p:sp>
        <p:sp>
          <p:nvSpPr>
            <p:cNvPr name="TextBox 27" id="27"/>
            <p:cNvSpPr txBox="true"/>
            <p:nvPr/>
          </p:nvSpPr>
          <p:spPr>
            <a:xfrm rot="0">
              <a:off x="1045128" y="1919611"/>
              <a:ext cx="6134820" cy="482600"/>
            </a:xfrm>
            <a:prstGeom prst="rect">
              <a:avLst/>
            </a:prstGeom>
          </p:spPr>
          <p:txBody>
            <a:bodyPr anchor="t" rtlCol="false" tIns="0" lIns="0" bIns="0" rIns="0">
              <a:spAutoFit/>
            </a:bodyPr>
            <a:lstStyle/>
            <a:p>
              <a:pPr algn="l" marL="0" indent="0" lvl="0">
                <a:lnSpc>
                  <a:spcPts val="3000"/>
                </a:lnSpc>
                <a:spcBef>
                  <a:spcPct val="0"/>
                </a:spcBef>
              </a:pPr>
              <a:r>
                <a:rPr lang="en-US" b="true" sz="2000" spc="-40" strike="noStrike" u="none">
                  <a:solidFill>
                    <a:srgbClr val="333333">
                      <a:alpha val="89804"/>
                    </a:srgbClr>
                  </a:solidFill>
                  <a:latin typeface="프리젠테이션 Bold"/>
                  <a:ea typeface="프리젠테이션 Bold"/>
                  <a:cs typeface="프리젠테이션 Bold"/>
                  <a:sym typeface="프리젠테이션 Bold"/>
                </a:rPr>
                <a:t>Plus 요금제도 한도가 있어요!</a:t>
              </a:r>
            </a:p>
          </p:txBody>
        </p:sp>
      </p:grpSp>
      <p:grpSp>
        <p:nvGrpSpPr>
          <p:cNvPr name="Group 28" id="28"/>
          <p:cNvGrpSpPr/>
          <p:nvPr/>
        </p:nvGrpSpPr>
        <p:grpSpPr>
          <a:xfrm rot="0">
            <a:off x="10472784" y="2884234"/>
            <a:ext cx="7042754" cy="547878"/>
            <a:chOff x="0" y="0"/>
            <a:chExt cx="9390339" cy="730504"/>
          </a:xfrm>
        </p:grpSpPr>
        <p:sp>
          <p:nvSpPr>
            <p:cNvPr name="Freeform 29" id="29"/>
            <p:cNvSpPr/>
            <p:nvPr/>
          </p:nvSpPr>
          <p:spPr>
            <a:xfrm flipH="false" flipV="false" rot="0">
              <a:off x="0" y="192339"/>
              <a:ext cx="355986" cy="355986"/>
            </a:xfrm>
            <a:custGeom>
              <a:avLst/>
              <a:gdLst/>
              <a:ahLst/>
              <a:cxnLst/>
              <a:rect r="r" b="b" t="t" l="l"/>
              <a:pathLst>
                <a:path h="355986" w="355986">
                  <a:moveTo>
                    <a:pt x="0" y="0"/>
                  </a:moveTo>
                  <a:lnTo>
                    <a:pt x="355986" y="0"/>
                  </a:lnTo>
                  <a:lnTo>
                    <a:pt x="355986" y="355986"/>
                  </a:lnTo>
                  <a:lnTo>
                    <a:pt x="0" y="355986"/>
                  </a:lnTo>
                  <a:lnTo>
                    <a:pt x="0" y="0"/>
                  </a:lnTo>
                  <a:close/>
                </a:path>
              </a:pathLst>
            </a:custGeom>
            <a:blipFill>
              <a:blip r:embed="rId8">
                <a:extLst>
                  <a:ext uri="{96DAC541-7B7A-43D3-8B79-37D633B846F1}">
                    <asvg:svgBlip xmlns:asvg="http://schemas.microsoft.com/office/drawing/2016/SVG/main" r:embed="rId9"/>
                  </a:ext>
                </a:extLst>
              </a:blip>
              <a:stretch>
                <a:fillRect l="0" t="0" r="0" b="0"/>
              </a:stretch>
            </a:blipFill>
          </p:spPr>
        </p:sp>
        <p:sp>
          <p:nvSpPr>
            <p:cNvPr name="TextBox 30" id="30"/>
            <p:cNvSpPr txBox="true"/>
            <p:nvPr/>
          </p:nvSpPr>
          <p:spPr>
            <a:xfrm rot="0">
              <a:off x="500339" y="76200"/>
              <a:ext cx="8890000" cy="654304"/>
            </a:xfrm>
            <a:prstGeom prst="rect">
              <a:avLst/>
            </a:prstGeom>
          </p:spPr>
          <p:txBody>
            <a:bodyPr anchor="t" rtlCol="false" tIns="0" lIns="0" bIns="0" rIns="0">
              <a:spAutoFit/>
            </a:bodyPr>
            <a:lstStyle/>
            <a:p>
              <a:pPr algn="l" marL="0" indent="0" lvl="0">
                <a:lnSpc>
                  <a:spcPts val="3456"/>
                </a:lnSpc>
                <a:spcBef>
                  <a:spcPct val="0"/>
                </a:spcBef>
              </a:pPr>
              <a:r>
                <a:rPr lang="en-US" b="true" sz="3600" spc="-72" strike="noStrike" u="none">
                  <a:solidFill>
                    <a:srgbClr val="333333"/>
                  </a:solidFill>
                  <a:latin typeface="프리젠테이션 Bold"/>
                  <a:ea typeface="프리젠테이션 Bold"/>
                  <a:cs typeface="프리젠테이션 Bold"/>
                  <a:sym typeface="프리젠테이션 Bold"/>
                </a:rPr>
                <a:t>AI가 글을 읽는 단위</a:t>
              </a:r>
            </a:p>
          </p:txBody>
        </p:sp>
      </p:grpSp>
      <p:sp>
        <p:nvSpPr>
          <p:cNvPr name="TextBox 31" id="31"/>
          <p:cNvSpPr txBox="true"/>
          <p:nvPr/>
        </p:nvSpPr>
        <p:spPr>
          <a:xfrm rot="0">
            <a:off x="1355167" y="696396"/>
            <a:ext cx="12295240" cy="685800"/>
          </a:xfrm>
          <a:prstGeom prst="rect">
            <a:avLst/>
          </a:prstGeom>
        </p:spPr>
        <p:txBody>
          <a:bodyPr anchor="t" rtlCol="false" tIns="0" lIns="0" bIns="0" rIns="0">
            <a:spAutoFit/>
          </a:bodyPr>
          <a:lstStyle/>
          <a:p>
            <a:pPr algn="l" marL="0" indent="0" lvl="0">
              <a:lnSpc>
                <a:spcPts val="5100"/>
              </a:lnSpc>
              <a:spcBef>
                <a:spcPct val="0"/>
              </a:spcBef>
            </a:pPr>
            <a:r>
              <a:rPr lang="en-US" b="true" sz="5000" spc="-100" strike="noStrike" u="none">
                <a:solidFill>
                  <a:srgbClr val="FFFFFF"/>
                </a:solidFill>
                <a:latin typeface="프리젠테이션 Bold"/>
                <a:ea typeface="프리젠테이션 Bold"/>
                <a:cs typeface="프리젠테이션 Bold"/>
                <a:sym typeface="프리젠테이션 Bold"/>
              </a:rPr>
              <a:t>토큰(Token)이란?</a:t>
            </a:r>
          </a:p>
        </p:txBody>
      </p:sp>
      <p:sp>
        <p:nvSpPr>
          <p:cNvPr name="TextBox 32" id="32"/>
          <p:cNvSpPr txBox="true"/>
          <p:nvPr/>
        </p:nvSpPr>
        <p:spPr>
          <a:xfrm rot="0">
            <a:off x="10472784" y="3604117"/>
            <a:ext cx="7086813" cy="1365885"/>
          </a:xfrm>
          <a:prstGeom prst="rect">
            <a:avLst/>
          </a:prstGeom>
        </p:spPr>
        <p:txBody>
          <a:bodyPr anchor="t" rtlCol="false" tIns="0" lIns="0" bIns="0" rIns="0">
            <a:spAutoFit/>
          </a:bodyPr>
          <a:lstStyle/>
          <a:p>
            <a:pPr algn="l" marL="518160" indent="-259080" lvl="1">
              <a:lnSpc>
                <a:spcPts val="3600"/>
              </a:lnSpc>
              <a:buFont typeface="Arial"/>
              <a:buChar char="•"/>
            </a:pPr>
            <a:r>
              <a:rPr lang="en-US" b="true" sz="2400" spc="-48" strike="noStrike" u="none">
                <a:solidFill>
                  <a:srgbClr val="000000">
                    <a:alpha val="69804"/>
                  </a:srgbClr>
                </a:solidFill>
                <a:latin typeface="프리젠테이션 Bold"/>
                <a:ea typeface="프리젠테이션 Bold"/>
                <a:cs typeface="프리젠테이션 Bold"/>
                <a:sym typeface="프리젠테이션 Bold"/>
              </a:rPr>
              <a:t>문장을 작은 조각(토큰)으로 자름</a:t>
            </a:r>
          </a:p>
          <a:p>
            <a:pPr algn="l" marL="518160" indent="-259080" lvl="1">
              <a:lnSpc>
                <a:spcPts val="3600"/>
              </a:lnSpc>
              <a:buFont typeface="Arial"/>
              <a:buChar char="•"/>
            </a:pPr>
            <a:r>
              <a:rPr lang="en-US" b="true" sz="2400" spc="-48" strike="noStrike" u="none">
                <a:solidFill>
                  <a:srgbClr val="000000">
                    <a:alpha val="69804"/>
                  </a:srgbClr>
                </a:solidFill>
                <a:latin typeface="프리젠테이션 Bold"/>
                <a:ea typeface="프리젠테이션 Bold"/>
                <a:cs typeface="프리젠테이션 Bold"/>
                <a:sym typeface="프리젠테이션 Bold"/>
              </a:rPr>
              <a:t>자르는 기준은 사람과 다름</a:t>
            </a:r>
          </a:p>
          <a:p>
            <a:pPr algn="l" marL="518160" indent="-259080" lvl="1">
              <a:lnSpc>
                <a:spcPts val="3600"/>
              </a:lnSpc>
              <a:buFont typeface="Arial"/>
              <a:buChar char="•"/>
            </a:pPr>
            <a:r>
              <a:rPr lang="en-US" b="true" sz="2400" spc="-48" strike="noStrike" u="none">
                <a:solidFill>
                  <a:srgbClr val="000000">
                    <a:alpha val="69804"/>
                  </a:srgbClr>
                </a:solidFill>
                <a:latin typeface="프리젠테이션 Bold"/>
                <a:ea typeface="프리젠테이션 Bold"/>
                <a:cs typeface="프리젠테이션 Bold"/>
                <a:sym typeface="프리젠테이션 Bold"/>
              </a:rPr>
              <a:t>한 번에 읽을 수 있는 양에 한도</a:t>
            </a:r>
          </a:p>
        </p:txBody>
      </p:sp>
      <p:sp>
        <p:nvSpPr>
          <p:cNvPr name="TextBox 33" id="33"/>
          <p:cNvSpPr txBox="true"/>
          <p:nvPr/>
        </p:nvSpPr>
        <p:spPr>
          <a:xfrm rot="0">
            <a:off x="14694520" y="1353621"/>
            <a:ext cx="2865076" cy="325120"/>
          </a:xfrm>
          <a:prstGeom prst="rect">
            <a:avLst/>
          </a:prstGeom>
        </p:spPr>
        <p:txBody>
          <a:bodyPr anchor="t" rtlCol="false" tIns="0" lIns="0" bIns="0" rIns="0">
            <a:spAutoFit/>
          </a:bodyPr>
          <a:lstStyle/>
          <a:p>
            <a:pPr algn="ctr" marL="0" indent="0" lvl="0">
              <a:lnSpc>
                <a:spcPts val="2540"/>
              </a:lnSpc>
              <a:spcBef>
                <a:spcPct val="0"/>
              </a:spcBef>
            </a:pPr>
            <a:r>
              <a:rPr lang="en-US" b="true" sz="2000" spc="122" strike="noStrike" u="none">
                <a:solidFill>
                  <a:srgbClr val="5170FF"/>
                </a:solidFill>
                <a:latin typeface="프리젠테이션 Bold"/>
                <a:ea typeface="프리젠테이션 Bold"/>
                <a:cs typeface="프리젠테이션 Bold"/>
                <a:sym typeface="프리젠테이션 Bold"/>
              </a:rPr>
              <a:t>해달 바이브코딩 기초반</a:t>
            </a:r>
          </a:p>
        </p:txBody>
      </p:sp>
      <p:sp>
        <p:nvSpPr>
          <p:cNvPr name="TextBox 34" id="34"/>
          <p:cNvSpPr txBox="true"/>
          <p:nvPr/>
        </p:nvSpPr>
        <p:spPr>
          <a:xfrm rot="0">
            <a:off x="8382000" y="8899525"/>
            <a:ext cx="1524000" cy="358775"/>
          </a:xfrm>
          <a:prstGeom prst="rect">
            <a:avLst/>
          </a:prstGeom>
        </p:spPr>
        <p:txBody>
          <a:bodyPr anchor="t" rtlCol="false" tIns="0" lIns="0" bIns="0" rIns="0">
            <a:spAutoFit/>
          </a:bodyPr>
          <a:lstStyle/>
          <a:p>
            <a:pPr algn="ctr" marL="0" indent="0" lvl="0">
              <a:lnSpc>
                <a:spcPts val="2800"/>
              </a:lnSpc>
              <a:spcBef>
                <a:spcPct val="0"/>
              </a:spcBef>
            </a:pPr>
            <a:r>
              <a:rPr lang="en-US" b="true" sz="2000" strike="noStrike" u="none">
                <a:solidFill>
                  <a:srgbClr val="4165C1"/>
                </a:solidFill>
                <a:latin typeface="프리젠테이션 Bold"/>
                <a:ea typeface="프리젠테이션 Bold"/>
                <a:cs typeface="프리젠테이션 Bold"/>
                <a:sym typeface="프리젠테이션 Bold"/>
              </a:rPr>
              <a:t>- 8 -</a:t>
            </a:r>
          </a:p>
        </p:txBody>
      </p:sp>
    </p:spTree>
  </p:cSld>
  <p:clrMapOvr>
    <a:masterClrMapping/>
  </p:clrMapOvr>
</p:sld>
</file>

<file path=ppt/slides/slide9.xml><?xml version="1.0" encoding="utf-8"?>
<p:sld xmlns:p="http://schemas.openxmlformats.org/presentationml/2006/main" xmlns:a="http://schemas.openxmlformats.org/drawingml/2006/main" xmlns:r="http://schemas.openxmlformats.org/officeDocument/2006/relationships">
  <p:cSld>
    <p:bg>
      <p:bgPr>
        <a:solidFill>
          <a:srgbClr val="5170FF"/>
        </a:solidFill>
      </p:bgPr>
    </p:bg>
    <p:spTree>
      <p:nvGrpSpPr>
        <p:cNvPr id="1" name=""/>
        <p:cNvGrpSpPr/>
        <p:nvPr/>
      </p:nvGrpSpPr>
      <p:grpSpPr>
        <a:xfrm>
          <a:off x="0" y="0"/>
          <a:ext cx="0" cy="0"/>
          <a:chOff x="0" y="0"/>
          <a:chExt cx="0" cy="0"/>
        </a:xfrm>
      </p:grpSpPr>
      <p:grpSp>
        <p:nvGrpSpPr>
          <p:cNvPr name="Group 2" id="2"/>
          <p:cNvGrpSpPr/>
          <p:nvPr/>
        </p:nvGrpSpPr>
        <p:grpSpPr>
          <a:xfrm rot="0">
            <a:off x="534854" y="457200"/>
            <a:ext cx="17218292" cy="9294946"/>
            <a:chOff x="0" y="0"/>
            <a:chExt cx="22957723" cy="12393261"/>
          </a:xfrm>
        </p:grpSpPr>
        <p:grpSp>
          <p:nvGrpSpPr>
            <p:cNvPr name="Group 3" id="3"/>
            <p:cNvGrpSpPr/>
            <p:nvPr/>
          </p:nvGrpSpPr>
          <p:grpSpPr>
            <a:xfrm rot="0">
              <a:off x="0" y="1727243"/>
              <a:ext cx="22957723" cy="10666019"/>
              <a:chOff x="0" y="0"/>
              <a:chExt cx="4777465" cy="2219581"/>
            </a:xfrm>
          </p:grpSpPr>
          <p:sp>
            <p:nvSpPr>
              <p:cNvPr name="Freeform 4" id="4"/>
              <p:cNvSpPr/>
              <p:nvPr/>
            </p:nvSpPr>
            <p:spPr>
              <a:xfrm flipH="false" flipV="false" rot="0">
                <a:off x="0" y="0"/>
                <a:ext cx="4777465" cy="2219581"/>
              </a:xfrm>
              <a:custGeom>
                <a:avLst/>
                <a:gdLst/>
                <a:ahLst/>
                <a:cxnLst/>
                <a:rect r="r" b="b" t="t" l="l"/>
                <a:pathLst>
                  <a:path h="2219581" w="4777465">
                    <a:moveTo>
                      <a:pt x="22931" y="0"/>
                    </a:moveTo>
                    <a:lnTo>
                      <a:pt x="4754534" y="0"/>
                    </a:lnTo>
                    <a:cubicBezTo>
                      <a:pt x="4767199" y="0"/>
                      <a:pt x="4777465" y="10267"/>
                      <a:pt x="4777465" y="22931"/>
                    </a:cubicBezTo>
                    <a:lnTo>
                      <a:pt x="4777465" y="2196650"/>
                    </a:lnTo>
                    <a:cubicBezTo>
                      <a:pt x="4777465" y="2202732"/>
                      <a:pt x="4775049" y="2208564"/>
                      <a:pt x="4770749" y="2212865"/>
                    </a:cubicBezTo>
                    <a:cubicBezTo>
                      <a:pt x="4766449" y="2217165"/>
                      <a:pt x="4760616" y="2219581"/>
                      <a:pt x="4754534" y="2219581"/>
                    </a:cubicBezTo>
                    <a:lnTo>
                      <a:pt x="22931" y="2219581"/>
                    </a:lnTo>
                    <a:cubicBezTo>
                      <a:pt x="10267" y="2219581"/>
                      <a:pt x="0" y="2209315"/>
                      <a:pt x="0" y="2196650"/>
                    </a:cubicBezTo>
                    <a:lnTo>
                      <a:pt x="0" y="22931"/>
                    </a:lnTo>
                    <a:cubicBezTo>
                      <a:pt x="0" y="10267"/>
                      <a:pt x="10267" y="0"/>
                      <a:pt x="22931" y="0"/>
                    </a:cubicBezTo>
                    <a:close/>
                  </a:path>
                </a:pathLst>
              </a:custGeom>
              <a:solidFill>
                <a:srgbClr val="FFFFFF"/>
              </a:solidFill>
              <a:ln cap="rnd">
                <a:noFill/>
                <a:prstDash val="solid"/>
                <a:round/>
              </a:ln>
            </p:spPr>
          </p:sp>
          <p:sp>
            <p:nvSpPr>
              <p:cNvPr name="TextBox 5" id="5"/>
              <p:cNvSpPr txBox="true"/>
              <p:nvPr/>
            </p:nvSpPr>
            <p:spPr>
              <a:xfrm>
                <a:off x="0" y="-38100"/>
                <a:ext cx="4777465" cy="2257681"/>
              </a:xfrm>
              <a:prstGeom prst="rect">
                <a:avLst/>
              </a:prstGeom>
            </p:spPr>
            <p:txBody>
              <a:bodyPr anchor="ctr" rtlCol="false" tIns="48220" lIns="48220" bIns="48220" rIns="48220"/>
              <a:lstStyle/>
              <a:p>
                <a:pPr algn="ctr" marL="0" indent="0" lvl="0">
                  <a:lnSpc>
                    <a:spcPts val="1853"/>
                  </a:lnSpc>
                  <a:spcBef>
                    <a:spcPct val="0"/>
                  </a:spcBef>
                </a:pPr>
              </a:p>
              <a:p>
                <a:pPr algn="ctr" marL="0" indent="0" lvl="0">
                  <a:lnSpc>
                    <a:spcPts val="1853"/>
                  </a:lnSpc>
                  <a:spcBef>
                    <a:spcPct val="0"/>
                  </a:spcBef>
                </a:pPr>
              </a:p>
              <a:p>
                <a:pPr algn="ctr" marL="0" indent="0" lvl="0">
                  <a:lnSpc>
                    <a:spcPts val="1853"/>
                  </a:lnSpc>
                  <a:spcBef>
                    <a:spcPct val="0"/>
                  </a:spcBef>
                </a:pPr>
              </a:p>
            </p:txBody>
          </p:sp>
        </p:grpSp>
        <p:grpSp>
          <p:nvGrpSpPr>
            <p:cNvPr name="Group 6" id="6"/>
            <p:cNvGrpSpPr/>
            <p:nvPr/>
          </p:nvGrpSpPr>
          <p:grpSpPr>
            <a:xfrm rot="0">
              <a:off x="18499830" y="891712"/>
              <a:ext cx="4457893" cy="3397582"/>
              <a:chOff x="0" y="0"/>
              <a:chExt cx="927680" cy="707031"/>
            </a:xfrm>
          </p:grpSpPr>
          <p:sp>
            <p:nvSpPr>
              <p:cNvPr name="Freeform 7" id="7"/>
              <p:cNvSpPr/>
              <p:nvPr/>
            </p:nvSpPr>
            <p:spPr>
              <a:xfrm flipH="false" flipV="false" rot="0">
                <a:off x="0" y="0"/>
                <a:ext cx="927680" cy="707031"/>
              </a:xfrm>
              <a:custGeom>
                <a:avLst/>
                <a:gdLst/>
                <a:ahLst/>
                <a:cxnLst/>
                <a:rect r="r" b="b" t="t" l="l"/>
                <a:pathLst>
                  <a:path h="707031" w="927680">
                    <a:moveTo>
                      <a:pt x="118094" y="0"/>
                    </a:moveTo>
                    <a:lnTo>
                      <a:pt x="809586" y="0"/>
                    </a:lnTo>
                    <a:cubicBezTo>
                      <a:pt x="874808" y="0"/>
                      <a:pt x="927680" y="52872"/>
                      <a:pt x="927680" y="118094"/>
                    </a:cubicBezTo>
                    <a:lnTo>
                      <a:pt x="927680" y="588937"/>
                    </a:lnTo>
                    <a:cubicBezTo>
                      <a:pt x="927680" y="654159"/>
                      <a:pt x="874808" y="707031"/>
                      <a:pt x="809586" y="707031"/>
                    </a:cubicBezTo>
                    <a:lnTo>
                      <a:pt x="118094" y="707031"/>
                    </a:lnTo>
                    <a:cubicBezTo>
                      <a:pt x="52872" y="707031"/>
                      <a:pt x="0" y="654159"/>
                      <a:pt x="0" y="588937"/>
                    </a:cubicBezTo>
                    <a:lnTo>
                      <a:pt x="0" y="118094"/>
                    </a:lnTo>
                    <a:cubicBezTo>
                      <a:pt x="0" y="52872"/>
                      <a:pt x="52872" y="0"/>
                      <a:pt x="118094" y="0"/>
                    </a:cubicBezTo>
                    <a:close/>
                  </a:path>
                </a:pathLst>
              </a:custGeom>
              <a:solidFill>
                <a:srgbClr val="FFFFFF"/>
              </a:solidFill>
              <a:ln cap="rnd">
                <a:noFill/>
                <a:prstDash val="solid"/>
                <a:round/>
              </a:ln>
            </p:spPr>
          </p:sp>
          <p:sp>
            <p:nvSpPr>
              <p:cNvPr name="TextBox 8" id="8"/>
              <p:cNvSpPr txBox="true"/>
              <p:nvPr/>
            </p:nvSpPr>
            <p:spPr>
              <a:xfrm>
                <a:off x="0" y="-38100"/>
                <a:ext cx="927680" cy="745131"/>
              </a:xfrm>
              <a:prstGeom prst="rect">
                <a:avLst/>
              </a:prstGeom>
            </p:spPr>
            <p:txBody>
              <a:bodyPr anchor="ctr" rtlCol="false" tIns="48220" lIns="48220" bIns="48220" rIns="48220"/>
              <a:lstStyle/>
              <a:p>
                <a:pPr algn="ctr" marL="0" indent="0" lvl="0">
                  <a:lnSpc>
                    <a:spcPts val="1853"/>
                  </a:lnSpc>
                  <a:spcBef>
                    <a:spcPct val="0"/>
                  </a:spcBef>
                </a:pPr>
              </a:p>
              <a:p>
                <a:pPr algn="ctr" marL="0" indent="0" lvl="0">
                  <a:lnSpc>
                    <a:spcPts val="1853"/>
                  </a:lnSpc>
                  <a:spcBef>
                    <a:spcPct val="0"/>
                  </a:spcBef>
                </a:pPr>
              </a:p>
              <a:p>
                <a:pPr algn="ctr" marL="0" indent="0" lvl="0">
                  <a:lnSpc>
                    <a:spcPts val="1853"/>
                  </a:lnSpc>
                  <a:spcBef>
                    <a:spcPct val="0"/>
                  </a:spcBef>
                </a:pPr>
              </a:p>
            </p:txBody>
          </p:sp>
        </p:grpSp>
        <p:grpSp>
          <p:nvGrpSpPr>
            <p:cNvPr name="Group 9" id="9"/>
            <p:cNvGrpSpPr/>
            <p:nvPr/>
          </p:nvGrpSpPr>
          <p:grpSpPr>
            <a:xfrm rot="0">
              <a:off x="18064463" y="1334482"/>
              <a:ext cx="2392010" cy="1865053"/>
              <a:chOff x="0" y="0"/>
              <a:chExt cx="497773" cy="388115"/>
            </a:xfrm>
          </p:grpSpPr>
          <p:sp>
            <p:nvSpPr>
              <p:cNvPr name="Freeform 10" id="10"/>
              <p:cNvSpPr/>
              <p:nvPr/>
            </p:nvSpPr>
            <p:spPr>
              <a:xfrm flipH="false" flipV="false" rot="0">
                <a:off x="0" y="0"/>
                <a:ext cx="497773" cy="388115"/>
              </a:xfrm>
              <a:custGeom>
                <a:avLst/>
                <a:gdLst/>
                <a:ahLst/>
                <a:cxnLst/>
                <a:rect r="r" b="b" t="t" l="l"/>
                <a:pathLst>
                  <a:path h="388115" w="497773">
                    <a:moveTo>
                      <a:pt x="0" y="0"/>
                    </a:moveTo>
                    <a:lnTo>
                      <a:pt x="497773" y="0"/>
                    </a:lnTo>
                    <a:lnTo>
                      <a:pt x="497773" y="388115"/>
                    </a:lnTo>
                    <a:lnTo>
                      <a:pt x="0" y="388115"/>
                    </a:lnTo>
                    <a:close/>
                  </a:path>
                </a:pathLst>
              </a:custGeom>
              <a:solidFill>
                <a:srgbClr val="FFFFFF"/>
              </a:solidFill>
              <a:ln cap="sq">
                <a:noFill/>
                <a:prstDash val="solid"/>
                <a:miter/>
              </a:ln>
            </p:spPr>
          </p:sp>
          <p:sp>
            <p:nvSpPr>
              <p:cNvPr name="TextBox 11" id="11"/>
              <p:cNvSpPr txBox="true"/>
              <p:nvPr/>
            </p:nvSpPr>
            <p:spPr>
              <a:xfrm>
                <a:off x="0" y="-38100"/>
                <a:ext cx="497773" cy="426215"/>
              </a:xfrm>
              <a:prstGeom prst="rect">
                <a:avLst/>
              </a:prstGeom>
            </p:spPr>
            <p:txBody>
              <a:bodyPr anchor="ctr" rtlCol="false" tIns="48220" lIns="48220" bIns="48220" rIns="48220"/>
              <a:lstStyle/>
              <a:p>
                <a:pPr algn="ctr" marL="0" indent="0" lvl="0">
                  <a:lnSpc>
                    <a:spcPts val="1853"/>
                  </a:lnSpc>
                  <a:spcBef>
                    <a:spcPct val="0"/>
                  </a:spcBef>
                </a:pPr>
              </a:p>
              <a:p>
                <a:pPr algn="ctr" marL="0" indent="0" lvl="0">
                  <a:lnSpc>
                    <a:spcPts val="1853"/>
                  </a:lnSpc>
                  <a:spcBef>
                    <a:spcPct val="0"/>
                  </a:spcBef>
                </a:pPr>
              </a:p>
              <a:p>
                <a:pPr algn="ctr" marL="0" indent="0" lvl="0">
                  <a:lnSpc>
                    <a:spcPts val="1853"/>
                  </a:lnSpc>
                  <a:spcBef>
                    <a:spcPct val="0"/>
                  </a:spcBef>
                </a:pPr>
              </a:p>
            </p:txBody>
          </p:sp>
        </p:grpSp>
        <p:grpSp>
          <p:nvGrpSpPr>
            <p:cNvPr name="Group 12" id="12"/>
            <p:cNvGrpSpPr/>
            <p:nvPr/>
          </p:nvGrpSpPr>
          <p:grpSpPr>
            <a:xfrm rot="0">
              <a:off x="16059231" y="0"/>
              <a:ext cx="2504831" cy="1727243"/>
              <a:chOff x="0" y="0"/>
              <a:chExt cx="521251" cy="359436"/>
            </a:xfrm>
          </p:grpSpPr>
          <p:sp>
            <p:nvSpPr>
              <p:cNvPr name="Freeform 13" id="13"/>
              <p:cNvSpPr/>
              <p:nvPr/>
            </p:nvSpPr>
            <p:spPr>
              <a:xfrm flipH="false" flipV="false" rot="0">
                <a:off x="0" y="0"/>
                <a:ext cx="521251" cy="359436"/>
              </a:xfrm>
              <a:custGeom>
                <a:avLst/>
                <a:gdLst/>
                <a:ahLst/>
                <a:cxnLst/>
                <a:rect r="r" b="b" t="t" l="l"/>
                <a:pathLst>
                  <a:path h="359436" w="521251">
                    <a:moveTo>
                      <a:pt x="179718" y="0"/>
                    </a:moveTo>
                    <a:lnTo>
                      <a:pt x="341533" y="0"/>
                    </a:lnTo>
                    <a:cubicBezTo>
                      <a:pt x="440789" y="0"/>
                      <a:pt x="521251" y="80463"/>
                      <a:pt x="521251" y="179718"/>
                    </a:cubicBezTo>
                    <a:lnTo>
                      <a:pt x="521251" y="179718"/>
                    </a:lnTo>
                    <a:cubicBezTo>
                      <a:pt x="521251" y="227382"/>
                      <a:pt x="502317" y="273094"/>
                      <a:pt x="468613" y="306798"/>
                    </a:cubicBezTo>
                    <a:cubicBezTo>
                      <a:pt x="434909" y="340502"/>
                      <a:pt x="389197" y="359436"/>
                      <a:pt x="341533" y="359436"/>
                    </a:cubicBezTo>
                    <a:lnTo>
                      <a:pt x="179718" y="359436"/>
                    </a:lnTo>
                    <a:cubicBezTo>
                      <a:pt x="132054" y="359436"/>
                      <a:pt x="86342" y="340502"/>
                      <a:pt x="52638" y="306798"/>
                    </a:cubicBezTo>
                    <a:cubicBezTo>
                      <a:pt x="18935" y="273094"/>
                      <a:pt x="0" y="227382"/>
                      <a:pt x="0" y="179718"/>
                    </a:cubicBezTo>
                    <a:lnTo>
                      <a:pt x="0" y="179718"/>
                    </a:lnTo>
                    <a:cubicBezTo>
                      <a:pt x="0" y="132054"/>
                      <a:pt x="18935" y="86342"/>
                      <a:pt x="52638" y="52638"/>
                    </a:cubicBezTo>
                    <a:cubicBezTo>
                      <a:pt x="86342" y="18935"/>
                      <a:pt x="132054" y="0"/>
                      <a:pt x="179718" y="0"/>
                    </a:cubicBezTo>
                    <a:close/>
                  </a:path>
                </a:pathLst>
              </a:custGeom>
              <a:solidFill>
                <a:srgbClr val="5170FF"/>
              </a:solidFill>
              <a:ln cap="rnd">
                <a:noFill/>
                <a:prstDash val="solid"/>
                <a:round/>
              </a:ln>
            </p:spPr>
          </p:sp>
          <p:sp>
            <p:nvSpPr>
              <p:cNvPr name="TextBox 14" id="14"/>
              <p:cNvSpPr txBox="true"/>
              <p:nvPr/>
            </p:nvSpPr>
            <p:spPr>
              <a:xfrm>
                <a:off x="0" y="-38100"/>
                <a:ext cx="521251" cy="397536"/>
              </a:xfrm>
              <a:prstGeom prst="rect">
                <a:avLst/>
              </a:prstGeom>
            </p:spPr>
            <p:txBody>
              <a:bodyPr anchor="ctr" rtlCol="false" tIns="48220" lIns="48220" bIns="48220" rIns="48220"/>
              <a:lstStyle/>
              <a:p>
                <a:pPr algn="ctr" marL="0" indent="0" lvl="0">
                  <a:lnSpc>
                    <a:spcPts val="1853"/>
                  </a:lnSpc>
                  <a:spcBef>
                    <a:spcPct val="0"/>
                  </a:spcBef>
                </a:pPr>
              </a:p>
              <a:p>
                <a:pPr algn="ctr" marL="0" indent="0" lvl="0">
                  <a:lnSpc>
                    <a:spcPts val="1853"/>
                  </a:lnSpc>
                  <a:spcBef>
                    <a:spcPct val="0"/>
                  </a:spcBef>
                </a:pPr>
              </a:p>
              <a:p>
                <a:pPr algn="ctr" marL="0" indent="0" lvl="0">
                  <a:lnSpc>
                    <a:spcPts val="1853"/>
                  </a:lnSpc>
                  <a:spcBef>
                    <a:spcPct val="0"/>
                  </a:spcBef>
                </a:pPr>
              </a:p>
            </p:txBody>
          </p:sp>
        </p:grpSp>
      </p:grpSp>
      <p:sp>
        <p:nvSpPr>
          <p:cNvPr name="Freeform 15" id="15"/>
          <p:cNvSpPr/>
          <p:nvPr/>
        </p:nvSpPr>
        <p:spPr>
          <a:xfrm flipH="false" flipV="false" rot="0">
            <a:off x="820604" y="843344"/>
            <a:ext cx="334731" cy="334731"/>
          </a:xfrm>
          <a:custGeom>
            <a:avLst/>
            <a:gdLst/>
            <a:ahLst/>
            <a:cxnLst/>
            <a:rect r="r" b="b" t="t" l="l"/>
            <a:pathLst>
              <a:path h="334731" w="334731">
                <a:moveTo>
                  <a:pt x="0" y="0"/>
                </a:moveTo>
                <a:lnTo>
                  <a:pt x="334731" y="0"/>
                </a:lnTo>
                <a:lnTo>
                  <a:pt x="334731" y="334731"/>
                </a:lnTo>
                <a:lnTo>
                  <a:pt x="0" y="334731"/>
                </a:lnTo>
                <a:lnTo>
                  <a:pt x="0" y="0"/>
                </a:lnTo>
                <a:close/>
              </a:path>
            </a:pathLst>
          </a:custGeom>
          <a:blipFill>
            <a:blip r:embed="rId3">
              <a:extLst>
                <a:ext uri="{96DAC541-7B7A-43D3-8B79-37D633B846F1}">
                  <asvg:svgBlip xmlns:asvg="http://schemas.microsoft.com/office/drawing/2016/SVG/main" r:embed="rId4"/>
                </a:ext>
              </a:extLst>
            </a:blip>
            <a:stretch>
              <a:fillRect l="0" t="0" r="0" b="0"/>
            </a:stretch>
          </a:blipFill>
        </p:spPr>
      </p:sp>
      <p:grpSp>
        <p:nvGrpSpPr>
          <p:cNvPr name="Group 16" id="16"/>
          <p:cNvGrpSpPr/>
          <p:nvPr/>
        </p:nvGrpSpPr>
        <p:grpSpPr>
          <a:xfrm rot="0">
            <a:off x="1717296" y="2898323"/>
            <a:ext cx="8207164" cy="5701057"/>
            <a:chOff x="0" y="0"/>
            <a:chExt cx="1170096" cy="812800"/>
          </a:xfrm>
        </p:grpSpPr>
        <p:sp>
          <p:nvSpPr>
            <p:cNvPr name="Freeform 17" id="17" descr="틀린 차트를 자신 있게 보여주는 로봇과 고개를 갸우뚱하는 사람 일러스트"/>
            <p:cNvSpPr/>
            <p:nvPr/>
          </p:nvSpPr>
          <p:spPr>
            <a:xfrm flipH="false" flipV="false" rot="0">
              <a:off x="0" y="0"/>
              <a:ext cx="1170096" cy="812800"/>
            </a:xfrm>
            <a:custGeom>
              <a:avLst/>
              <a:gdLst/>
              <a:ahLst/>
              <a:cxnLst/>
              <a:rect r="r" b="b" t="t" l="l"/>
              <a:pathLst>
                <a:path h="812800" w="1170096">
                  <a:moveTo>
                    <a:pt x="14150" y="0"/>
                  </a:moveTo>
                  <a:lnTo>
                    <a:pt x="1155946" y="0"/>
                  </a:lnTo>
                  <a:cubicBezTo>
                    <a:pt x="1163761" y="0"/>
                    <a:pt x="1170096" y="6335"/>
                    <a:pt x="1170096" y="14150"/>
                  </a:cubicBezTo>
                  <a:lnTo>
                    <a:pt x="1170096" y="798650"/>
                  </a:lnTo>
                  <a:cubicBezTo>
                    <a:pt x="1170096" y="806465"/>
                    <a:pt x="1163761" y="812800"/>
                    <a:pt x="1155946" y="812800"/>
                  </a:cubicBezTo>
                  <a:lnTo>
                    <a:pt x="14150" y="812800"/>
                  </a:lnTo>
                  <a:cubicBezTo>
                    <a:pt x="6335" y="812800"/>
                    <a:pt x="0" y="806465"/>
                    <a:pt x="0" y="798650"/>
                  </a:cubicBezTo>
                  <a:lnTo>
                    <a:pt x="0" y="14150"/>
                  </a:lnTo>
                  <a:cubicBezTo>
                    <a:pt x="0" y="6335"/>
                    <a:pt x="6335" y="0"/>
                    <a:pt x="14150" y="0"/>
                  </a:cubicBezTo>
                  <a:close/>
                </a:path>
              </a:pathLst>
            </a:custGeom>
            <a:blipFill>
              <a:blip r:embed="rId5"/>
              <a:stretch>
                <a:fillRect l="-2130" t="0" r="-2130" b="0"/>
              </a:stretch>
            </a:blipFill>
            <a:ln cap="sq">
              <a:noFill/>
              <a:prstDash val="solid"/>
              <a:miter/>
            </a:ln>
          </p:spPr>
        </p:sp>
      </p:grpSp>
      <p:grpSp>
        <p:nvGrpSpPr>
          <p:cNvPr name="Group 18" id="18"/>
          <p:cNvGrpSpPr/>
          <p:nvPr/>
        </p:nvGrpSpPr>
        <p:grpSpPr>
          <a:xfrm rot="0">
            <a:off x="10472784" y="6346709"/>
            <a:ext cx="5384961" cy="2252671"/>
            <a:chOff x="0" y="0"/>
            <a:chExt cx="7179948" cy="3003561"/>
          </a:xfrm>
        </p:grpSpPr>
        <p:grpSp>
          <p:nvGrpSpPr>
            <p:cNvPr name="Group 19" id="19"/>
            <p:cNvGrpSpPr/>
            <p:nvPr/>
          </p:nvGrpSpPr>
          <p:grpSpPr>
            <a:xfrm rot="0">
              <a:off x="0" y="0"/>
              <a:ext cx="7179948" cy="3003561"/>
              <a:chOff x="0" y="0"/>
              <a:chExt cx="1418261" cy="593296"/>
            </a:xfrm>
          </p:grpSpPr>
          <p:sp>
            <p:nvSpPr>
              <p:cNvPr name="Freeform 20" id="20"/>
              <p:cNvSpPr/>
              <p:nvPr/>
            </p:nvSpPr>
            <p:spPr>
              <a:xfrm flipH="false" flipV="false" rot="0">
                <a:off x="0" y="0"/>
                <a:ext cx="1418261" cy="593296"/>
              </a:xfrm>
              <a:custGeom>
                <a:avLst/>
                <a:gdLst/>
                <a:ahLst/>
                <a:cxnLst/>
                <a:rect r="r" b="b" t="t" l="l"/>
                <a:pathLst>
                  <a:path h="593296" w="1418261">
                    <a:moveTo>
                      <a:pt x="21565" y="0"/>
                    </a:moveTo>
                    <a:lnTo>
                      <a:pt x="1396696" y="0"/>
                    </a:lnTo>
                    <a:cubicBezTo>
                      <a:pt x="1408606" y="0"/>
                      <a:pt x="1418261" y="9655"/>
                      <a:pt x="1418261" y="21565"/>
                    </a:cubicBezTo>
                    <a:lnTo>
                      <a:pt x="1418261" y="571731"/>
                    </a:lnTo>
                    <a:cubicBezTo>
                      <a:pt x="1418261" y="577450"/>
                      <a:pt x="1415989" y="582935"/>
                      <a:pt x="1411945" y="586980"/>
                    </a:cubicBezTo>
                    <a:cubicBezTo>
                      <a:pt x="1407901" y="591024"/>
                      <a:pt x="1402415" y="593296"/>
                      <a:pt x="1396696" y="593296"/>
                    </a:cubicBezTo>
                    <a:lnTo>
                      <a:pt x="21565" y="593296"/>
                    </a:lnTo>
                    <a:cubicBezTo>
                      <a:pt x="9655" y="593296"/>
                      <a:pt x="0" y="583641"/>
                      <a:pt x="0" y="571731"/>
                    </a:cubicBezTo>
                    <a:lnTo>
                      <a:pt x="0" y="21565"/>
                    </a:lnTo>
                    <a:cubicBezTo>
                      <a:pt x="0" y="9655"/>
                      <a:pt x="9655" y="0"/>
                      <a:pt x="21565" y="0"/>
                    </a:cubicBezTo>
                    <a:close/>
                  </a:path>
                </a:pathLst>
              </a:custGeom>
              <a:solidFill>
                <a:srgbClr val="EAEAEA"/>
              </a:solidFill>
              <a:ln cap="sq">
                <a:noFill/>
                <a:prstDash val="solid"/>
                <a:miter/>
              </a:ln>
            </p:spPr>
          </p:sp>
          <p:sp>
            <p:nvSpPr>
              <p:cNvPr name="TextBox 21" id="21"/>
              <p:cNvSpPr txBox="true"/>
              <p:nvPr/>
            </p:nvSpPr>
            <p:spPr>
              <a:xfrm>
                <a:off x="0" y="19050"/>
                <a:ext cx="1418261" cy="574246"/>
              </a:xfrm>
              <a:prstGeom prst="rect">
                <a:avLst/>
              </a:prstGeom>
            </p:spPr>
            <p:txBody>
              <a:bodyPr anchor="ctr" rtlCol="false" tIns="50800" lIns="50800" bIns="50800" rIns="50800"/>
              <a:lstStyle/>
              <a:p>
                <a:pPr algn="ctr">
                  <a:lnSpc>
                    <a:spcPts val="2743"/>
                  </a:lnSpc>
                </a:pPr>
              </a:p>
            </p:txBody>
          </p:sp>
        </p:grpSp>
        <p:sp>
          <p:nvSpPr>
            <p:cNvPr name="Freeform 22" id="22"/>
            <p:cNvSpPr/>
            <p:nvPr/>
          </p:nvSpPr>
          <p:spPr>
            <a:xfrm flipH="false" flipV="false" rot="0">
              <a:off x="741639" y="709385"/>
              <a:ext cx="189653" cy="144610"/>
            </a:xfrm>
            <a:custGeom>
              <a:avLst/>
              <a:gdLst/>
              <a:ahLst/>
              <a:cxnLst/>
              <a:rect r="r" b="b" t="t" l="l"/>
              <a:pathLst>
                <a:path h="144610" w="189653">
                  <a:moveTo>
                    <a:pt x="0" y="0"/>
                  </a:moveTo>
                  <a:lnTo>
                    <a:pt x="189653" y="0"/>
                  </a:lnTo>
                  <a:lnTo>
                    <a:pt x="189653" y="144610"/>
                  </a:lnTo>
                  <a:lnTo>
                    <a:pt x="0" y="144610"/>
                  </a:lnTo>
                  <a:lnTo>
                    <a:pt x="0" y="0"/>
                  </a:lnTo>
                  <a:close/>
                </a:path>
              </a:pathLst>
            </a:custGeom>
            <a:blipFill>
              <a:blip r:embed="rId6">
                <a:extLst>
                  <a:ext uri="{96DAC541-7B7A-43D3-8B79-37D633B846F1}">
                    <asvg:svgBlip xmlns:asvg="http://schemas.microsoft.com/office/drawing/2016/SVG/main" r:embed="rId7"/>
                  </a:ext>
                </a:extLst>
              </a:blip>
              <a:stretch>
                <a:fillRect l="0" t="0" r="0" b="0"/>
              </a:stretch>
            </a:blipFill>
          </p:spPr>
        </p:sp>
        <p:sp>
          <p:nvSpPr>
            <p:cNvPr name="TextBox 23" id="23"/>
            <p:cNvSpPr txBox="true"/>
            <p:nvPr/>
          </p:nvSpPr>
          <p:spPr>
            <a:xfrm rot="0">
              <a:off x="1045128" y="502290"/>
              <a:ext cx="6134820" cy="482600"/>
            </a:xfrm>
            <a:prstGeom prst="rect">
              <a:avLst/>
            </a:prstGeom>
          </p:spPr>
          <p:txBody>
            <a:bodyPr anchor="t" rtlCol="false" tIns="0" lIns="0" bIns="0" rIns="0">
              <a:spAutoFit/>
            </a:bodyPr>
            <a:lstStyle/>
            <a:p>
              <a:pPr algn="l" marL="0" indent="0" lvl="0">
                <a:lnSpc>
                  <a:spcPts val="3000"/>
                </a:lnSpc>
                <a:spcBef>
                  <a:spcPct val="0"/>
                </a:spcBef>
              </a:pPr>
              <a:r>
                <a:rPr lang="en-US" b="true" sz="2000" spc="-40" strike="noStrike" u="none">
                  <a:solidFill>
                    <a:srgbClr val="333333">
                      <a:alpha val="89804"/>
                    </a:srgbClr>
                  </a:solidFill>
                  <a:latin typeface="프리젠테이션 Bold"/>
                  <a:ea typeface="프리젠테이션 Bold"/>
                  <a:cs typeface="프리젠테이션 Bold"/>
                  <a:sym typeface="프리젠테이션 Bold"/>
                </a:rPr>
                <a:t>출처·숫자·날짜는 꼭 재확인</a:t>
              </a:r>
            </a:p>
          </p:txBody>
        </p:sp>
        <p:sp>
          <p:nvSpPr>
            <p:cNvPr name="Freeform 24" id="24"/>
            <p:cNvSpPr/>
            <p:nvPr/>
          </p:nvSpPr>
          <p:spPr>
            <a:xfrm flipH="false" flipV="false" rot="0">
              <a:off x="741639" y="1418045"/>
              <a:ext cx="189653" cy="144610"/>
            </a:xfrm>
            <a:custGeom>
              <a:avLst/>
              <a:gdLst/>
              <a:ahLst/>
              <a:cxnLst/>
              <a:rect r="r" b="b" t="t" l="l"/>
              <a:pathLst>
                <a:path h="144610" w="189653">
                  <a:moveTo>
                    <a:pt x="0" y="0"/>
                  </a:moveTo>
                  <a:lnTo>
                    <a:pt x="189653" y="0"/>
                  </a:lnTo>
                  <a:lnTo>
                    <a:pt x="189653" y="144611"/>
                  </a:lnTo>
                  <a:lnTo>
                    <a:pt x="0" y="144611"/>
                  </a:lnTo>
                  <a:lnTo>
                    <a:pt x="0" y="0"/>
                  </a:lnTo>
                  <a:close/>
                </a:path>
              </a:pathLst>
            </a:custGeom>
            <a:blipFill>
              <a:blip r:embed="rId6">
                <a:extLst>
                  <a:ext uri="{96DAC541-7B7A-43D3-8B79-37D633B846F1}">
                    <asvg:svgBlip xmlns:asvg="http://schemas.microsoft.com/office/drawing/2016/SVG/main" r:embed="rId7"/>
                  </a:ext>
                </a:extLst>
              </a:blip>
              <a:stretch>
                <a:fillRect l="0" t="0" r="0" b="0"/>
              </a:stretch>
            </a:blipFill>
          </p:spPr>
        </p:sp>
        <p:sp>
          <p:nvSpPr>
            <p:cNvPr name="TextBox 25" id="25"/>
            <p:cNvSpPr txBox="true"/>
            <p:nvPr/>
          </p:nvSpPr>
          <p:spPr>
            <a:xfrm rot="0">
              <a:off x="1045128" y="1210950"/>
              <a:ext cx="6134820" cy="482600"/>
            </a:xfrm>
            <a:prstGeom prst="rect">
              <a:avLst/>
            </a:prstGeom>
          </p:spPr>
          <p:txBody>
            <a:bodyPr anchor="t" rtlCol="false" tIns="0" lIns="0" bIns="0" rIns="0">
              <a:spAutoFit/>
            </a:bodyPr>
            <a:lstStyle/>
            <a:p>
              <a:pPr algn="l" marL="0" indent="0" lvl="0">
                <a:lnSpc>
                  <a:spcPts val="3000"/>
                </a:lnSpc>
                <a:spcBef>
                  <a:spcPct val="0"/>
                </a:spcBef>
              </a:pPr>
              <a:r>
                <a:rPr lang="en-US" b="true" sz="2000" spc="-40" strike="noStrike" u="none">
                  <a:solidFill>
                    <a:srgbClr val="333333">
                      <a:alpha val="89804"/>
                    </a:srgbClr>
                  </a:solidFill>
                  <a:latin typeface="프리젠테이션 Bold"/>
                  <a:ea typeface="프리젠테이션 Bold"/>
                  <a:cs typeface="프리젠테이션 Bold"/>
                  <a:sym typeface="프리젠테이션 Bold"/>
                </a:rPr>
                <a:t>"모르면 모른다고 해줘" 지시</a:t>
              </a:r>
            </a:p>
          </p:txBody>
        </p:sp>
        <p:sp>
          <p:nvSpPr>
            <p:cNvPr name="Freeform 26" id="26"/>
            <p:cNvSpPr/>
            <p:nvPr/>
          </p:nvSpPr>
          <p:spPr>
            <a:xfrm flipH="false" flipV="false" rot="0">
              <a:off x="741639" y="2126706"/>
              <a:ext cx="189653" cy="144610"/>
            </a:xfrm>
            <a:custGeom>
              <a:avLst/>
              <a:gdLst/>
              <a:ahLst/>
              <a:cxnLst/>
              <a:rect r="r" b="b" t="t" l="l"/>
              <a:pathLst>
                <a:path h="144610" w="189653">
                  <a:moveTo>
                    <a:pt x="0" y="0"/>
                  </a:moveTo>
                  <a:lnTo>
                    <a:pt x="189653" y="0"/>
                  </a:lnTo>
                  <a:lnTo>
                    <a:pt x="189653" y="144610"/>
                  </a:lnTo>
                  <a:lnTo>
                    <a:pt x="0" y="144610"/>
                  </a:lnTo>
                  <a:lnTo>
                    <a:pt x="0" y="0"/>
                  </a:lnTo>
                  <a:close/>
                </a:path>
              </a:pathLst>
            </a:custGeom>
            <a:blipFill>
              <a:blip r:embed="rId6">
                <a:extLst>
                  <a:ext uri="{96DAC541-7B7A-43D3-8B79-37D633B846F1}">
                    <asvg:svgBlip xmlns:asvg="http://schemas.microsoft.com/office/drawing/2016/SVG/main" r:embed="rId7"/>
                  </a:ext>
                </a:extLst>
              </a:blip>
              <a:stretch>
                <a:fillRect l="0" t="0" r="0" b="0"/>
              </a:stretch>
            </a:blipFill>
          </p:spPr>
        </p:sp>
        <p:sp>
          <p:nvSpPr>
            <p:cNvPr name="TextBox 27" id="27"/>
            <p:cNvSpPr txBox="true"/>
            <p:nvPr/>
          </p:nvSpPr>
          <p:spPr>
            <a:xfrm rot="0">
              <a:off x="1045128" y="1919611"/>
              <a:ext cx="6134820" cy="482600"/>
            </a:xfrm>
            <a:prstGeom prst="rect">
              <a:avLst/>
            </a:prstGeom>
          </p:spPr>
          <p:txBody>
            <a:bodyPr anchor="t" rtlCol="false" tIns="0" lIns="0" bIns="0" rIns="0">
              <a:spAutoFit/>
            </a:bodyPr>
            <a:lstStyle/>
            <a:p>
              <a:pPr algn="l" marL="0" indent="0" lvl="0">
                <a:lnSpc>
                  <a:spcPts val="3000"/>
                </a:lnSpc>
                <a:spcBef>
                  <a:spcPct val="0"/>
                </a:spcBef>
              </a:pPr>
              <a:r>
                <a:rPr lang="en-US" b="true" sz="2000" spc="-40" strike="noStrike" u="none">
                  <a:solidFill>
                    <a:srgbClr val="333333">
                      <a:alpha val="89804"/>
                    </a:srgbClr>
                  </a:solidFill>
                  <a:latin typeface="프리젠테이션 Bold"/>
                  <a:ea typeface="프리젠테이션 Bold"/>
                  <a:cs typeface="프리젠테이션 Bold"/>
                  <a:sym typeface="프리젠테이션 Bold"/>
                </a:rPr>
                <a:t>코드는 직접 실행해서 확인</a:t>
              </a:r>
            </a:p>
          </p:txBody>
        </p:sp>
      </p:grpSp>
      <p:grpSp>
        <p:nvGrpSpPr>
          <p:cNvPr name="Group 28" id="28"/>
          <p:cNvGrpSpPr/>
          <p:nvPr/>
        </p:nvGrpSpPr>
        <p:grpSpPr>
          <a:xfrm rot="0">
            <a:off x="10472784" y="2884234"/>
            <a:ext cx="3903318" cy="547878"/>
            <a:chOff x="0" y="0"/>
            <a:chExt cx="5204424" cy="730504"/>
          </a:xfrm>
        </p:grpSpPr>
        <p:sp>
          <p:nvSpPr>
            <p:cNvPr name="Freeform 29" id="29"/>
            <p:cNvSpPr/>
            <p:nvPr/>
          </p:nvSpPr>
          <p:spPr>
            <a:xfrm flipH="false" flipV="false" rot="0">
              <a:off x="0" y="192339"/>
              <a:ext cx="355986" cy="355986"/>
            </a:xfrm>
            <a:custGeom>
              <a:avLst/>
              <a:gdLst/>
              <a:ahLst/>
              <a:cxnLst/>
              <a:rect r="r" b="b" t="t" l="l"/>
              <a:pathLst>
                <a:path h="355986" w="355986">
                  <a:moveTo>
                    <a:pt x="0" y="0"/>
                  </a:moveTo>
                  <a:lnTo>
                    <a:pt x="355986" y="0"/>
                  </a:lnTo>
                  <a:lnTo>
                    <a:pt x="355986" y="355986"/>
                  </a:lnTo>
                  <a:lnTo>
                    <a:pt x="0" y="355986"/>
                  </a:lnTo>
                  <a:lnTo>
                    <a:pt x="0" y="0"/>
                  </a:lnTo>
                  <a:close/>
                </a:path>
              </a:pathLst>
            </a:custGeom>
            <a:blipFill>
              <a:blip r:embed="rId8">
                <a:extLst>
                  <a:ext uri="{96DAC541-7B7A-43D3-8B79-37D633B846F1}">
                    <asvg:svgBlip xmlns:asvg="http://schemas.microsoft.com/office/drawing/2016/SVG/main" r:embed="rId9"/>
                  </a:ext>
                </a:extLst>
              </a:blip>
              <a:stretch>
                <a:fillRect l="0" t="0" r="0" b="0"/>
              </a:stretch>
            </a:blipFill>
          </p:spPr>
        </p:sp>
        <p:sp>
          <p:nvSpPr>
            <p:cNvPr name="TextBox 30" id="30"/>
            <p:cNvSpPr txBox="true"/>
            <p:nvPr/>
          </p:nvSpPr>
          <p:spPr>
            <a:xfrm rot="0">
              <a:off x="500339" y="76200"/>
              <a:ext cx="4704085" cy="654304"/>
            </a:xfrm>
            <a:prstGeom prst="rect">
              <a:avLst/>
            </a:prstGeom>
          </p:spPr>
          <p:txBody>
            <a:bodyPr anchor="t" rtlCol="false" tIns="0" lIns="0" bIns="0" rIns="0">
              <a:spAutoFit/>
            </a:bodyPr>
            <a:lstStyle/>
            <a:p>
              <a:pPr algn="l" marL="0" indent="0" lvl="0">
                <a:lnSpc>
                  <a:spcPts val="3456"/>
                </a:lnSpc>
                <a:spcBef>
                  <a:spcPct val="0"/>
                </a:spcBef>
              </a:pPr>
              <a:r>
                <a:rPr lang="en-US" b="true" sz="3600" spc="-72" strike="noStrike" u="none">
                  <a:solidFill>
                    <a:srgbClr val="333333"/>
                  </a:solidFill>
                  <a:latin typeface="프리젠테이션 Bold"/>
                  <a:ea typeface="프리젠테이션 Bold"/>
                  <a:cs typeface="프리젠테이션 Bold"/>
                  <a:sym typeface="프리젠테이션 Bold"/>
                </a:rPr>
                <a:t>그럴듯한 거짓말</a:t>
              </a:r>
            </a:p>
          </p:txBody>
        </p:sp>
      </p:grpSp>
      <p:sp>
        <p:nvSpPr>
          <p:cNvPr name="TextBox 31" id="31"/>
          <p:cNvSpPr txBox="true"/>
          <p:nvPr/>
        </p:nvSpPr>
        <p:spPr>
          <a:xfrm rot="0">
            <a:off x="1355167" y="696396"/>
            <a:ext cx="12295240" cy="685800"/>
          </a:xfrm>
          <a:prstGeom prst="rect">
            <a:avLst/>
          </a:prstGeom>
        </p:spPr>
        <p:txBody>
          <a:bodyPr anchor="t" rtlCol="false" tIns="0" lIns="0" bIns="0" rIns="0">
            <a:spAutoFit/>
          </a:bodyPr>
          <a:lstStyle/>
          <a:p>
            <a:pPr algn="l" marL="0" indent="0" lvl="0">
              <a:lnSpc>
                <a:spcPts val="5100"/>
              </a:lnSpc>
              <a:spcBef>
                <a:spcPct val="0"/>
              </a:spcBef>
            </a:pPr>
            <a:r>
              <a:rPr lang="en-US" b="true" sz="5000" spc="-100" strike="noStrike" u="none">
                <a:solidFill>
                  <a:srgbClr val="FFFFFF"/>
                </a:solidFill>
                <a:latin typeface="프리젠테이션 Bold"/>
                <a:ea typeface="프리젠테이션 Bold"/>
                <a:cs typeface="프리젠테이션 Bold"/>
                <a:sym typeface="프리젠테이션 Bold"/>
              </a:rPr>
              <a:t>할루시네이션이란?</a:t>
            </a:r>
          </a:p>
        </p:txBody>
      </p:sp>
      <p:sp>
        <p:nvSpPr>
          <p:cNvPr name="TextBox 32" id="32"/>
          <p:cNvSpPr txBox="true"/>
          <p:nvPr/>
        </p:nvSpPr>
        <p:spPr>
          <a:xfrm rot="0">
            <a:off x="10472784" y="3604117"/>
            <a:ext cx="7086813" cy="1365885"/>
          </a:xfrm>
          <a:prstGeom prst="rect">
            <a:avLst/>
          </a:prstGeom>
        </p:spPr>
        <p:txBody>
          <a:bodyPr anchor="t" rtlCol="false" tIns="0" lIns="0" bIns="0" rIns="0">
            <a:spAutoFit/>
          </a:bodyPr>
          <a:lstStyle/>
          <a:p>
            <a:pPr algn="l" marL="518160" indent="-259080" lvl="1">
              <a:lnSpc>
                <a:spcPts val="3600"/>
              </a:lnSpc>
              <a:buFont typeface="Arial"/>
              <a:buChar char="•"/>
            </a:pPr>
            <a:r>
              <a:rPr lang="en-US" b="true" sz="2400" spc="-48" strike="noStrike" u="none">
                <a:solidFill>
                  <a:srgbClr val="000000">
                    <a:alpha val="69804"/>
                  </a:srgbClr>
                </a:solidFill>
                <a:latin typeface="프리젠테이션 Bold"/>
                <a:ea typeface="프리젠테이션 Bold"/>
                <a:cs typeface="프리젠테이션 Bold"/>
                <a:sym typeface="프리젠테이션 Bold"/>
              </a:rPr>
              <a:t>사실이 아닌 내용을 자신 있게 답함</a:t>
            </a:r>
          </a:p>
          <a:p>
            <a:pPr algn="l" marL="518160" indent="-259080" lvl="1">
              <a:lnSpc>
                <a:spcPts val="3600"/>
              </a:lnSpc>
              <a:buFont typeface="Arial"/>
              <a:buChar char="•"/>
            </a:pPr>
            <a:r>
              <a:rPr lang="en-US" b="true" sz="2400" spc="-48" strike="noStrike" u="none">
                <a:solidFill>
                  <a:srgbClr val="000000">
                    <a:alpha val="69804"/>
                  </a:srgbClr>
                </a:solidFill>
                <a:latin typeface="프리젠테이션 Bold"/>
                <a:ea typeface="프리젠테이션 Bold"/>
                <a:cs typeface="프리젠테이션 Bold"/>
                <a:sym typeface="프리젠테이션 Bold"/>
              </a:rPr>
              <a:t>창의성의 다른 얼굴 (0%는 불가능)</a:t>
            </a:r>
          </a:p>
          <a:p>
            <a:pPr algn="l" marL="518160" indent="-259080" lvl="1">
              <a:lnSpc>
                <a:spcPts val="3600"/>
              </a:lnSpc>
              <a:buFont typeface="Arial"/>
              <a:buChar char="•"/>
            </a:pPr>
            <a:r>
              <a:rPr lang="en-US" b="true" sz="2400" spc="-48" strike="noStrike" u="none">
                <a:solidFill>
                  <a:srgbClr val="000000">
                    <a:alpha val="69804"/>
                  </a:srgbClr>
                </a:solidFill>
                <a:latin typeface="프리젠테이션 Bold"/>
                <a:ea typeface="프리젠테이션 Bold"/>
                <a:cs typeface="프리젠테이션 Bold"/>
                <a:sym typeface="프리젠테이션 Bold"/>
              </a:rPr>
              <a:t>검색보다 요약·아이디어에 활용</a:t>
            </a:r>
          </a:p>
        </p:txBody>
      </p:sp>
      <p:sp>
        <p:nvSpPr>
          <p:cNvPr name="TextBox 33" id="33"/>
          <p:cNvSpPr txBox="true"/>
          <p:nvPr/>
        </p:nvSpPr>
        <p:spPr>
          <a:xfrm rot="0">
            <a:off x="14694520" y="1353621"/>
            <a:ext cx="2865076" cy="325120"/>
          </a:xfrm>
          <a:prstGeom prst="rect">
            <a:avLst/>
          </a:prstGeom>
        </p:spPr>
        <p:txBody>
          <a:bodyPr anchor="t" rtlCol="false" tIns="0" lIns="0" bIns="0" rIns="0">
            <a:spAutoFit/>
          </a:bodyPr>
          <a:lstStyle/>
          <a:p>
            <a:pPr algn="ctr" marL="0" indent="0" lvl="0">
              <a:lnSpc>
                <a:spcPts val="2540"/>
              </a:lnSpc>
              <a:spcBef>
                <a:spcPct val="0"/>
              </a:spcBef>
            </a:pPr>
            <a:r>
              <a:rPr lang="en-US" b="true" sz="2000" spc="122" strike="noStrike" u="none">
                <a:solidFill>
                  <a:srgbClr val="5170FF"/>
                </a:solidFill>
                <a:latin typeface="프리젠테이션 Bold"/>
                <a:ea typeface="프리젠테이션 Bold"/>
                <a:cs typeface="프리젠테이션 Bold"/>
                <a:sym typeface="프리젠테이션 Bold"/>
              </a:rPr>
              <a:t>해달 바이브코딩 기초반</a:t>
            </a:r>
          </a:p>
        </p:txBody>
      </p:sp>
      <p:sp>
        <p:nvSpPr>
          <p:cNvPr name="TextBox 34" id="34"/>
          <p:cNvSpPr txBox="true"/>
          <p:nvPr/>
        </p:nvSpPr>
        <p:spPr>
          <a:xfrm rot="0">
            <a:off x="8382000" y="8899525"/>
            <a:ext cx="1524000" cy="358775"/>
          </a:xfrm>
          <a:prstGeom prst="rect">
            <a:avLst/>
          </a:prstGeom>
        </p:spPr>
        <p:txBody>
          <a:bodyPr anchor="t" rtlCol="false" tIns="0" lIns="0" bIns="0" rIns="0">
            <a:spAutoFit/>
          </a:bodyPr>
          <a:lstStyle/>
          <a:p>
            <a:pPr algn="ctr" marL="0" indent="0" lvl="0">
              <a:lnSpc>
                <a:spcPts val="2800"/>
              </a:lnSpc>
              <a:spcBef>
                <a:spcPct val="0"/>
              </a:spcBef>
            </a:pPr>
            <a:r>
              <a:rPr lang="en-US" b="true" sz="2000" strike="noStrike" u="none">
                <a:solidFill>
                  <a:srgbClr val="4165C1"/>
                </a:solidFill>
                <a:latin typeface="프리젠테이션 Bold"/>
                <a:ea typeface="프리젠테이션 Bold"/>
                <a:cs typeface="프리젠테이션 Bold"/>
                <a:sym typeface="프리젠테이션 Bold"/>
              </a:rPr>
              <a:t>- 9 -</a:t>
            </a:r>
          </a:p>
        </p:txBody>
      </p:sp>
    </p:spTree>
  </p:cSld>
  <p:clrMapOvr>
    <a:masterClrMapping/>
  </p:clrMapOvr>
</p:sld>
</file>

<file path=ppt/slides/slide10.xml><?xml version="1.0" encoding="utf-8"?>
<p:sld xmlns:p="http://schemas.openxmlformats.org/presentationml/2006/main" xmlns:a="http://schemas.openxmlformats.org/drawingml/2006/main" xmlns:r="http://schemas.openxmlformats.org/officeDocument/2006/relationships">
  <p:cSld>
    <p:bg>
      <p:bgPr>
        <a:solidFill>
          <a:srgbClr val="5170FF"/>
        </a:solidFill>
      </p:bgPr>
    </p:bg>
    <p:spTree>
      <p:nvGrpSpPr>
        <p:cNvPr id="1" name=""/>
        <p:cNvGrpSpPr/>
        <p:nvPr/>
      </p:nvGrpSpPr>
      <p:grpSpPr>
        <a:xfrm>
          <a:off x="0" y="0"/>
          <a:ext cx="0" cy="0"/>
          <a:chOff x="0" y="0"/>
          <a:chExt cx="0" cy="0"/>
        </a:xfrm>
      </p:grpSpPr>
      <p:grpSp>
        <p:nvGrpSpPr>
          <p:cNvPr name="Group 2" id="2"/>
          <p:cNvGrpSpPr/>
          <p:nvPr/>
        </p:nvGrpSpPr>
        <p:grpSpPr>
          <a:xfrm rot="0">
            <a:off x="534854" y="457200"/>
            <a:ext cx="17218292" cy="9294946"/>
            <a:chOff x="0" y="0"/>
            <a:chExt cx="22957723" cy="12393261"/>
          </a:xfrm>
        </p:grpSpPr>
        <p:grpSp>
          <p:nvGrpSpPr>
            <p:cNvPr name="Group 3" id="3"/>
            <p:cNvGrpSpPr/>
            <p:nvPr/>
          </p:nvGrpSpPr>
          <p:grpSpPr>
            <a:xfrm rot="0">
              <a:off x="0" y="1727243"/>
              <a:ext cx="22957723" cy="10666019"/>
              <a:chOff x="0" y="0"/>
              <a:chExt cx="4777465" cy="2219581"/>
            </a:xfrm>
          </p:grpSpPr>
          <p:sp>
            <p:nvSpPr>
              <p:cNvPr name="Freeform 4" id="4"/>
              <p:cNvSpPr/>
              <p:nvPr/>
            </p:nvSpPr>
            <p:spPr>
              <a:xfrm flipH="false" flipV="false" rot="0">
                <a:off x="0" y="0"/>
                <a:ext cx="4777465" cy="2219581"/>
              </a:xfrm>
              <a:custGeom>
                <a:avLst/>
                <a:gdLst/>
                <a:ahLst/>
                <a:cxnLst/>
                <a:rect r="r" b="b" t="t" l="l"/>
                <a:pathLst>
                  <a:path h="2219581" w="4777465">
                    <a:moveTo>
                      <a:pt x="22931" y="0"/>
                    </a:moveTo>
                    <a:lnTo>
                      <a:pt x="4754534" y="0"/>
                    </a:lnTo>
                    <a:cubicBezTo>
                      <a:pt x="4767199" y="0"/>
                      <a:pt x="4777465" y="10267"/>
                      <a:pt x="4777465" y="22931"/>
                    </a:cubicBezTo>
                    <a:lnTo>
                      <a:pt x="4777465" y="2196650"/>
                    </a:lnTo>
                    <a:cubicBezTo>
                      <a:pt x="4777465" y="2202732"/>
                      <a:pt x="4775049" y="2208564"/>
                      <a:pt x="4770749" y="2212865"/>
                    </a:cubicBezTo>
                    <a:cubicBezTo>
                      <a:pt x="4766449" y="2217165"/>
                      <a:pt x="4760616" y="2219581"/>
                      <a:pt x="4754534" y="2219581"/>
                    </a:cubicBezTo>
                    <a:lnTo>
                      <a:pt x="22931" y="2219581"/>
                    </a:lnTo>
                    <a:cubicBezTo>
                      <a:pt x="10267" y="2219581"/>
                      <a:pt x="0" y="2209315"/>
                      <a:pt x="0" y="2196650"/>
                    </a:cubicBezTo>
                    <a:lnTo>
                      <a:pt x="0" y="22931"/>
                    </a:lnTo>
                    <a:cubicBezTo>
                      <a:pt x="0" y="10267"/>
                      <a:pt x="10267" y="0"/>
                      <a:pt x="22931" y="0"/>
                    </a:cubicBezTo>
                    <a:close/>
                  </a:path>
                </a:pathLst>
              </a:custGeom>
              <a:solidFill>
                <a:srgbClr val="FFFFFF"/>
              </a:solidFill>
              <a:ln cap="rnd">
                <a:noFill/>
                <a:prstDash val="solid"/>
                <a:round/>
              </a:ln>
            </p:spPr>
          </p:sp>
          <p:sp>
            <p:nvSpPr>
              <p:cNvPr name="TextBox 5" id="5"/>
              <p:cNvSpPr txBox="true"/>
              <p:nvPr/>
            </p:nvSpPr>
            <p:spPr>
              <a:xfrm>
                <a:off x="0" y="-38100"/>
                <a:ext cx="4777465" cy="2257681"/>
              </a:xfrm>
              <a:prstGeom prst="rect">
                <a:avLst/>
              </a:prstGeom>
            </p:spPr>
            <p:txBody>
              <a:bodyPr anchor="ctr" rtlCol="false" tIns="48220" lIns="48220" bIns="48220" rIns="48220"/>
              <a:lstStyle/>
              <a:p>
                <a:pPr algn="ctr" marL="0" indent="0" lvl="0">
                  <a:lnSpc>
                    <a:spcPts val="1853"/>
                  </a:lnSpc>
                  <a:spcBef>
                    <a:spcPct val="0"/>
                  </a:spcBef>
                </a:pPr>
              </a:p>
              <a:p>
                <a:pPr algn="ctr" marL="0" indent="0" lvl="0">
                  <a:lnSpc>
                    <a:spcPts val="1853"/>
                  </a:lnSpc>
                  <a:spcBef>
                    <a:spcPct val="0"/>
                  </a:spcBef>
                </a:pPr>
              </a:p>
              <a:p>
                <a:pPr algn="ctr" marL="0" indent="0" lvl="0">
                  <a:lnSpc>
                    <a:spcPts val="1853"/>
                  </a:lnSpc>
                  <a:spcBef>
                    <a:spcPct val="0"/>
                  </a:spcBef>
                </a:pPr>
              </a:p>
            </p:txBody>
          </p:sp>
        </p:grpSp>
        <p:grpSp>
          <p:nvGrpSpPr>
            <p:cNvPr name="Group 6" id="6"/>
            <p:cNvGrpSpPr/>
            <p:nvPr/>
          </p:nvGrpSpPr>
          <p:grpSpPr>
            <a:xfrm rot="0">
              <a:off x="18499830" y="891712"/>
              <a:ext cx="4457893" cy="3397582"/>
              <a:chOff x="0" y="0"/>
              <a:chExt cx="927680" cy="707031"/>
            </a:xfrm>
          </p:grpSpPr>
          <p:sp>
            <p:nvSpPr>
              <p:cNvPr name="Freeform 7" id="7"/>
              <p:cNvSpPr/>
              <p:nvPr/>
            </p:nvSpPr>
            <p:spPr>
              <a:xfrm flipH="false" flipV="false" rot="0">
                <a:off x="0" y="0"/>
                <a:ext cx="927680" cy="707031"/>
              </a:xfrm>
              <a:custGeom>
                <a:avLst/>
                <a:gdLst/>
                <a:ahLst/>
                <a:cxnLst/>
                <a:rect r="r" b="b" t="t" l="l"/>
                <a:pathLst>
                  <a:path h="707031" w="927680">
                    <a:moveTo>
                      <a:pt x="118094" y="0"/>
                    </a:moveTo>
                    <a:lnTo>
                      <a:pt x="809586" y="0"/>
                    </a:lnTo>
                    <a:cubicBezTo>
                      <a:pt x="874808" y="0"/>
                      <a:pt x="927680" y="52872"/>
                      <a:pt x="927680" y="118094"/>
                    </a:cubicBezTo>
                    <a:lnTo>
                      <a:pt x="927680" y="588937"/>
                    </a:lnTo>
                    <a:cubicBezTo>
                      <a:pt x="927680" y="654159"/>
                      <a:pt x="874808" y="707031"/>
                      <a:pt x="809586" y="707031"/>
                    </a:cubicBezTo>
                    <a:lnTo>
                      <a:pt x="118094" y="707031"/>
                    </a:lnTo>
                    <a:cubicBezTo>
                      <a:pt x="52872" y="707031"/>
                      <a:pt x="0" y="654159"/>
                      <a:pt x="0" y="588937"/>
                    </a:cubicBezTo>
                    <a:lnTo>
                      <a:pt x="0" y="118094"/>
                    </a:lnTo>
                    <a:cubicBezTo>
                      <a:pt x="0" y="52872"/>
                      <a:pt x="52872" y="0"/>
                      <a:pt x="118094" y="0"/>
                    </a:cubicBezTo>
                    <a:close/>
                  </a:path>
                </a:pathLst>
              </a:custGeom>
              <a:solidFill>
                <a:srgbClr val="FFFFFF"/>
              </a:solidFill>
              <a:ln cap="rnd">
                <a:noFill/>
                <a:prstDash val="solid"/>
                <a:round/>
              </a:ln>
            </p:spPr>
          </p:sp>
          <p:sp>
            <p:nvSpPr>
              <p:cNvPr name="TextBox 8" id="8"/>
              <p:cNvSpPr txBox="true"/>
              <p:nvPr/>
            </p:nvSpPr>
            <p:spPr>
              <a:xfrm>
                <a:off x="0" y="-38100"/>
                <a:ext cx="927680" cy="745131"/>
              </a:xfrm>
              <a:prstGeom prst="rect">
                <a:avLst/>
              </a:prstGeom>
            </p:spPr>
            <p:txBody>
              <a:bodyPr anchor="ctr" rtlCol="false" tIns="48220" lIns="48220" bIns="48220" rIns="48220"/>
              <a:lstStyle/>
              <a:p>
                <a:pPr algn="ctr" marL="0" indent="0" lvl="0">
                  <a:lnSpc>
                    <a:spcPts val="1853"/>
                  </a:lnSpc>
                  <a:spcBef>
                    <a:spcPct val="0"/>
                  </a:spcBef>
                </a:pPr>
              </a:p>
              <a:p>
                <a:pPr algn="ctr" marL="0" indent="0" lvl="0">
                  <a:lnSpc>
                    <a:spcPts val="1853"/>
                  </a:lnSpc>
                  <a:spcBef>
                    <a:spcPct val="0"/>
                  </a:spcBef>
                </a:pPr>
              </a:p>
              <a:p>
                <a:pPr algn="ctr" marL="0" indent="0" lvl="0">
                  <a:lnSpc>
                    <a:spcPts val="1853"/>
                  </a:lnSpc>
                  <a:spcBef>
                    <a:spcPct val="0"/>
                  </a:spcBef>
                </a:pPr>
              </a:p>
            </p:txBody>
          </p:sp>
        </p:grpSp>
        <p:grpSp>
          <p:nvGrpSpPr>
            <p:cNvPr name="Group 9" id="9"/>
            <p:cNvGrpSpPr/>
            <p:nvPr/>
          </p:nvGrpSpPr>
          <p:grpSpPr>
            <a:xfrm rot="0">
              <a:off x="18064463" y="1334482"/>
              <a:ext cx="2392010" cy="1865053"/>
              <a:chOff x="0" y="0"/>
              <a:chExt cx="497773" cy="388115"/>
            </a:xfrm>
          </p:grpSpPr>
          <p:sp>
            <p:nvSpPr>
              <p:cNvPr name="Freeform 10" id="10"/>
              <p:cNvSpPr/>
              <p:nvPr/>
            </p:nvSpPr>
            <p:spPr>
              <a:xfrm flipH="false" flipV="false" rot="0">
                <a:off x="0" y="0"/>
                <a:ext cx="497773" cy="388115"/>
              </a:xfrm>
              <a:custGeom>
                <a:avLst/>
                <a:gdLst/>
                <a:ahLst/>
                <a:cxnLst/>
                <a:rect r="r" b="b" t="t" l="l"/>
                <a:pathLst>
                  <a:path h="388115" w="497773">
                    <a:moveTo>
                      <a:pt x="0" y="0"/>
                    </a:moveTo>
                    <a:lnTo>
                      <a:pt x="497773" y="0"/>
                    </a:lnTo>
                    <a:lnTo>
                      <a:pt x="497773" y="388115"/>
                    </a:lnTo>
                    <a:lnTo>
                      <a:pt x="0" y="388115"/>
                    </a:lnTo>
                    <a:close/>
                  </a:path>
                </a:pathLst>
              </a:custGeom>
              <a:solidFill>
                <a:srgbClr val="FFFFFF"/>
              </a:solidFill>
              <a:ln cap="sq">
                <a:noFill/>
                <a:prstDash val="solid"/>
                <a:miter/>
              </a:ln>
            </p:spPr>
          </p:sp>
          <p:sp>
            <p:nvSpPr>
              <p:cNvPr name="TextBox 11" id="11"/>
              <p:cNvSpPr txBox="true"/>
              <p:nvPr/>
            </p:nvSpPr>
            <p:spPr>
              <a:xfrm>
                <a:off x="0" y="-38100"/>
                <a:ext cx="497773" cy="426215"/>
              </a:xfrm>
              <a:prstGeom prst="rect">
                <a:avLst/>
              </a:prstGeom>
            </p:spPr>
            <p:txBody>
              <a:bodyPr anchor="ctr" rtlCol="false" tIns="48220" lIns="48220" bIns="48220" rIns="48220"/>
              <a:lstStyle/>
              <a:p>
                <a:pPr algn="ctr" marL="0" indent="0" lvl="0">
                  <a:lnSpc>
                    <a:spcPts val="1853"/>
                  </a:lnSpc>
                  <a:spcBef>
                    <a:spcPct val="0"/>
                  </a:spcBef>
                </a:pPr>
              </a:p>
              <a:p>
                <a:pPr algn="ctr" marL="0" indent="0" lvl="0">
                  <a:lnSpc>
                    <a:spcPts val="1853"/>
                  </a:lnSpc>
                  <a:spcBef>
                    <a:spcPct val="0"/>
                  </a:spcBef>
                </a:pPr>
              </a:p>
              <a:p>
                <a:pPr algn="ctr" marL="0" indent="0" lvl="0">
                  <a:lnSpc>
                    <a:spcPts val="1853"/>
                  </a:lnSpc>
                  <a:spcBef>
                    <a:spcPct val="0"/>
                  </a:spcBef>
                </a:pPr>
              </a:p>
            </p:txBody>
          </p:sp>
        </p:grpSp>
        <p:grpSp>
          <p:nvGrpSpPr>
            <p:cNvPr name="Group 12" id="12"/>
            <p:cNvGrpSpPr/>
            <p:nvPr/>
          </p:nvGrpSpPr>
          <p:grpSpPr>
            <a:xfrm rot="0">
              <a:off x="16059231" y="0"/>
              <a:ext cx="2504831" cy="1727243"/>
              <a:chOff x="0" y="0"/>
              <a:chExt cx="521251" cy="359436"/>
            </a:xfrm>
          </p:grpSpPr>
          <p:sp>
            <p:nvSpPr>
              <p:cNvPr name="Freeform 13" id="13"/>
              <p:cNvSpPr/>
              <p:nvPr/>
            </p:nvSpPr>
            <p:spPr>
              <a:xfrm flipH="false" flipV="false" rot="0">
                <a:off x="0" y="0"/>
                <a:ext cx="521251" cy="359436"/>
              </a:xfrm>
              <a:custGeom>
                <a:avLst/>
                <a:gdLst/>
                <a:ahLst/>
                <a:cxnLst/>
                <a:rect r="r" b="b" t="t" l="l"/>
                <a:pathLst>
                  <a:path h="359436" w="521251">
                    <a:moveTo>
                      <a:pt x="179718" y="0"/>
                    </a:moveTo>
                    <a:lnTo>
                      <a:pt x="341533" y="0"/>
                    </a:lnTo>
                    <a:cubicBezTo>
                      <a:pt x="440789" y="0"/>
                      <a:pt x="521251" y="80463"/>
                      <a:pt x="521251" y="179718"/>
                    </a:cubicBezTo>
                    <a:lnTo>
                      <a:pt x="521251" y="179718"/>
                    </a:lnTo>
                    <a:cubicBezTo>
                      <a:pt x="521251" y="227382"/>
                      <a:pt x="502317" y="273094"/>
                      <a:pt x="468613" y="306798"/>
                    </a:cubicBezTo>
                    <a:cubicBezTo>
                      <a:pt x="434909" y="340502"/>
                      <a:pt x="389197" y="359436"/>
                      <a:pt x="341533" y="359436"/>
                    </a:cubicBezTo>
                    <a:lnTo>
                      <a:pt x="179718" y="359436"/>
                    </a:lnTo>
                    <a:cubicBezTo>
                      <a:pt x="132054" y="359436"/>
                      <a:pt x="86342" y="340502"/>
                      <a:pt x="52638" y="306798"/>
                    </a:cubicBezTo>
                    <a:cubicBezTo>
                      <a:pt x="18935" y="273094"/>
                      <a:pt x="0" y="227382"/>
                      <a:pt x="0" y="179718"/>
                    </a:cubicBezTo>
                    <a:lnTo>
                      <a:pt x="0" y="179718"/>
                    </a:lnTo>
                    <a:cubicBezTo>
                      <a:pt x="0" y="132054"/>
                      <a:pt x="18935" y="86342"/>
                      <a:pt x="52638" y="52638"/>
                    </a:cubicBezTo>
                    <a:cubicBezTo>
                      <a:pt x="86342" y="18935"/>
                      <a:pt x="132054" y="0"/>
                      <a:pt x="179718" y="0"/>
                    </a:cubicBezTo>
                    <a:close/>
                  </a:path>
                </a:pathLst>
              </a:custGeom>
              <a:solidFill>
                <a:srgbClr val="5170FF"/>
              </a:solidFill>
              <a:ln cap="rnd">
                <a:noFill/>
                <a:prstDash val="solid"/>
                <a:round/>
              </a:ln>
            </p:spPr>
          </p:sp>
          <p:sp>
            <p:nvSpPr>
              <p:cNvPr name="TextBox 14" id="14"/>
              <p:cNvSpPr txBox="true"/>
              <p:nvPr/>
            </p:nvSpPr>
            <p:spPr>
              <a:xfrm>
                <a:off x="0" y="-38100"/>
                <a:ext cx="521251" cy="397536"/>
              </a:xfrm>
              <a:prstGeom prst="rect">
                <a:avLst/>
              </a:prstGeom>
            </p:spPr>
            <p:txBody>
              <a:bodyPr anchor="ctr" rtlCol="false" tIns="48220" lIns="48220" bIns="48220" rIns="48220"/>
              <a:lstStyle/>
              <a:p>
                <a:pPr algn="ctr" marL="0" indent="0" lvl="0">
                  <a:lnSpc>
                    <a:spcPts val="1853"/>
                  </a:lnSpc>
                  <a:spcBef>
                    <a:spcPct val="0"/>
                  </a:spcBef>
                </a:pPr>
              </a:p>
              <a:p>
                <a:pPr algn="ctr" marL="0" indent="0" lvl="0">
                  <a:lnSpc>
                    <a:spcPts val="1853"/>
                  </a:lnSpc>
                  <a:spcBef>
                    <a:spcPct val="0"/>
                  </a:spcBef>
                </a:pPr>
              </a:p>
              <a:p>
                <a:pPr algn="ctr" marL="0" indent="0" lvl="0">
                  <a:lnSpc>
                    <a:spcPts val="1853"/>
                  </a:lnSpc>
                  <a:spcBef>
                    <a:spcPct val="0"/>
                  </a:spcBef>
                </a:pPr>
              </a:p>
            </p:txBody>
          </p:sp>
        </p:grpSp>
      </p:grpSp>
      <p:sp>
        <p:nvSpPr>
          <p:cNvPr name="TextBox 15" id="15"/>
          <p:cNvSpPr txBox="true"/>
          <p:nvPr/>
        </p:nvSpPr>
        <p:spPr>
          <a:xfrm rot="0">
            <a:off x="1355167" y="696396"/>
            <a:ext cx="12295240" cy="685800"/>
          </a:xfrm>
          <a:prstGeom prst="rect">
            <a:avLst/>
          </a:prstGeom>
        </p:spPr>
        <p:txBody>
          <a:bodyPr anchor="t" rtlCol="false" tIns="0" lIns="0" bIns="0" rIns="0">
            <a:spAutoFit/>
          </a:bodyPr>
          <a:lstStyle/>
          <a:p>
            <a:pPr algn="l" marL="0" indent="0" lvl="0">
              <a:lnSpc>
                <a:spcPts val="5100"/>
              </a:lnSpc>
              <a:spcBef>
                <a:spcPct val="0"/>
              </a:spcBef>
            </a:pPr>
            <a:r>
              <a:rPr lang="en-US" b="true" sz="5000" spc="-100" strike="noStrike" u="none">
                <a:solidFill>
                  <a:srgbClr val="FFFFFF"/>
                </a:solidFill>
                <a:latin typeface="프리젠테이션 Bold"/>
                <a:ea typeface="프리젠테이션 Bold"/>
                <a:cs typeface="프리젠테이션 Bold"/>
                <a:sym typeface="프리젠테이션 Bold"/>
              </a:rPr>
              <a:t>프롬프트 5대 원칙</a:t>
            </a:r>
          </a:p>
        </p:txBody>
      </p:sp>
      <p:sp>
        <p:nvSpPr>
          <p:cNvPr name="Freeform 16" id="16"/>
          <p:cNvSpPr/>
          <p:nvPr/>
        </p:nvSpPr>
        <p:spPr>
          <a:xfrm flipH="false" flipV="false" rot="0">
            <a:off x="820604" y="843344"/>
            <a:ext cx="334731" cy="334731"/>
          </a:xfrm>
          <a:custGeom>
            <a:avLst/>
            <a:gdLst/>
            <a:ahLst/>
            <a:cxnLst/>
            <a:rect r="r" b="b" t="t" l="l"/>
            <a:pathLst>
              <a:path h="334731" w="334731">
                <a:moveTo>
                  <a:pt x="0" y="0"/>
                </a:moveTo>
                <a:lnTo>
                  <a:pt x="334731" y="0"/>
                </a:lnTo>
                <a:lnTo>
                  <a:pt x="334731" y="334731"/>
                </a:lnTo>
                <a:lnTo>
                  <a:pt x="0" y="334731"/>
                </a:lnTo>
                <a:lnTo>
                  <a:pt x="0" y="0"/>
                </a:lnTo>
                <a:close/>
              </a:path>
            </a:pathLst>
          </a:custGeom>
          <a:blipFill>
            <a:blip r:embed="rId3">
              <a:extLst>
                <a:ext uri="{96DAC541-7B7A-43D3-8B79-37D633B846F1}">
                  <asvg:svgBlip xmlns:asvg="http://schemas.microsoft.com/office/drawing/2016/SVG/main" r:embed="rId4"/>
                </a:ext>
              </a:extLst>
            </a:blip>
            <a:stretch>
              <a:fillRect l="0" t="0" r="0" b="0"/>
            </a:stretch>
          </a:blipFill>
        </p:spPr>
      </p:sp>
      <p:grpSp>
        <p:nvGrpSpPr>
          <p:cNvPr name="Group 17" id="17"/>
          <p:cNvGrpSpPr/>
          <p:nvPr/>
        </p:nvGrpSpPr>
        <p:grpSpPr>
          <a:xfrm rot="0">
            <a:off x="1717296" y="2898323"/>
            <a:ext cx="7335408" cy="2752701"/>
            <a:chOff x="0" y="0"/>
            <a:chExt cx="1931959" cy="724991"/>
          </a:xfrm>
        </p:grpSpPr>
        <p:sp>
          <p:nvSpPr>
            <p:cNvPr name="Freeform 18" id="18"/>
            <p:cNvSpPr/>
            <p:nvPr/>
          </p:nvSpPr>
          <p:spPr>
            <a:xfrm flipH="false" flipV="false" rot="0">
              <a:off x="0" y="0"/>
              <a:ext cx="1931959" cy="724991"/>
            </a:xfrm>
            <a:custGeom>
              <a:avLst/>
              <a:gdLst/>
              <a:ahLst/>
              <a:cxnLst/>
              <a:rect r="r" b="b" t="t" l="l"/>
              <a:pathLst>
                <a:path h="724991" w="1931959">
                  <a:moveTo>
                    <a:pt x="15831" y="0"/>
                  </a:moveTo>
                  <a:lnTo>
                    <a:pt x="1916128" y="0"/>
                  </a:lnTo>
                  <a:cubicBezTo>
                    <a:pt x="1920327" y="0"/>
                    <a:pt x="1924353" y="1668"/>
                    <a:pt x="1927322" y="4637"/>
                  </a:cubicBezTo>
                  <a:cubicBezTo>
                    <a:pt x="1930291" y="7606"/>
                    <a:pt x="1931959" y="11633"/>
                    <a:pt x="1931959" y="15831"/>
                  </a:cubicBezTo>
                  <a:lnTo>
                    <a:pt x="1931959" y="709160"/>
                  </a:lnTo>
                  <a:cubicBezTo>
                    <a:pt x="1931959" y="713359"/>
                    <a:pt x="1930291" y="717385"/>
                    <a:pt x="1927322" y="720354"/>
                  </a:cubicBezTo>
                  <a:cubicBezTo>
                    <a:pt x="1924353" y="723323"/>
                    <a:pt x="1920327" y="724991"/>
                    <a:pt x="1916128" y="724991"/>
                  </a:cubicBezTo>
                  <a:lnTo>
                    <a:pt x="15831" y="724991"/>
                  </a:lnTo>
                  <a:cubicBezTo>
                    <a:pt x="11633" y="724991"/>
                    <a:pt x="7606" y="723323"/>
                    <a:pt x="4637" y="720354"/>
                  </a:cubicBezTo>
                  <a:cubicBezTo>
                    <a:pt x="1668" y="717385"/>
                    <a:pt x="0" y="713359"/>
                    <a:pt x="0" y="709160"/>
                  </a:cubicBezTo>
                  <a:lnTo>
                    <a:pt x="0" y="15831"/>
                  </a:lnTo>
                  <a:cubicBezTo>
                    <a:pt x="0" y="11633"/>
                    <a:pt x="1668" y="7606"/>
                    <a:pt x="4637" y="4637"/>
                  </a:cubicBezTo>
                  <a:cubicBezTo>
                    <a:pt x="7606" y="1668"/>
                    <a:pt x="11633" y="0"/>
                    <a:pt x="15831" y="0"/>
                  </a:cubicBezTo>
                  <a:close/>
                </a:path>
              </a:pathLst>
            </a:custGeom>
            <a:solidFill>
              <a:srgbClr val="EAEAEA"/>
            </a:solidFill>
            <a:ln cap="sq">
              <a:noFill/>
              <a:prstDash val="solid"/>
              <a:miter/>
            </a:ln>
          </p:spPr>
        </p:sp>
        <p:sp>
          <p:nvSpPr>
            <p:cNvPr name="TextBox 19" id="19"/>
            <p:cNvSpPr txBox="true"/>
            <p:nvPr/>
          </p:nvSpPr>
          <p:spPr>
            <a:xfrm>
              <a:off x="0" y="19050"/>
              <a:ext cx="1931959" cy="705941"/>
            </a:xfrm>
            <a:prstGeom prst="rect">
              <a:avLst/>
            </a:prstGeom>
          </p:spPr>
          <p:txBody>
            <a:bodyPr anchor="ctr" rtlCol="false" tIns="50800" lIns="50800" bIns="50800" rIns="50800"/>
            <a:lstStyle/>
            <a:p>
              <a:pPr algn="ctr" marL="0" indent="0" lvl="0">
                <a:lnSpc>
                  <a:spcPts val="2743"/>
                </a:lnSpc>
                <a:spcBef>
                  <a:spcPct val="0"/>
                </a:spcBef>
              </a:pPr>
            </a:p>
          </p:txBody>
        </p:sp>
      </p:grpSp>
      <p:grpSp>
        <p:nvGrpSpPr>
          <p:cNvPr name="Group 20" id="20"/>
          <p:cNvGrpSpPr/>
          <p:nvPr/>
        </p:nvGrpSpPr>
        <p:grpSpPr>
          <a:xfrm rot="0">
            <a:off x="1717296" y="5846679"/>
            <a:ext cx="7335408" cy="2752701"/>
            <a:chOff x="0" y="0"/>
            <a:chExt cx="1931959" cy="724991"/>
          </a:xfrm>
        </p:grpSpPr>
        <p:sp>
          <p:nvSpPr>
            <p:cNvPr name="Freeform 21" id="21"/>
            <p:cNvSpPr/>
            <p:nvPr/>
          </p:nvSpPr>
          <p:spPr>
            <a:xfrm flipH="false" flipV="false" rot="0">
              <a:off x="0" y="0"/>
              <a:ext cx="1931959" cy="724991"/>
            </a:xfrm>
            <a:custGeom>
              <a:avLst/>
              <a:gdLst/>
              <a:ahLst/>
              <a:cxnLst/>
              <a:rect r="r" b="b" t="t" l="l"/>
              <a:pathLst>
                <a:path h="724991" w="1931959">
                  <a:moveTo>
                    <a:pt x="15831" y="0"/>
                  </a:moveTo>
                  <a:lnTo>
                    <a:pt x="1916128" y="0"/>
                  </a:lnTo>
                  <a:cubicBezTo>
                    <a:pt x="1920327" y="0"/>
                    <a:pt x="1924353" y="1668"/>
                    <a:pt x="1927322" y="4637"/>
                  </a:cubicBezTo>
                  <a:cubicBezTo>
                    <a:pt x="1930291" y="7606"/>
                    <a:pt x="1931959" y="11633"/>
                    <a:pt x="1931959" y="15831"/>
                  </a:cubicBezTo>
                  <a:lnTo>
                    <a:pt x="1931959" y="709160"/>
                  </a:lnTo>
                  <a:cubicBezTo>
                    <a:pt x="1931959" y="713359"/>
                    <a:pt x="1930291" y="717385"/>
                    <a:pt x="1927322" y="720354"/>
                  </a:cubicBezTo>
                  <a:cubicBezTo>
                    <a:pt x="1924353" y="723323"/>
                    <a:pt x="1920327" y="724991"/>
                    <a:pt x="1916128" y="724991"/>
                  </a:cubicBezTo>
                  <a:lnTo>
                    <a:pt x="15831" y="724991"/>
                  </a:lnTo>
                  <a:cubicBezTo>
                    <a:pt x="11633" y="724991"/>
                    <a:pt x="7606" y="723323"/>
                    <a:pt x="4637" y="720354"/>
                  </a:cubicBezTo>
                  <a:cubicBezTo>
                    <a:pt x="1668" y="717385"/>
                    <a:pt x="0" y="713359"/>
                    <a:pt x="0" y="709160"/>
                  </a:cubicBezTo>
                  <a:lnTo>
                    <a:pt x="0" y="15831"/>
                  </a:lnTo>
                  <a:cubicBezTo>
                    <a:pt x="0" y="11633"/>
                    <a:pt x="1668" y="7606"/>
                    <a:pt x="4637" y="4637"/>
                  </a:cubicBezTo>
                  <a:cubicBezTo>
                    <a:pt x="7606" y="1668"/>
                    <a:pt x="11633" y="0"/>
                    <a:pt x="15831" y="0"/>
                  </a:cubicBezTo>
                  <a:close/>
                </a:path>
              </a:pathLst>
            </a:custGeom>
            <a:solidFill>
              <a:srgbClr val="EAEAEA"/>
            </a:solidFill>
            <a:ln cap="sq">
              <a:noFill/>
              <a:prstDash val="solid"/>
              <a:miter/>
            </a:ln>
          </p:spPr>
        </p:sp>
        <p:sp>
          <p:nvSpPr>
            <p:cNvPr name="TextBox 22" id="22"/>
            <p:cNvSpPr txBox="true"/>
            <p:nvPr/>
          </p:nvSpPr>
          <p:spPr>
            <a:xfrm>
              <a:off x="0" y="19050"/>
              <a:ext cx="1931959" cy="705941"/>
            </a:xfrm>
            <a:prstGeom prst="rect">
              <a:avLst/>
            </a:prstGeom>
          </p:spPr>
          <p:txBody>
            <a:bodyPr anchor="ctr" rtlCol="false" tIns="50800" lIns="50800" bIns="50800" rIns="50800"/>
            <a:lstStyle/>
            <a:p>
              <a:pPr algn="ctr" marL="0" indent="0" lvl="0">
                <a:lnSpc>
                  <a:spcPts val="2743"/>
                </a:lnSpc>
                <a:spcBef>
                  <a:spcPct val="0"/>
                </a:spcBef>
              </a:pPr>
            </a:p>
          </p:txBody>
        </p:sp>
      </p:grpSp>
      <p:grpSp>
        <p:nvGrpSpPr>
          <p:cNvPr name="Group 23" id="23"/>
          <p:cNvGrpSpPr/>
          <p:nvPr/>
        </p:nvGrpSpPr>
        <p:grpSpPr>
          <a:xfrm rot="0">
            <a:off x="9244821" y="2898323"/>
            <a:ext cx="7335408" cy="2752701"/>
            <a:chOff x="0" y="0"/>
            <a:chExt cx="1931959" cy="724991"/>
          </a:xfrm>
        </p:grpSpPr>
        <p:sp>
          <p:nvSpPr>
            <p:cNvPr name="Freeform 24" id="24"/>
            <p:cNvSpPr/>
            <p:nvPr/>
          </p:nvSpPr>
          <p:spPr>
            <a:xfrm flipH="false" flipV="false" rot="0">
              <a:off x="0" y="0"/>
              <a:ext cx="1931959" cy="724991"/>
            </a:xfrm>
            <a:custGeom>
              <a:avLst/>
              <a:gdLst/>
              <a:ahLst/>
              <a:cxnLst/>
              <a:rect r="r" b="b" t="t" l="l"/>
              <a:pathLst>
                <a:path h="724991" w="1931959">
                  <a:moveTo>
                    <a:pt x="15831" y="0"/>
                  </a:moveTo>
                  <a:lnTo>
                    <a:pt x="1916128" y="0"/>
                  </a:lnTo>
                  <a:cubicBezTo>
                    <a:pt x="1920327" y="0"/>
                    <a:pt x="1924353" y="1668"/>
                    <a:pt x="1927322" y="4637"/>
                  </a:cubicBezTo>
                  <a:cubicBezTo>
                    <a:pt x="1930291" y="7606"/>
                    <a:pt x="1931959" y="11633"/>
                    <a:pt x="1931959" y="15831"/>
                  </a:cubicBezTo>
                  <a:lnTo>
                    <a:pt x="1931959" y="709160"/>
                  </a:lnTo>
                  <a:cubicBezTo>
                    <a:pt x="1931959" y="713359"/>
                    <a:pt x="1930291" y="717385"/>
                    <a:pt x="1927322" y="720354"/>
                  </a:cubicBezTo>
                  <a:cubicBezTo>
                    <a:pt x="1924353" y="723323"/>
                    <a:pt x="1920327" y="724991"/>
                    <a:pt x="1916128" y="724991"/>
                  </a:cubicBezTo>
                  <a:lnTo>
                    <a:pt x="15831" y="724991"/>
                  </a:lnTo>
                  <a:cubicBezTo>
                    <a:pt x="11633" y="724991"/>
                    <a:pt x="7606" y="723323"/>
                    <a:pt x="4637" y="720354"/>
                  </a:cubicBezTo>
                  <a:cubicBezTo>
                    <a:pt x="1668" y="717385"/>
                    <a:pt x="0" y="713359"/>
                    <a:pt x="0" y="709160"/>
                  </a:cubicBezTo>
                  <a:lnTo>
                    <a:pt x="0" y="15831"/>
                  </a:lnTo>
                  <a:cubicBezTo>
                    <a:pt x="0" y="11633"/>
                    <a:pt x="1668" y="7606"/>
                    <a:pt x="4637" y="4637"/>
                  </a:cubicBezTo>
                  <a:cubicBezTo>
                    <a:pt x="7606" y="1668"/>
                    <a:pt x="11633" y="0"/>
                    <a:pt x="15831" y="0"/>
                  </a:cubicBezTo>
                  <a:close/>
                </a:path>
              </a:pathLst>
            </a:custGeom>
            <a:solidFill>
              <a:srgbClr val="EAEAEA"/>
            </a:solidFill>
            <a:ln cap="sq">
              <a:noFill/>
              <a:prstDash val="solid"/>
              <a:miter/>
            </a:ln>
          </p:spPr>
        </p:sp>
        <p:sp>
          <p:nvSpPr>
            <p:cNvPr name="TextBox 25" id="25"/>
            <p:cNvSpPr txBox="true"/>
            <p:nvPr/>
          </p:nvSpPr>
          <p:spPr>
            <a:xfrm>
              <a:off x="0" y="19050"/>
              <a:ext cx="1931959" cy="705941"/>
            </a:xfrm>
            <a:prstGeom prst="rect">
              <a:avLst/>
            </a:prstGeom>
          </p:spPr>
          <p:txBody>
            <a:bodyPr anchor="ctr" rtlCol="false" tIns="50800" lIns="50800" bIns="50800" rIns="50800"/>
            <a:lstStyle/>
            <a:p>
              <a:pPr algn="ctr" marL="0" indent="0" lvl="0">
                <a:lnSpc>
                  <a:spcPts val="2743"/>
                </a:lnSpc>
                <a:spcBef>
                  <a:spcPct val="0"/>
                </a:spcBef>
              </a:pPr>
            </a:p>
          </p:txBody>
        </p:sp>
      </p:grpSp>
      <p:grpSp>
        <p:nvGrpSpPr>
          <p:cNvPr name="Group 26" id="26"/>
          <p:cNvGrpSpPr/>
          <p:nvPr/>
        </p:nvGrpSpPr>
        <p:grpSpPr>
          <a:xfrm rot="0">
            <a:off x="9244821" y="5846679"/>
            <a:ext cx="7335408" cy="2752701"/>
            <a:chOff x="0" y="0"/>
            <a:chExt cx="1931959" cy="724991"/>
          </a:xfrm>
        </p:grpSpPr>
        <p:sp>
          <p:nvSpPr>
            <p:cNvPr name="Freeform 27" id="27"/>
            <p:cNvSpPr/>
            <p:nvPr/>
          </p:nvSpPr>
          <p:spPr>
            <a:xfrm flipH="false" flipV="false" rot="0">
              <a:off x="0" y="0"/>
              <a:ext cx="1931959" cy="724991"/>
            </a:xfrm>
            <a:custGeom>
              <a:avLst/>
              <a:gdLst/>
              <a:ahLst/>
              <a:cxnLst/>
              <a:rect r="r" b="b" t="t" l="l"/>
              <a:pathLst>
                <a:path h="724991" w="1931959">
                  <a:moveTo>
                    <a:pt x="15831" y="0"/>
                  </a:moveTo>
                  <a:lnTo>
                    <a:pt x="1916128" y="0"/>
                  </a:lnTo>
                  <a:cubicBezTo>
                    <a:pt x="1920327" y="0"/>
                    <a:pt x="1924353" y="1668"/>
                    <a:pt x="1927322" y="4637"/>
                  </a:cubicBezTo>
                  <a:cubicBezTo>
                    <a:pt x="1930291" y="7606"/>
                    <a:pt x="1931959" y="11633"/>
                    <a:pt x="1931959" y="15831"/>
                  </a:cubicBezTo>
                  <a:lnTo>
                    <a:pt x="1931959" y="709160"/>
                  </a:lnTo>
                  <a:cubicBezTo>
                    <a:pt x="1931959" y="713359"/>
                    <a:pt x="1930291" y="717385"/>
                    <a:pt x="1927322" y="720354"/>
                  </a:cubicBezTo>
                  <a:cubicBezTo>
                    <a:pt x="1924353" y="723323"/>
                    <a:pt x="1920327" y="724991"/>
                    <a:pt x="1916128" y="724991"/>
                  </a:cubicBezTo>
                  <a:lnTo>
                    <a:pt x="15831" y="724991"/>
                  </a:lnTo>
                  <a:cubicBezTo>
                    <a:pt x="11633" y="724991"/>
                    <a:pt x="7606" y="723323"/>
                    <a:pt x="4637" y="720354"/>
                  </a:cubicBezTo>
                  <a:cubicBezTo>
                    <a:pt x="1668" y="717385"/>
                    <a:pt x="0" y="713359"/>
                    <a:pt x="0" y="709160"/>
                  </a:cubicBezTo>
                  <a:lnTo>
                    <a:pt x="0" y="15831"/>
                  </a:lnTo>
                  <a:cubicBezTo>
                    <a:pt x="0" y="11633"/>
                    <a:pt x="1668" y="7606"/>
                    <a:pt x="4637" y="4637"/>
                  </a:cubicBezTo>
                  <a:cubicBezTo>
                    <a:pt x="7606" y="1668"/>
                    <a:pt x="11633" y="0"/>
                    <a:pt x="15831" y="0"/>
                  </a:cubicBezTo>
                  <a:close/>
                </a:path>
              </a:pathLst>
            </a:custGeom>
            <a:solidFill>
              <a:srgbClr val="EAEAEA"/>
            </a:solidFill>
            <a:ln cap="sq">
              <a:noFill/>
              <a:prstDash val="solid"/>
              <a:miter/>
            </a:ln>
          </p:spPr>
        </p:sp>
        <p:sp>
          <p:nvSpPr>
            <p:cNvPr name="TextBox 28" id="28"/>
            <p:cNvSpPr txBox="true"/>
            <p:nvPr/>
          </p:nvSpPr>
          <p:spPr>
            <a:xfrm>
              <a:off x="0" y="19050"/>
              <a:ext cx="1931959" cy="705941"/>
            </a:xfrm>
            <a:prstGeom prst="rect">
              <a:avLst/>
            </a:prstGeom>
          </p:spPr>
          <p:txBody>
            <a:bodyPr anchor="ctr" rtlCol="false" tIns="50800" lIns="50800" bIns="50800" rIns="50800"/>
            <a:lstStyle/>
            <a:p>
              <a:pPr algn="ctr" marL="0" indent="0" lvl="0">
                <a:lnSpc>
                  <a:spcPts val="2743"/>
                </a:lnSpc>
                <a:spcBef>
                  <a:spcPct val="0"/>
                </a:spcBef>
              </a:pPr>
            </a:p>
          </p:txBody>
        </p:sp>
      </p:grpSp>
      <p:grpSp>
        <p:nvGrpSpPr>
          <p:cNvPr name="Group 29" id="29"/>
          <p:cNvGrpSpPr/>
          <p:nvPr/>
        </p:nvGrpSpPr>
        <p:grpSpPr>
          <a:xfrm rot="0">
            <a:off x="7512059" y="5378921"/>
            <a:ext cx="3263882" cy="851964"/>
            <a:chOff x="0" y="0"/>
            <a:chExt cx="859623" cy="224386"/>
          </a:xfrm>
        </p:grpSpPr>
        <p:sp>
          <p:nvSpPr>
            <p:cNvPr name="Freeform 30" id="30"/>
            <p:cNvSpPr/>
            <p:nvPr/>
          </p:nvSpPr>
          <p:spPr>
            <a:xfrm flipH="false" flipV="false" rot="0">
              <a:off x="0" y="0"/>
              <a:ext cx="859623" cy="224386"/>
            </a:xfrm>
            <a:custGeom>
              <a:avLst/>
              <a:gdLst/>
              <a:ahLst/>
              <a:cxnLst/>
              <a:rect r="r" b="b" t="t" l="l"/>
              <a:pathLst>
                <a:path h="224386" w="859623">
                  <a:moveTo>
                    <a:pt x="35580" y="0"/>
                  </a:moveTo>
                  <a:lnTo>
                    <a:pt x="824043" y="0"/>
                  </a:lnTo>
                  <a:cubicBezTo>
                    <a:pt x="833480" y="0"/>
                    <a:pt x="842530" y="3749"/>
                    <a:pt x="849202" y="10421"/>
                  </a:cubicBezTo>
                  <a:cubicBezTo>
                    <a:pt x="855875" y="17094"/>
                    <a:pt x="859623" y="26144"/>
                    <a:pt x="859623" y="35580"/>
                  </a:cubicBezTo>
                  <a:lnTo>
                    <a:pt x="859623" y="188806"/>
                  </a:lnTo>
                  <a:cubicBezTo>
                    <a:pt x="859623" y="208456"/>
                    <a:pt x="843694" y="224386"/>
                    <a:pt x="824043" y="224386"/>
                  </a:cubicBezTo>
                  <a:lnTo>
                    <a:pt x="35580" y="224386"/>
                  </a:lnTo>
                  <a:cubicBezTo>
                    <a:pt x="26144" y="224386"/>
                    <a:pt x="17094" y="220637"/>
                    <a:pt x="10421" y="213964"/>
                  </a:cubicBezTo>
                  <a:cubicBezTo>
                    <a:pt x="3749" y="207292"/>
                    <a:pt x="0" y="198242"/>
                    <a:pt x="0" y="188806"/>
                  </a:cubicBezTo>
                  <a:lnTo>
                    <a:pt x="0" y="35580"/>
                  </a:lnTo>
                  <a:cubicBezTo>
                    <a:pt x="0" y="26144"/>
                    <a:pt x="3749" y="17094"/>
                    <a:pt x="10421" y="10421"/>
                  </a:cubicBezTo>
                  <a:cubicBezTo>
                    <a:pt x="17094" y="3749"/>
                    <a:pt x="26144" y="0"/>
                    <a:pt x="35580" y="0"/>
                  </a:cubicBezTo>
                  <a:close/>
                </a:path>
              </a:pathLst>
            </a:custGeom>
            <a:solidFill>
              <a:srgbClr val="5170FF"/>
            </a:solidFill>
            <a:ln cap="sq">
              <a:noFill/>
              <a:prstDash val="solid"/>
              <a:miter/>
            </a:ln>
          </p:spPr>
        </p:sp>
        <p:sp>
          <p:nvSpPr>
            <p:cNvPr name="TextBox 31" id="31"/>
            <p:cNvSpPr txBox="true"/>
            <p:nvPr/>
          </p:nvSpPr>
          <p:spPr>
            <a:xfrm>
              <a:off x="0" y="19050"/>
              <a:ext cx="859623" cy="205336"/>
            </a:xfrm>
            <a:prstGeom prst="rect">
              <a:avLst/>
            </a:prstGeom>
          </p:spPr>
          <p:txBody>
            <a:bodyPr anchor="ctr" rtlCol="false" tIns="50800" lIns="50800" bIns="50800" rIns="50800"/>
            <a:lstStyle/>
            <a:p>
              <a:pPr algn="ctr" marL="0" indent="0" lvl="0">
                <a:lnSpc>
                  <a:spcPts val="2743"/>
                </a:lnSpc>
                <a:spcBef>
                  <a:spcPct val="0"/>
                </a:spcBef>
              </a:pPr>
            </a:p>
          </p:txBody>
        </p:sp>
      </p:grpSp>
      <p:sp>
        <p:nvSpPr>
          <p:cNvPr name="TextBox 32" id="32"/>
          <p:cNvSpPr txBox="true"/>
          <p:nvPr/>
        </p:nvSpPr>
        <p:spPr>
          <a:xfrm rot="0">
            <a:off x="7512059" y="5550371"/>
            <a:ext cx="3263882" cy="484378"/>
          </a:xfrm>
          <a:prstGeom prst="rect">
            <a:avLst/>
          </a:prstGeom>
        </p:spPr>
        <p:txBody>
          <a:bodyPr anchor="t" rtlCol="false" tIns="0" lIns="0" bIns="0" rIns="0">
            <a:spAutoFit/>
          </a:bodyPr>
          <a:lstStyle/>
          <a:p>
            <a:pPr algn="ctr" marL="0" indent="0" lvl="0">
              <a:lnSpc>
                <a:spcPts val="3776"/>
              </a:lnSpc>
              <a:spcBef>
                <a:spcPct val="0"/>
              </a:spcBef>
            </a:pPr>
            <a:r>
              <a:rPr lang="en-US" b="true" sz="3200" spc="-64" strike="noStrike" u="none">
                <a:solidFill>
                  <a:srgbClr val="FFFFFF"/>
                </a:solidFill>
                <a:latin typeface="프리젠테이션 Bold"/>
                <a:ea typeface="프리젠테이션 Bold"/>
                <a:cs typeface="프리젠테이션 Bold"/>
                <a:sym typeface="프리젠테이션 Bold"/>
              </a:rPr>
              <a:t>⑤ 일관성 유지</a:t>
            </a:r>
          </a:p>
        </p:txBody>
      </p:sp>
      <p:sp>
        <p:nvSpPr>
          <p:cNvPr name="TextBox 33" id="33"/>
          <p:cNvSpPr txBox="true"/>
          <p:nvPr/>
        </p:nvSpPr>
        <p:spPr>
          <a:xfrm rot="0">
            <a:off x="3020968" y="3254392"/>
            <a:ext cx="4728065" cy="484378"/>
          </a:xfrm>
          <a:prstGeom prst="rect">
            <a:avLst/>
          </a:prstGeom>
        </p:spPr>
        <p:txBody>
          <a:bodyPr anchor="t" rtlCol="false" tIns="0" lIns="0" bIns="0" rIns="0">
            <a:spAutoFit/>
          </a:bodyPr>
          <a:lstStyle/>
          <a:p>
            <a:pPr algn="ctr" marL="0" indent="0" lvl="0">
              <a:lnSpc>
                <a:spcPts val="3776"/>
              </a:lnSpc>
              <a:spcBef>
                <a:spcPct val="0"/>
              </a:spcBef>
            </a:pPr>
            <a:r>
              <a:rPr lang="en-US" b="true" sz="3200" spc="-64" strike="noStrike" u="none">
                <a:solidFill>
                  <a:srgbClr val="5170FF"/>
                </a:solidFill>
                <a:latin typeface="프리젠테이션 Bold"/>
                <a:ea typeface="프리젠테이션 Bold"/>
                <a:cs typeface="프리젠테이션 Bold"/>
                <a:sym typeface="프리젠테이션 Bold"/>
              </a:rPr>
              <a:t>① 구체적 지시</a:t>
            </a:r>
          </a:p>
        </p:txBody>
      </p:sp>
      <p:sp>
        <p:nvSpPr>
          <p:cNvPr name="TextBox 34" id="34"/>
          <p:cNvSpPr txBox="true"/>
          <p:nvPr/>
        </p:nvSpPr>
        <p:spPr>
          <a:xfrm rot="0">
            <a:off x="3020968" y="6202748"/>
            <a:ext cx="4728065" cy="484378"/>
          </a:xfrm>
          <a:prstGeom prst="rect">
            <a:avLst/>
          </a:prstGeom>
        </p:spPr>
        <p:txBody>
          <a:bodyPr anchor="t" rtlCol="false" tIns="0" lIns="0" bIns="0" rIns="0">
            <a:spAutoFit/>
          </a:bodyPr>
          <a:lstStyle/>
          <a:p>
            <a:pPr algn="ctr" marL="0" indent="0" lvl="0">
              <a:lnSpc>
                <a:spcPts val="3776"/>
              </a:lnSpc>
              <a:spcBef>
                <a:spcPct val="0"/>
              </a:spcBef>
            </a:pPr>
            <a:r>
              <a:rPr lang="en-US" b="true" sz="3200" spc="-64" strike="noStrike" u="none">
                <a:solidFill>
                  <a:srgbClr val="5170FF"/>
                </a:solidFill>
                <a:latin typeface="프리젠테이션 Bold"/>
                <a:ea typeface="프리젠테이션 Bold"/>
                <a:cs typeface="프리젠테이션 Bold"/>
                <a:sym typeface="프리젠테이션 Bold"/>
              </a:rPr>
              <a:t>③ 맥락 제공</a:t>
            </a:r>
          </a:p>
        </p:txBody>
      </p:sp>
      <p:sp>
        <p:nvSpPr>
          <p:cNvPr name="TextBox 35" id="35"/>
          <p:cNvSpPr txBox="true"/>
          <p:nvPr/>
        </p:nvSpPr>
        <p:spPr>
          <a:xfrm rot="0">
            <a:off x="10548493" y="3254392"/>
            <a:ext cx="4728065" cy="484378"/>
          </a:xfrm>
          <a:prstGeom prst="rect">
            <a:avLst/>
          </a:prstGeom>
        </p:spPr>
        <p:txBody>
          <a:bodyPr anchor="t" rtlCol="false" tIns="0" lIns="0" bIns="0" rIns="0">
            <a:spAutoFit/>
          </a:bodyPr>
          <a:lstStyle/>
          <a:p>
            <a:pPr algn="ctr" marL="0" indent="0" lvl="0">
              <a:lnSpc>
                <a:spcPts val="3776"/>
              </a:lnSpc>
              <a:spcBef>
                <a:spcPct val="0"/>
              </a:spcBef>
            </a:pPr>
            <a:r>
              <a:rPr lang="en-US" b="true" sz="3200" spc="-64" strike="noStrike" u="none">
                <a:solidFill>
                  <a:srgbClr val="5170FF"/>
                </a:solidFill>
                <a:latin typeface="프리젠테이션 Bold"/>
                <a:ea typeface="프리젠테이션 Bold"/>
                <a:cs typeface="프리젠테이션 Bold"/>
                <a:sym typeface="프리젠테이션 Bold"/>
              </a:rPr>
              <a:t>② 명확한 단어</a:t>
            </a:r>
          </a:p>
        </p:txBody>
      </p:sp>
      <p:sp>
        <p:nvSpPr>
          <p:cNvPr name="TextBox 36" id="36"/>
          <p:cNvSpPr txBox="true"/>
          <p:nvPr/>
        </p:nvSpPr>
        <p:spPr>
          <a:xfrm rot="0">
            <a:off x="10548493" y="6202748"/>
            <a:ext cx="4728065" cy="484378"/>
          </a:xfrm>
          <a:prstGeom prst="rect">
            <a:avLst/>
          </a:prstGeom>
        </p:spPr>
        <p:txBody>
          <a:bodyPr anchor="t" rtlCol="false" tIns="0" lIns="0" bIns="0" rIns="0">
            <a:spAutoFit/>
          </a:bodyPr>
          <a:lstStyle/>
          <a:p>
            <a:pPr algn="ctr" marL="0" indent="0" lvl="0">
              <a:lnSpc>
                <a:spcPts val="3776"/>
              </a:lnSpc>
              <a:spcBef>
                <a:spcPct val="0"/>
              </a:spcBef>
            </a:pPr>
            <a:r>
              <a:rPr lang="en-US" b="true" sz="3200" spc="-64" strike="noStrike" u="none">
                <a:solidFill>
                  <a:srgbClr val="5170FF"/>
                </a:solidFill>
                <a:latin typeface="프리젠테이션 Bold"/>
                <a:ea typeface="프리젠테이션 Bold"/>
                <a:cs typeface="프리젠테이션 Bold"/>
                <a:sym typeface="프리젠테이션 Bold"/>
              </a:rPr>
              <a:t>④ 구조 형식화</a:t>
            </a:r>
          </a:p>
        </p:txBody>
      </p:sp>
      <p:grpSp>
        <p:nvGrpSpPr>
          <p:cNvPr name="Group 37" id="37"/>
          <p:cNvGrpSpPr/>
          <p:nvPr/>
        </p:nvGrpSpPr>
        <p:grpSpPr>
          <a:xfrm rot="0">
            <a:off x="3130859" y="4303307"/>
            <a:ext cx="4769655" cy="304800"/>
            <a:chOff x="0" y="0"/>
            <a:chExt cx="6359540" cy="406400"/>
          </a:xfrm>
        </p:grpSpPr>
        <p:sp>
          <p:nvSpPr>
            <p:cNvPr name="TextBox 38" id="38"/>
            <p:cNvSpPr txBox="true"/>
            <p:nvPr/>
          </p:nvSpPr>
          <p:spPr>
            <a:xfrm rot="0">
              <a:off x="303953" y="-76200"/>
              <a:ext cx="6055587" cy="482600"/>
            </a:xfrm>
            <a:prstGeom prst="rect">
              <a:avLst/>
            </a:prstGeom>
          </p:spPr>
          <p:txBody>
            <a:bodyPr anchor="t" rtlCol="false" tIns="0" lIns="0" bIns="0" rIns="0">
              <a:spAutoFit/>
            </a:bodyPr>
            <a:lstStyle/>
            <a:p>
              <a:pPr algn="l" marL="0" indent="0" lvl="0">
                <a:lnSpc>
                  <a:spcPts val="3000"/>
                </a:lnSpc>
                <a:spcBef>
                  <a:spcPct val="0"/>
                </a:spcBef>
              </a:pPr>
              <a:r>
                <a:rPr lang="en-US" b="true" sz="2000" spc="-40" strike="noStrike" u="none">
                  <a:solidFill>
                    <a:srgbClr val="000000">
                      <a:alpha val="69804"/>
                    </a:srgbClr>
                  </a:solidFill>
                  <a:latin typeface="프리젠테이션 Bold"/>
                  <a:ea typeface="프리젠테이션 Bold"/>
                  <a:cs typeface="프리젠테이션 Bold"/>
                  <a:sym typeface="프리젠테이션 Bold"/>
                </a:rPr>
                <a:t>역할 + 작업 + 결과 형태</a:t>
              </a:r>
            </a:p>
          </p:txBody>
        </p:sp>
        <p:sp>
          <p:nvSpPr>
            <p:cNvPr name="Freeform 39" id="39"/>
            <p:cNvSpPr/>
            <p:nvPr/>
          </p:nvSpPr>
          <p:spPr>
            <a:xfrm flipH="false" flipV="false" rot="0">
              <a:off x="0" y="130895"/>
              <a:ext cx="189653" cy="144610"/>
            </a:xfrm>
            <a:custGeom>
              <a:avLst/>
              <a:gdLst/>
              <a:ahLst/>
              <a:cxnLst/>
              <a:rect r="r" b="b" t="t" l="l"/>
              <a:pathLst>
                <a:path h="144610" w="189653">
                  <a:moveTo>
                    <a:pt x="0" y="0"/>
                  </a:moveTo>
                  <a:lnTo>
                    <a:pt x="189653" y="0"/>
                  </a:lnTo>
                  <a:lnTo>
                    <a:pt x="189653" y="144610"/>
                  </a:lnTo>
                  <a:lnTo>
                    <a:pt x="0" y="144610"/>
                  </a:lnTo>
                  <a:lnTo>
                    <a:pt x="0" y="0"/>
                  </a:lnTo>
                  <a:close/>
                </a:path>
              </a:pathLst>
            </a:custGeom>
            <a:blipFill>
              <a:blip r:embed="rId5">
                <a:extLst>
                  <a:ext uri="{96DAC541-7B7A-43D3-8B79-37D633B846F1}">
                    <asvg:svgBlip xmlns:asvg="http://schemas.microsoft.com/office/drawing/2016/SVG/main" r:embed="rId6"/>
                  </a:ext>
                </a:extLst>
              </a:blip>
              <a:stretch>
                <a:fillRect l="0" t="0" r="0" b="0"/>
              </a:stretch>
            </a:blipFill>
          </p:spPr>
        </p:sp>
      </p:grpSp>
      <p:grpSp>
        <p:nvGrpSpPr>
          <p:cNvPr name="Group 40" id="40"/>
          <p:cNvGrpSpPr/>
          <p:nvPr/>
        </p:nvGrpSpPr>
        <p:grpSpPr>
          <a:xfrm rot="0">
            <a:off x="3004856" y="7251663"/>
            <a:ext cx="4753926" cy="304800"/>
            <a:chOff x="0" y="0"/>
            <a:chExt cx="6338568" cy="406400"/>
          </a:xfrm>
        </p:grpSpPr>
        <p:sp>
          <p:nvSpPr>
            <p:cNvPr name="TextBox 41" id="41"/>
            <p:cNvSpPr txBox="true"/>
            <p:nvPr/>
          </p:nvSpPr>
          <p:spPr>
            <a:xfrm rot="0">
              <a:off x="303953" y="-76200"/>
              <a:ext cx="6034615" cy="482600"/>
            </a:xfrm>
            <a:prstGeom prst="rect">
              <a:avLst/>
            </a:prstGeom>
          </p:spPr>
          <p:txBody>
            <a:bodyPr anchor="t" rtlCol="false" tIns="0" lIns="0" bIns="0" rIns="0">
              <a:spAutoFit/>
            </a:bodyPr>
            <a:lstStyle/>
            <a:p>
              <a:pPr algn="l" marL="0" indent="0" lvl="0">
                <a:lnSpc>
                  <a:spcPts val="3000"/>
                </a:lnSpc>
                <a:spcBef>
                  <a:spcPct val="0"/>
                </a:spcBef>
              </a:pPr>
              <a:r>
                <a:rPr lang="en-US" b="true" sz="2000" spc="-40" strike="noStrike" u="none">
                  <a:solidFill>
                    <a:srgbClr val="000000">
                      <a:alpha val="69804"/>
                    </a:srgbClr>
                  </a:solidFill>
                  <a:latin typeface="프리젠테이션 Bold"/>
                  <a:ea typeface="프리젠테이션 Bold"/>
                  <a:cs typeface="프리젠테이션 Bold"/>
                  <a:sym typeface="프리젠테이션 Bold"/>
                </a:rPr>
                <a:t>왜 필요한지 이유 알려주기</a:t>
              </a:r>
            </a:p>
          </p:txBody>
        </p:sp>
        <p:sp>
          <p:nvSpPr>
            <p:cNvPr name="Freeform 42" id="42"/>
            <p:cNvSpPr/>
            <p:nvPr/>
          </p:nvSpPr>
          <p:spPr>
            <a:xfrm flipH="false" flipV="false" rot="0">
              <a:off x="0" y="130895"/>
              <a:ext cx="189653" cy="144610"/>
            </a:xfrm>
            <a:custGeom>
              <a:avLst/>
              <a:gdLst/>
              <a:ahLst/>
              <a:cxnLst/>
              <a:rect r="r" b="b" t="t" l="l"/>
              <a:pathLst>
                <a:path h="144610" w="189653">
                  <a:moveTo>
                    <a:pt x="0" y="0"/>
                  </a:moveTo>
                  <a:lnTo>
                    <a:pt x="189653" y="0"/>
                  </a:lnTo>
                  <a:lnTo>
                    <a:pt x="189653" y="144610"/>
                  </a:lnTo>
                  <a:lnTo>
                    <a:pt x="0" y="144610"/>
                  </a:lnTo>
                  <a:lnTo>
                    <a:pt x="0" y="0"/>
                  </a:lnTo>
                  <a:close/>
                </a:path>
              </a:pathLst>
            </a:custGeom>
            <a:blipFill>
              <a:blip r:embed="rId5">
                <a:extLst>
                  <a:ext uri="{96DAC541-7B7A-43D3-8B79-37D633B846F1}">
                    <asvg:svgBlip xmlns:asvg="http://schemas.microsoft.com/office/drawing/2016/SVG/main" r:embed="rId6"/>
                  </a:ext>
                </a:extLst>
              </a:blip>
              <a:stretch>
                <a:fillRect l="0" t="0" r="0" b="0"/>
              </a:stretch>
            </a:blipFill>
          </p:spPr>
        </p:sp>
      </p:grpSp>
      <p:grpSp>
        <p:nvGrpSpPr>
          <p:cNvPr name="Group 43" id="43"/>
          <p:cNvGrpSpPr/>
          <p:nvPr/>
        </p:nvGrpSpPr>
        <p:grpSpPr>
          <a:xfrm rot="0">
            <a:off x="10600287" y="4303307"/>
            <a:ext cx="4752200" cy="304800"/>
            <a:chOff x="0" y="0"/>
            <a:chExt cx="6336266" cy="406400"/>
          </a:xfrm>
        </p:grpSpPr>
        <p:sp>
          <p:nvSpPr>
            <p:cNvPr name="TextBox 44" id="44"/>
            <p:cNvSpPr txBox="true"/>
            <p:nvPr/>
          </p:nvSpPr>
          <p:spPr>
            <a:xfrm rot="0">
              <a:off x="303953" y="-76200"/>
              <a:ext cx="6032313" cy="482600"/>
            </a:xfrm>
            <a:prstGeom prst="rect">
              <a:avLst/>
            </a:prstGeom>
          </p:spPr>
          <p:txBody>
            <a:bodyPr anchor="t" rtlCol="false" tIns="0" lIns="0" bIns="0" rIns="0">
              <a:spAutoFit/>
            </a:bodyPr>
            <a:lstStyle/>
            <a:p>
              <a:pPr algn="l" marL="0" indent="0" lvl="0">
                <a:lnSpc>
                  <a:spcPts val="3000"/>
                </a:lnSpc>
                <a:spcBef>
                  <a:spcPct val="0"/>
                </a:spcBef>
              </a:pPr>
              <a:r>
                <a:rPr lang="en-US" b="true" sz="2000" spc="-40" strike="noStrike" u="none">
                  <a:solidFill>
                    <a:srgbClr val="000000">
                      <a:alpha val="69804"/>
                    </a:srgbClr>
                  </a:solidFill>
                  <a:latin typeface="프리젠테이션 Bold"/>
                  <a:ea typeface="프리젠테이션 Bold"/>
                  <a:cs typeface="프리젠테이션 Bold"/>
                  <a:sym typeface="프리젠테이션 Bold"/>
                </a:rPr>
                <a:t>헷갈리는 말 피하기</a:t>
              </a:r>
            </a:p>
          </p:txBody>
        </p:sp>
        <p:sp>
          <p:nvSpPr>
            <p:cNvPr name="Freeform 45" id="45"/>
            <p:cNvSpPr/>
            <p:nvPr/>
          </p:nvSpPr>
          <p:spPr>
            <a:xfrm flipH="false" flipV="false" rot="0">
              <a:off x="0" y="130895"/>
              <a:ext cx="189653" cy="144610"/>
            </a:xfrm>
            <a:custGeom>
              <a:avLst/>
              <a:gdLst/>
              <a:ahLst/>
              <a:cxnLst/>
              <a:rect r="r" b="b" t="t" l="l"/>
              <a:pathLst>
                <a:path h="144610" w="189653">
                  <a:moveTo>
                    <a:pt x="0" y="0"/>
                  </a:moveTo>
                  <a:lnTo>
                    <a:pt x="189653" y="0"/>
                  </a:lnTo>
                  <a:lnTo>
                    <a:pt x="189653" y="144610"/>
                  </a:lnTo>
                  <a:lnTo>
                    <a:pt x="0" y="144610"/>
                  </a:lnTo>
                  <a:lnTo>
                    <a:pt x="0" y="0"/>
                  </a:lnTo>
                  <a:close/>
                </a:path>
              </a:pathLst>
            </a:custGeom>
            <a:blipFill>
              <a:blip r:embed="rId5">
                <a:extLst>
                  <a:ext uri="{96DAC541-7B7A-43D3-8B79-37D633B846F1}">
                    <asvg:svgBlip xmlns:asvg="http://schemas.microsoft.com/office/drawing/2016/SVG/main" r:embed="rId6"/>
                  </a:ext>
                </a:extLst>
              </a:blip>
              <a:stretch>
                <a:fillRect l="0" t="0" r="0" b="0"/>
              </a:stretch>
            </a:blipFill>
          </p:spPr>
        </p:sp>
      </p:grpSp>
      <p:grpSp>
        <p:nvGrpSpPr>
          <p:cNvPr name="Group 46" id="46"/>
          <p:cNvGrpSpPr/>
          <p:nvPr/>
        </p:nvGrpSpPr>
        <p:grpSpPr>
          <a:xfrm rot="0">
            <a:off x="10591422" y="7251663"/>
            <a:ext cx="4769930" cy="304800"/>
            <a:chOff x="0" y="0"/>
            <a:chExt cx="6359906" cy="406400"/>
          </a:xfrm>
        </p:grpSpPr>
        <p:sp>
          <p:nvSpPr>
            <p:cNvPr name="TextBox 47" id="47"/>
            <p:cNvSpPr txBox="true"/>
            <p:nvPr/>
          </p:nvSpPr>
          <p:spPr>
            <a:xfrm rot="0">
              <a:off x="303953" y="-76200"/>
              <a:ext cx="6055953" cy="482600"/>
            </a:xfrm>
            <a:prstGeom prst="rect">
              <a:avLst/>
            </a:prstGeom>
          </p:spPr>
          <p:txBody>
            <a:bodyPr anchor="t" rtlCol="false" tIns="0" lIns="0" bIns="0" rIns="0">
              <a:spAutoFit/>
            </a:bodyPr>
            <a:lstStyle/>
            <a:p>
              <a:pPr algn="l" marL="0" indent="0" lvl="0">
                <a:lnSpc>
                  <a:spcPts val="3000"/>
                </a:lnSpc>
                <a:spcBef>
                  <a:spcPct val="0"/>
                </a:spcBef>
              </a:pPr>
              <a:r>
                <a:rPr lang="en-US" b="true" sz="2000" spc="-40" strike="noStrike" u="none">
                  <a:solidFill>
                    <a:srgbClr val="000000">
                      <a:alpha val="69804"/>
                    </a:srgbClr>
                  </a:solidFill>
                  <a:latin typeface="프리젠테이션 Bold"/>
                  <a:ea typeface="프리젠테이션 Bold"/>
                  <a:cs typeface="프리젠테이션 Bold"/>
                  <a:sym typeface="프리젠테이션 Bold"/>
                </a:rPr>
                <a:t>원하는 양식(틀) 보여주기</a:t>
              </a:r>
            </a:p>
          </p:txBody>
        </p:sp>
        <p:sp>
          <p:nvSpPr>
            <p:cNvPr name="Freeform 48" id="48"/>
            <p:cNvSpPr/>
            <p:nvPr/>
          </p:nvSpPr>
          <p:spPr>
            <a:xfrm flipH="false" flipV="false" rot="0">
              <a:off x="0" y="130895"/>
              <a:ext cx="189653" cy="144610"/>
            </a:xfrm>
            <a:custGeom>
              <a:avLst/>
              <a:gdLst/>
              <a:ahLst/>
              <a:cxnLst/>
              <a:rect r="r" b="b" t="t" l="l"/>
              <a:pathLst>
                <a:path h="144610" w="189653">
                  <a:moveTo>
                    <a:pt x="0" y="0"/>
                  </a:moveTo>
                  <a:lnTo>
                    <a:pt x="189653" y="0"/>
                  </a:lnTo>
                  <a:lnTo>
                    <a:pt x="189653" y="144610"/>
                  </a:lnTo>
                  <a:lnTo>
                    <a:pt x="0" y="144610"/>
                  </a:lnTo>
                  <a:lnTo>
                    <a:pt x="0" y="0"/>
                  </a:lnTo>
                  <a:close/>
                </a:path>
              </a:pathLst>
            </a:custGeom>
            <a:blipFill>
              <a:blip r:embed="rId5">
                <a:extLst>
                  <a:ext uri="{96DAC541-7B7A-43D3-8B79-37D633B846F1}">
                    <asvg:svgBlip xmlns:asvg="http://schemas.microsoft.com/office/drawing/2016/SVG/main" r:embed="rId6"/>
                  </a:ext>
                </a:extLst>
              </a:blip>
              <a:stretch>
                <a:fillRect l="0" t="0" r="0" b="0"/>
              </a:stretch>
            </a:blipFill>
          </p:spPr>
        </p:sp>
      </p:grpSp>
      <p:grpSp>
        <p:nvGrpSpPr>
          <p:cNvPr name="Group 49" id="49"/>
          <p:cNvGrpSpPr/>
          <p:nvPr/>
        </p:nvGrpSpPr>
        <p:grpSpPr>
          <a:xfrm rot="0">
            <a:off x="3130859" y="4790276"/>
            <a:ext cx="4753926" cy="304800"/>
            <a:chOff x="0" y="0"/>
            <a:chExt cx="6338568" cy="406400"/>
          </a:xfrm>
        </p:grpSpPr>
        <p:sp>
          <p:nvSpPr>
            <p:cNvPr name="TextBox 50" id="50"/>
            <p:cNvSpPr txBox="true"/>
            <p:nvPr/>
          </p:nvSpPr>
          <p:spPr>
            <a:xfrm rot="0">
              <a:off x="303953" y="-76200"/>
              <a:ext cx="6034615" cy="482600"/>
            </a:xfrm>
            <a:prstGeom prst="rect">
              <a:avLst/>
            </a:prstGeom>
          </p:spPr>
          <p:txBody>
            <a:bodyPr anchor="t" rtlCol="false" tIns="0" lIns="0" bIns="0" rIns="0">
              <a:spAutoFit/>
            </a:bodyPr>
            <a:lstStyle/>
            <a:p>
              <a:pPr algn="l" marL="0" indent="0" lvl="0">
                <a:lnSpc>
                  <a:spcPts val="3000"/>
                </a:lnSpc>
                <a:spcBef>
                  <a:spcPct val="0"/>
                </a:spcBef>
              </a:pPr>
              <a:r>
                <a:rPr lang="en-US" b="true" sz="2000" spc="-40" strike="noStrike" u="none">
                  <a:solidFill>
                    <a:srgbClr val="000000">
                      <a:alpha val="69804"/>
                    </a:srgbClr>
                  </a:solidFill>
                  <a:latin typeface="프리젠테이션 Bold"/>
                  <a:ea typeface="프리젠테이션 Bold"/>
                  <a:cs typeface="프리젠테이션 Bold"/>
                  <a:sym typeface="프리젠테이션 Bold"/>
                </a:rPr>
                <a:t>"시 10줄을 프랑스 스타일로"</a:t>
              </a:r>
            </a:p>
          </p:txBody>
        </p:sp>
        <p:sp>
          <p:nvSpPr>
            <p:cNvPr name="Freeform 51" id="51"/>
            <p:cNvSpPr/>
            <p:nvPr/>
          </p:nvSpPr>
          <p:spPr>
            <a:xfrm flipH="false" flipV="false" rot="0">
              <a:off x="0" y="130895"/>
              <a:ext cx="189653" cy="144610"/>
            </a:xfrm>
            <a:custGeom>
              <a:avLst/>
              <a:gdLst/>
              <a:ahLst/>
              <a:cxnLst/>
              <a:rect r="r" b="b" t="t" l="l"/>
              <a:pathLst>
                <a:path h="144610" w="189653">
                  <a:moveTo>
                    <a:pt x="0" y="0"/>
                  </a:moveTo>
                  <a:lnTo>
                    <a:pt x="189653" y="0"/>
                  </a:lnTo>
                  <a:lnTo>
                    <a:pt x="189653" y="144610"/>
                  </a:lnTo>
                  <a:lnTo>
                    <a:pt x="0" y="144610"/>
                  </a:lnTo>
                  <a:lnTo>
                    <a:pt x="0" y="0"/>
                  </a:lnTo>
                  <a:close/>
                </a:path>
              </a:pathLst>
            </a:custGeom>
            <a:blipFill>
              <a:blip r:embed="rId5">
                <a:extLst>
                  <a:ext uri="{96DAC541-7B7A-43D3-8B79-37D633B846F1}">
                    <asvg:svgBlip xmlns:asvg="http://schemas.microsoft.com/office/drawing/2016/SVG/main" r:embed="rId6"/>
                  </a:ext>
                </a:extLst>
              </a:blip>
              <a:stretch>
                <a:fillRect l="0" t="0" r="0" b="0"/>
              </a:stretch>
            </a:blipFill>
          </p:spPr>
        </p:sp>
      </p:grpSp>
      <p:grpSp>
        <p:nvGrpSpPr>
          <p:cNvPr name="Group 52" id="52"/>
          <p:cNvGrpSpPr/>
          <p:nvPr/>
        </p:nvGrpSpPr>
        <p:grpSpPr>
          <a:xfrm rot="0">
            <a:off x="3004856" y="7738632"/>
            <a:ext cx="4760288" cy="304800"/>
            <a:chOff x="0" y="0"/>
            <a:chExt cx="6347050" cy="406400"/>
          </a:xfrm>
        </p:grpSpPr>
        <p:sp>
          <p:nvSpPr>
            <p:cNvPr name="TextBox 53" id="53"/>
            <p:cNvSpPr txBox="true"/>
            <p:nvPr/>
          </p:nvSpPr>
          <p:spPr>
            <a:xfrm rot="0">
              <a:off x="303953" y="-76200"/>
              <a:ext cx="6043097" cy="482600"/>
            </a:xfrm>
            <a:prstGeom prst="rect">
              <a:avLst/>
            </a:prstGeom>
          </p:spPr>
          <p:txBody>
            <a:bodyPr anchor="t" rtlCol="false" tIns="0" lIns="0" bIns="0" rIns="0">
              <a:spAutoFit/>
            </a:bodyPr>
            <a:lstStyle/>
            <a:p>
              <a:pPr algn="l" marL="0" indent="0" lvl="0">
                <a:lnSpc>
                  <a:spcPts val="3000"/>
                </a:lnSpc>
                <a:spcBef>
                  <a:spcPct val="0"/>
                </a:spcBef>
              </a:pPr>
              <a:r>
                <a:rPr lang="en-US" b="true" sz="2000" spc="-40" strike="noStrike" u="none">
                  <a:solidFill>
                    <a:srgbClr val="000000">
                      <a:alpha val="69804"/>
                    </a:srgbClr>
                  </a:solidFill>
                  <a:latin typeface="프리젠테이션 Bold"/>
                  <a:ea typeface="프리젠테이션 Bold"/>
                  <a:cs typeface="프리젠테이션 Bold"/>
                  <a:sym typeface="프리젠테이션 Bold"/>
                </a:rPr>
                <a:t>배경지식·참고 자료 함께</a:t>
              </a:r>
            </a:p>
          </p:txBody>
        </p:sp>
        <p:sp>
          <p:nvSpPr>
            <p:cNvPr name="Freeform 54" id="54"/>
            <p:cNvSpPr/>
            <p:nvPr/>
          </p:nvSpPr>
          <p:spPr>
            <a:xfrm flipH="false" flipV="false" rot="0">
              <a:off x="0" y="130895"/>
              <a:ext cx="189653" cy="144610"/>
            </a:xfrm>
            <a:custGeom>
              <a:avLst/>
              <a:gdLst/>
              <a:ahLst/>
              <a:cxnLst/>
              <a:rect r="r" b="b" t="t" l="l"/>
              <a:pathLst>
                <a:path h="144610" w="189653">
                  <a:moveTo>
                    <a:pt x="0" y="0"/>
                  </a:moveTo>
                  <a:lnTo>
                    <a:pt x="189653" y="0"/>
                  </a:lnTo>
                  <a:lnTo>
                    <a:pt x="189653" y="144610"/>
                  </a:lnTo>
                  <a:lnTo>
                    <a:pt x="0" y="144610"/>
                  </a:lnTo>
                  <a:lnTo>
                    <a:pt x="0" y="0"/>
                  </a:lnTo>
                  <a:close/>
                </a:path>
              </a:pathLst>
            </a:custGeom>
            <a:blipFill>
              <a:blip r:embed="rId5">
                <a:extLst>
                  <a:ext uri="{96DAC541-7B7A-43D3-8B79-37D633B846F1}">
                    <asvg:svgBlip xmlns:asvg="http://schemas.microsoft.com/office/drawing/2016/SVG/main" r:embed="rId6"/>
                  </a:ext>
                </a:extLst>
              </a:blip>
              <a:stretch>
                <a:fillRect l="0" t="0" r="0" b="0"/>
              </a:stretch>
            </a:blipFill>
          </p:spPr>
        </p:sp>
      </p:grpSp>
      <p:grpSp>
        <p:nvGrpSpPr>
          <p:cNvPr name="Group 55" id="55"/>
          <p:cNvGrpSpPr/>
          <p:nvPr/>
        </p:nvGrpSpPr>
        <p:grpSpPr>
          <a:xfrm rot="0">
            <a:off x="10600287" y="4790276"/>
            <a:ext cx="4769655" cy="304800"/>
            <a:chOff x="0" y="0"/>
            <a:chExt cx="6359540" cy="406400"/>
          </a:xfrm>
        </p:grpSpPr>
        <p:sp>
          <p:nvSpPr>
            <p:cNvPr name="TextBox 56" id="56"/>
            <p:cNvSpPr txBox="true"/>
            <p:nvPr/>
          </p:nvSpPr>
          <p:spPr>
            <a:xfrm rot="0">
              <a:off x="303953" y="-76200"/>
              <a:ext cx="6055587" cy="482600"/>
            </a:xfrm>
            <a:prstGeom prst="rect">
              <a:avLst/>
            </a:prstGeom>
          </p:spPr>
          <p:txBody>
            <a:bodyPr anchor="t" rtlCol="false" tIns="0" lIns="0" bIns="0" rIns="0">
              <a:spAutoFit/>
            </a:bodyPr>
            <a:lstStyle/>
            <a:p>
              <a:pPr algn="l" marL="0" indent="0" lvl="0">
                <a:lnSpc>
                  <a:spcPts val="3000"/>
                </a:lnSpc>
                <a:spcBef>
                  <a:spcPct val="0"/>
                </a:spcBef>
              </a:pPr>
              <a:r>
                <a:rPr lang="en-US" b="true" sz="2000" spc="-40" strike="noStrike" u="none">
                  <a:solidFill>
                    <a:srgbClr val="000000">
                      <a:alpha val="69804"/>
                    </a:srgbClr>
                  </a:solidFill>
                  <a:latin typeface="프리젠테이션 Bold"/>
                  <a:ea typeface="프리젠테이션 Bold"/>
                  <a:cs typeface="프리젠테이션 Bold"/>
                  <a:sym typeface="프리젠테이션 Bold"/>
                </a:rPr>
                <a:t>"배" → "배(Ship)"처럼 콕 집기</a:t>
              </a:r>
            </a:p>
          </p:txBody>
        </p:sp>
        <p:sp>
          <p:nvSpPr>
            <p:cNvPr name="Freeform 57" id="57"/>
            <p:cNvSpPr/>
            <p:nvPr/>
          </p:nvSpPr>
          <p:spPr>
            <a:xfrm flipH="false" flipV="false" rot="0">
              <a:off x="0" y="130895"/>
              <a:ext cx="189653" cy="144610"/>
            </a:xfrm>
            <a:custGeom>
              <a:avLst/>
              <a:gdLst/>
              <a:ahLst/>
              <a:cxnLst/>
              <a:rect r="r" b="b" t="t" l="l"/>
              <a:pathLst>
                <a:path h="144610" w="189653">
                  <a:moveTo>
                    <a:pt x="0" y="0"/>
                  </a:moveTo>
                  <a:lnTo>
                    <a:pt x="189653" y="0"/>
                  </a:lnTo>
                  <a:lnTo>
                    <a:pt x="189653" y="144610"/>
                  </a:lnTo>
                  <a:lnTo>
                    <a:pt x="0" y="144610"/>
                  </a:lnTo>
                  <a:lnTo>
                    <a:pt x="0" y="0"/>
                  </a:lnTo>
                  <a:close/>
                </a:path>
              </a:pathLst>
            </a:custGeom>
            <a:blipFill>
              <a:blip r:embed="rId5">
                <a:extLst>
                  <a:ext uri="{96DAC541-7B7A-43D3-8B79-37D633B846F1}">
                    <asvg:svgBlip xmlns:asvg="http://schemas.microsoft.com/office/drawing/2016/SVG/main" r:embed="rId6"/>
                  </a:ext>
                </a:extLst>
              </a:blip>
              <a:stretch>
                <a:fillRect l="0" t="0" r="0" b="0"/>
              </a:stretch>
            </a:blipFill>
          </p:spPr>
        </p:sp>
      </p:grpSp>
      <p:grpSp>
        <p:nvGrpSpPr>
          <p:cNvPr name="Group 58" id="58"/>
          <p:cNvGrpSpPr/>
          <p:nvPr/>
        </p:nvGrpSpPr>
        <p:grpSpPr>
          <a:xfrm rot="0">
            <a:off x="10591422" y="7738632"/>
            <a:ext cx="4754200" cy="304800"/>
            <a:chOff x="0" y="0"/>
            <a:chExt cx="6338934" cy="406400"/>
          </a:xfrm>
        </p:grpSpPr>
        <p:sp>
          <p:nvSpPr>
            <p:cNvPr name="TextBox 59" id="59"/>
            <p:cNvSpPr txBox="true"/>
            <p:nvPr/>
          </p:nvSpPr>
          <p:spPr>
            <a:xfrm rot="0">
              <a:off x="303953" y="-76200"/>
              <a:ext cx="6034981" cy="482600"/>
            </a:xfrm>
            <a:prstGeom prst="rect">
              <a:avLst/>
            </a:prstGeom>
          </p:spPr>
          <p:txBody>
            <a:bodyPr anchor="t" rtlCol="false" tIns="0" lIns="0" bIns="0" rIns="0">
              <a:spAutoFit/>
            </a:bodyPr>
            <a:lstStyle/>
            <a:p>
              <a:pPr algn="l" marL="0" indent="0" lvl="0">
                <a:lnSpc>
                  <a:spcPts val="3000"/>
                </a:lnSpc>
                <a:spcBef>
                  <a:spcPct val="0"/>
                </a:spcBef>
              </a:pPr>
              <a:r>
                <a:rPr lang="en-US" b="true" sz="2000" spc="-40" strike="noStrike" u="none">
                  <a:solidFill>
                    <a:srgbClr val="000000">
                      <a:alpha val="69804"/>
                    </a:srgbClr>
                  </a:solidFill>
                  <a:latin typeface="프리젠테이션 Bold"/>
                  <a:ea typeface="프리젠테이션 Bold"/>
                  <a:cs typeface="프리젠테이션 Bold"/>
                  <a:sym typeface="프리젠테이션 Bold"/>
                </a:rPr>
                <a:t>"이름: [ ] / 성격: [ ]"</a:t>
              </a:r>
            </a:p>
          </p:txBody>
        </p:sp>
        <p:sp>
          <p:nvSpPr>
            <p:cNvPr name="Freeform 60" id="60"/>
            <p:cNvSpPr/>
            <p:nvPr/>
          </p:nvSpPr>
          <p:spPr>
            <a:xfrm flipH="false" flipV="false" rot="0">
              <a:off x="0" y="130895"/>
              <a:ext cx="189653" cy="144610"/>
            </a:xfrm>
            <a:custGeom>
              <a:avLst/>
              <a:gdLst/>
              <a:ahLst/>
              <a:cxnLst/>
              <a:rect r="r" b="b" t="t" l="l"/>
              <a:pathLst>
                <a:path h="144610" w="189653">
                  <a:moveTo>
                    <a:pt x="0" y="0"/>
                  </a:moveTo>
                  <a:lnTo>
                    <a:pt x="189653" y="0"/>
                  </a:lnTo>
                  <a:lnTo>
                    <a:pt x="189653" y="144610"/>
                  </a:lnTo>
                  <a:lnTo>
                    <a:pt x="0" y="144610"/>
                  </a:lnTo>
                  <a:lnTo>
                    <a:pt x="0" y="0"/>
                  </a:lnTo>
                  <a:close/>
                </a:path>
              </a:pathLst>
            </a:custGeom>
            <a:blipFill>
              <a:blip r:embed="rId5">
                <a:extLst>
                  <a:ext uri="{96DAC541-7B7A-43D3-8B79-37D633B846F1}">
                    <asvg:svgBlip xmlns:asvg="http://schemas.microsoft.com/office/drawing/2016/SVG/main" r:embed="rId6"/>
                  </a:ext>
                </a:extLst>
              </a:blip>
              <a:stretch>
                <a:fillRect l="0" t="0" r="0" b="0"/>
              </a:stretch>
            </a:blipFill>
          </p:spPr>
        </p:sp>
      </p:grpSp>
      <p:sp>
        <p:nvSpPr>
          <p:cNvPr name="AutoShape 61" id="61"/>
          <p:cNvSpPr/>
          <p:nvPr/>
        </p:nvSpPr>
        <p:spPr>
          <a:xfrm>
            <a:off x="3020968" y="3946119"/>
            <a:ext cx="4728065" cy="0"/>
          </a:xfrm>
          <a:prstGeom prst="line">
            <a:avLst/>
          </a:prstGeom>
          <a:ln cap="rnd" w="9525">
            <a:solidFill>
              <a:srgbClr val="747EA3">
                <a:alpha val="29804"/>
              </a:srgbClr>
            </a:solidFill>
            <a:prstDash val="solid"/>
            <a:headEnd type="none" len="sm" w="sm"/>
            <a:tailEnd type="none" len="sm" w="sm"/>
          </a:ln>
        </p:spPr>
      </p:sp>
      <p:sp>
        <p:nvSpPr>
          <p:cNvPr name="AutoShape 62" id="62"/>
          <p:cNvSpPr/>
          <p:nvPr/>
        </p:nvSpPr>
        <p:spPr>
          <a:xfrm>
            <a:off x="3020968" y="6894476"/>
            <a:ext cx="4728065" cy="0"/>
          </a:xfrm>
          <a:prstGeom prst="line">
            <a:avLst/>
          </a:prstGeom>
          <a:ln cap="rnd" w="9525">
            <a:solidFill>
              <a:srgbClr val="747EA3">
                <a:alpha val="29804"/>
              </a:srgbClr>
            </a:solidFill>
            <a:prstDash val="solid"/>
            <a:headEnd type="none" len="sm" w="sm"/>
            <a:tailEnd type="none" len="sm" w="sm"/>
          </a:ln>
        </p:spPr>
      </p:sp>
      <p:sp>
        <p:nvSpPr>
          <p:cNvPr name="AutoShape 63" id="63"/>
          <p:cNvSpPr/>
          <p:nvPr/>
        </p:nvSpPr>
        <p:spPr>
          <a:xfrm>
            <a:off x="10548493" y="3946119"/>
            <a:ext cx="4728065" cy="0"/>
          </a:xfrm>
          <a:prstGeom prst="line">
            <a:avLst/>
          </a:prstGeom>
          <a:ln cap="rnd" w="9525">
            <a:solidFill>
              <a:srgbClr val="747EA3">
                <a:alpha val="29804"/>
              </a:srgbClr>
            </a:solidFill>
            <a:prstDash val="solid"/>
            <a:headEnd type="none" len="sm" w="sm"/>
            <a:tailEnd type="none" len="sm" w="sm"/>
          </a:ln>
        </p:spPr>
      </p:sp>
      <p:sp>
        <p:nvSpPr>
          <p:cNvPr name="AutoShape 64" id="64"/>
          <p:cNvSpPr/>
          <p:nvPr/>
        </p:nvSpPr>
        <p:spPr>
          <a:xfrm>
            <a:off x="10548493" y="6878746"/>
            <a:ext cx="4728065" cy="0"/>
          </a:xfrm>
          <a:prstGeom prst="line">
            <a:avLst/>
          </a:prstGeom>
          <a:ln cap="rnd" w="9525">
            <a:solidFill>
              <a:srgbClr val="747EA3">
                <a:alpha val="29804"/>
              </a:srgbClr>
            </a:solidFill>
            <a:prstDash val="solid"/>
            <a:headEnd type="none" len="sm" w="sm"/>
            <a:tailEnd type="none" len="sm" w="sm"/>
          </a:ln>
        </p:spPr>
      </p:sp>
      <p:sp>
        <p:nvSpPr>
          <p:cNvPr name="TextBox 65" id="65"/>
          <p:cNvSpPr txBox="true"/>
          <p:nvPr/>
        </p:nvSpPr>
        <p:spPr>
          <a:xfrm rot="0">
            <a:off x="14694520" y="1353621"/>
            <a:ext cx="2865076" cy="325120"/>
          </a:xfrm>
          <a:prstGeom prst="rect">
            <a:avLst/>
          </a:prstGeom>
        </p:spPr>
        <p:txBody>
          <a:bodyPr anchor="t" rtlCol="false" tIns="0" lIns="0" bIns="0" rIns="0">
            <a:spAutoFit/>
          </a:bodyPr>
          <a:lstStyle/>
          <a:p>
            <a:pPr algn="ctr" marL="0" indent="0" lvl="0">
              <a:lnSpc>
                <a:spcPts val="2540"/>
              </a:lnSpc>
              <a:spcBef>
                <a:spcPct val="0"/>
              </a:spcBef>
            </a:pPr>
            <a:r>
              <a:rPr lang="en-US" b="true" sz="2000" spc="122" strike="noStrike" u="none">
                <a:solidFill>
                  <a:srgbClr val="5170FF"/>
                </a:solidFill>
                <a:latin typeface="프리젠테이션 Bold"/>
                <a:ea typeface="프리젠테이션 Bold"/>
                <a:cs typeface="프리젠테이션 Bold"/>
                <a:sym typeface="프리젠테이션 Bold"/>
              </a:rPr>
              <a:t>해달 바이브코딩 기초반</a:t>
            </a:r>
          </a:p>
        </p:txBody>
      </p:sp>
      <p:sp>
        <p:nvSpPr>
          <p:cNvPr name="TextBox 66" id="66"/>
          <p:cNvSpPr txBox="true"/>
          <p:nvPr/>
        </p:nvSpPr>
        <p:spPr>
          <a:xfrm rot="0">
            <a:off x="8382000" y="8899525"/>
            <a:ext cx="1524000" cy="358775"/>
          </a:xfrm>
          <a:prstGeom prst="rect">
            <a:avLst/>
          </a:prstGeom>
        </p:spPr>
        <p:txBody>
          <a:bodyPr anchor="t" rtlCol="false" tIns="0" lIns="0" bIns="0" rIns="0">
            <a:spAutoFit/>
          </a:bodyPr>
          <a:lstStyle/>
          <a:p>
            <a:pPr algn="ctr" marL="0" indent="0" lvl="0">
              <a:lnSpc>
                <a:spcPts val="2800"/>
              </a:lnSpc>
              <a:spcBef>
                <a:spcPct val="0"/>
              </a:spcBef>
            </a:pPr>
            <a:r>
              <a:rPr lang="en-US" b="true" sz="2000" strike="noStrike" u="none">
                <a:solidFill>
                  <a:srgbClr val="4165C1"/>
                </a:solidFill>
                <a:latin typeface="프리젠테이션 Bold"/>
                <a:ea typeface="프리젠테이션 Bold"/>
                <a:cs typeface="프리젠테이션 Bold"/>
                <a:sym typeface="프리젠테이션 Bold"/>
              </a:rPr>
              <a:t>- 10 -</a:t>
            </a:r>
          </a:p>
        </p:txBody>
      </p:sp>
    </p:spTree>
  </p:cSld>
  <p:clrMapOvr>
    <a:masterClrMapping/>
  </p:clrMapOvr>
</p:sld>
</file>

<file path=ppt/slides/slide11.xml><?xml version="1.0" encoding="utf-8"?>
<p:sld xmlns:p="http://schemas.openxmlformats.org/presentationml/2006/main" xmlns:a="http://schemas.openxmlformats.org/drawingml/2006/main" xmlns:r="http://schemas.openxmlformats.org/officeDocument/2006/relationships">
  <p:cSld>
    <p:bg>
      <p:bgPr>
        <a:solidFill>
          <a:srgbClr val="5170FF"/>
        </a:solidFill>
      </p:bgPr>
    </p:bg>
    <p:spTree>
      <p:nvGrpSpPr>
        <p:cNvPr id="1" name=""/>
        <p:cNvGrpSpPr/>
        <p:nvPr/>
      </p:nvGrpSpPr>
      <p:grpSpPr>
        <a:xfrm>
          <a:off x="0" y="0"/>
          <a:ext cx="0" cy="0"/>
          <a:chOff x="0" y="0"/>
          <a:chExt cx="0" cy="0"/>
        </a:xfrm>
      </p:grpSpPr>
      <p:grpSp>
        <p:nvGrpSpPr>
          <p:cNvPr name="Group 2" id="2"/>
          <p:cNvGrpSpPr/>
          <p:nvPr/>
        </p:nvGrpSpPr>
        <p:grpSpPr>
          <a:xfrm rot="0">
            <a:off x="534854" y="457200"/>
            <a:ext cx="17218292" cy="9294946"/>
            <a:chOff x="0" y="0"/>
            <a:chExt cx="22957723" cy="12393261"/>
          </a:xfrm>
        </p:grpSpPr>
        <p:grpSp>
          <p:nvGrpSpPr>
            <p:cNvPr name="Group 3" id="3"/>
            <p:cNvGrpSpPr/>
            <p:nvPr/>
          </p:nvGrpSpPr>
          <p:grpSpPr>
            <a:xfrm rot="0">
              <a:off x="0" y="1727243"/>
              <a:ext cx="22957723" cy="10666019"/>
              <a:chOff x="0" y="0"/>
              <a:chExt cx="4777465" cy="2219581"/>
            </a:xfrm>
          </p:grpSpPr>
          <p:sp>
            <p:nvSpPr>
              <p:cNvPr name="Freeform 4" id="4"/>
              <p:cNvSpPr/>
              <p:nvPr/>
            </p:nvSpPr>
            <p:spPr>
              <a:xfrm flipH="false" flipV="false" rot="0">
                <a:off x="0" y="0"/>
                <a:ext cx="4777465" cy="2219581"/>
              </a:xfrm>
              <a:custGeom>
                <a:avLst/>
                <a:gdLst/>
                <a:ahLst/>
                <a:cxnLst/>
                <a:rect r="r" b="b" t="t" l="l"/>
                <a:pathLst>
                  <a:path h="2219581" w="4777465">
                    <a:moveTo>
                      <a:pt x="22931" y="0"/>
                    </a:moveTo>
                    <a:lnTo>
                      <a:pt x="4754534" y="0"/>
                    </a:lnTo>
                    <a:cubicBezTo>
                      <a:pt x="4767199" y="0"/>
                      <a:pt x="4777465" y="10267"/>
                      <a:pt x="4777465" y="22931"/>
                    </a:cubicBezTo>
                    <a:lnTo>
                      <a:pt x="4777465" y="2196650"/>
                    </a:lnTo>
                    <a:cubicBezTo>
                      <a:pt x="4777465" y="2202732"/>
                      <a:pt x="4775049" y="2208564"/>
                      <a:pt x="4770749" y="2212865"/>
                    </a:cubicBezTo>
                    <a:cubicBezTo>
                      <a:pt x="4766449" y="2217165"/>
                      <a:pt x="4760616" y="2219581"/>
                      <a:pt x="4754534" y="2219581"/>
                    </a:cubicBezTo>
                    <a:lnTo>
                      <a:pt x="22931" y="2219581"/>
                    </a:lnTo>
                    <a:cubicBezTo>
                      <a:pt x="10267" y="2219581"/>
                      <a:pt x="0" y="2209315"/>
                      <a:pt x="0" y="2196650"/>
                    </a:cubicBezTo>
                    <a:lnTo>
                      <a:pt x="0" y="22931"/>
                    </a:lnTo>
                    <a:cubicBezTo>
                      <a:pt x="0" y="10267"/>
                      <a:pt x="10267" y="0"/>
                      <a:pt x="22931" y="0"/>
                    </a:cubicBezTo>
                    <a:close/>
                  </a:path>
                </a:pathLst>
              </a:custGeom>
              <a:solidFill>
                <a:srgbClr val="FFFFFF"/>
              </a:solidFill>
              <a:ln cap="rnd">
                <a:noFill/>
                <a:prstDash val="solid"/>
                <a:round/>
              </a:ln>
            </p:spPr>
          </p:sp>
          <p:sp>
            <p:nvSpPr>
              <p:cNvPr name="TextBox 5" id="5"/>
              <p:cNvSpPr txBox="true"/>
              <p:nvPr/>
            </p:nvSpPr>
            <p:spPr>
              <a:xfrm>
                <a:off x="0" y="-38100"/>
                <a:ext cx="4777465" cy="2257681"/>
              </a:xfrm>
              <a:prstGeom prst="rect">
                <a:avLst/>
              </a:prstGeom>
            </p:spPr>
            <p:txBody>
              <a:bodyPr anchor="ctr" rtlCol="false" tIns="48220" lIns="48220" bIns="48220" rIns="48220"/>
              <a:lstStyle/>
              <a:p>
                <a:pPr algn="ctr" marL="0" indent="0" lvl="0">
                  <a:lnSpc>
                    <a:spcPts val="1853"/>
                  </a:lnSpc>
                  <a:spcBef>
                    <a:spcPct val="0"/>
                  </a:spcBef>
                </a:pPr>
              </a:p>
              <a:p>
                <a:pPr algn="ctr" marL="0" indent="0" lvl="0">
                  <a:lnSpc>
                    <a:spcPts val="1853"/>
                  </a:lnSpc>
                  <a:spcBef>
                    <a:spcPct val="0"/>
                  </a:spcBef>
                </a:pPr>
              </a:p>
              <a:p>
                <a:pPr algn="ctr" marL="0" indent="0" lvl="0">
                  <a:lnSpc>
                    <a:spcPts val="1853"/>
                  </a:lnSpc>
                  <a:spcBef>
                    <a:spcPct val="0"/>
                  </a:spcBef>
                </a:pPr>
              </a:p>
            </p:txBody>
          </p:sp>
        </p:grpSp>
        <p:grpSp>
          <p:nvGrpSpPr>
            <p:cNvPr name="Group 6" id="6"/>
            <p:cNvGrpSpPr/>
            <p:nvPr/>
          </p:nvGrpSpPr>
          <p:grpSpPr>
            <a:xfrm rot="0">
              <a:off x="18499830" y="891712"/>
              <a:ext cx="4457893" cy="3397582"/>
              <a:chOff x="0" y="0"/>
              <a:chExt cx="927680" cy="707031"/>
            </a:xfrm>
          </p:grpSpPr>
          <p:sp>
            <p:nvSpPr>
              <p:cNvPr name="Freeform 7" id="7"/>
              <p:cNvSpPr/>
              <p:nvPr/>
            </p:nvSpPr>
            <p:spPr>
              <a:xfrm flipH="false" flipV="false" rot="0">
                <a:off x="0" y="0"/>
                <a:ext cx="927680" cy="707031"/>
              </a:xfrm>
              <a:custGeom>
                <a:avLst/>
                <a:gdLst/>
                <a:ahLst/>
                <a:cxnLst/>
                <a:rect r="r" b="b" t="t" l="l"/>
                <a:pathLst>
                  <a:path h="707031" w="927680">
                    <a:moveTo>
                      <a:pt x="118094" y="0"/>
                    </a:moveTo>
                    <a:lnTo>
                      <a:pt x="809586" y="0"/>
                    </a:lnTo>
                    <a:cubicBezTo>
                      <a:pt x="874808" y="0"/>
                      <a:pt x="927680" y="52872"/>
                      <a:pt x="927680" y="118094"/>
                    </a:cubicBezTo>
                    <a:lnTo>
                      <a:pt x="927680" y="588937"/>
                    </a:lnTo>
                    <a:cubicBezTo>
                      <a:pt x="927680" y="654159"/>
                      <a:pt x="874808" y="707031"/>
                      <a:pt x="809586" y="707031"/>
                    </a:cubicBezTo>
                    <a:lnTo>
                      <a:pt x="118094" y="707031"/>
                    </a:lnTo>
                    <a:cubicBezTo>
                      <a:pt x="52872" y="707031"/>
                      <a:pt x="0" y="654159"/>
                      <a:pt x="0" y="588937"/>
                    </a:cubicBezTo>
                    <a:lnTo>
                      <a:pt x="0" y="118094"/>
                    </a:lnTo>
                    <a:cubicBezTo>
                      <a:pt x="0" y="52872"/>
                      <a:pt x="52872" y="0"/>
                      <a:pt x="118094" y="0"/>
                    </a:cubicBezTo>
                    <a:close/>
                  </a:path>
                </a:pathLst>
              </a:custGeom>
              <a:solidFill>
                <a:srgbClr val="FFFFFF"/>
              </a:solidFill>
              <a:ln cap="rnd">
                <a:noFill/>
                <a:prstDash val="solid"/>
                <a:round/>
              </a:ln>
            </p:spPr>
          </p:sp>
          <p:sp>
            <p:nvSpPr>
              <p:cNvPr name="TextBox 8" id="8"/>
              <p:cNvSpPr txBox="true"/>
              <p:nvPr/>
            </p:nvSpPr>
            <p:spPr>
              <a:xfrm>
                <a:off x="0" y="-38100"/>
                <a:ext cx="927680" cy="745131"/>
              </a:xfrm>
              <a:prstGeom prst="rect">
                <a:avLst/>
              </a:prstGeom>
            </p:spPr>
            <p:txBody>
              <a:bodyPr anchor="ctr" rtlCol="false" tIns="48220" lIns="48220" bIns="48220" rIns="48220"/>
              <a:lstStyle/>
              <a:p>
                <a:pPr algn="ctr" marL="0" indent="0" lvl="0">
                  <a:lnSpc>
                    <a:spcPts val="1853"/>
                  </a:lnSpc>
                  <a:spcBef>
                    <a:spcPct val="0"/>
                  </a:spcBef>
                </a:pPr>
              </a:p>
              <a:p>
                <a:pPr algn="ctr" marL="0" indent="0" lvl="0">
                  <a:lnSpc>
                    <a:spcPts val="1853"/>
                  </a:lnSpc>
                  <a:spcBef>
                    <a:spcPct val="0"/>
                  </a:spcBef>
                </a:pPr>
              </a:p>
              <a:p>
                <a:pPr algn="ctr" marL="0" indent="0" lvl="0">
                  <a:lnSpc>
                    <a:spcPts val="1853"/>
                  </a:lnSpc>
                  <a:spcBef>
                    <a:spcPct val="0"/>
                  </a:spcBef>
                </a:pPr>
              </a:p>
            </p:txBody>
          </p:sp>
        </p:grpSp>
        <p:grpSp>
          <p:nvGrpSpPr>
            <p:cNvPr name="Group 9" id="9"/>
            <p:cNvGrpSpPr/>
            <p:nvPr/>
          </p:nvGrpSpPr>
          <p:grpSpPr>
            <a:xfrm rot="0">
              <a:off x="18064463" y="1334482"/>
              <a:ext cx="2392010" cy="1865053"/>
              <a:chOff x="0" y="0"/>
              <a:chExt cx="497773" cy="388115"/>
            </a:xfrm>
          </p:grpSpPr>
          <p:sp>
            <p:nvSpPr>
              <p:cNvPr name="Freeform 10" id="10"/>
              <p:cNvSpPr/>
              <p:nvPr/>
            </p:nvSpPr>
            <p:spPr>
              <a:xfrm flipH="false" flipV="false" rot="0">
                <a:off x="0" y="0"/>
                <a:ext cx="497773" cy="388115"/>
              </a:xfrm>
              <a:custGeom>
                <a:avLst/>
                <a:gdLst/>
                <a:ahLst/>
                <a:cxnLst/>
                <a:rect r="r" b="b" t="t" l="l"/>
                <a:pathLst>
                  <a:path h="388115" w="497773">
                    <a:moveTo>
                      <a:pt x="0" y="0"/>
                    </a:moveTo>
                    <a:lnTo>
                      <a:pt x="497773" y="0"/>
                    </a:lnTo>
                    <a:lnTo>
                      <a:pt x="497773" y="388115"/>
                    </a:lnTo>
                    <a:lnTo>
                      <a:pt x="0" y="388115"/>
                    </a:lnTo>
                    <a:close/>
                  </a:path>
                </a:pathLst>
              </a:custGeom>
              <a:solidFill>
                <a:srgbClr val="FFFFFF"/>
              </a:solidFill>
              <a:ln cap="sq">
                <a:noFill/>
                <a:prstDash val="solid"/>
                <a:miter/>
              </a:ln>
            </p:spPr>
          </p:sp>
          <p:sp>
            <p:nvSpPr>
              <p:cNvPr name="TextBox 11" id="11"/>
              <p:cNvSpPr txBox="true"/>
              <p:nvPr/>
            </p:nvSpPr>
            <p:spPr>
              <a:xfrm>
                <a:off x="0" y="-38100"/>
                <a:ext cx="497773" cy="426215"/>
              </a:xfrm>
              <a:prstGeom prst="rect">
                <a:avLst/>
              </a:prstGeom>
            </p:spPr>
            <p:txBody>
              <a:bodyPr anchor="ctr" rtlCol="false" tIns="48220" lIns="48220" bIns="48220" rIns="48220"/>
              <a:lstStyle/>
              <a:p>
                <a:pPr algn="ctr" marL="0" indent="0" lvl="0">
                  <a:lnSpc>
                    <a:spcPts val="1853"/>
                  </a:lnSpc>
                  <a:spcBef>
                    <a:spcPct val="0"/>
                  </a:spcBef>
                </a:pPr>
              </a:p>
              <a:p>
                <a:pPr algn="ctr" marL="0" indent="0" lvl="0">
                  <a:lnSpc>
                    <a:spcPts val="1853"/>
                  </a:lnSpc>
                  <a:spcBef>
                    <a:spcPct val="0"/>
                  </a:spcBef>
                </a:pPr>
              </a:p>
              <a:p>
                <a:pPr algn="ctr" marL="0" indent="0" lvl="0">
                  <a:lnSpc>
                    <a:spcPts val="1853"/>
                  </a:lnSpc>
                  <a:spcBef>
                    <a:spcPct val="0"/>
                  </a:spcBef>
                </a:pPr>
              </a:p>
            </p:txBody>
          </p:sp>
        </p:grpSp>
        <p:grpSp>
          <p:nvGrpSpPr>
            <p:cNvPr name="Group 12" id="12"/>
            <p:cNvGrpSpPr/>
            <p:nvPr/>
          </p:nvGrpSpPr>
          <p:grpSpPr>
            <a:xfrm rot="0">
              <a:off x="16059231" y="0"/>
              <a:ext cx="2504831" cy="1727243"/>
              <a:chOff x="0" y="0"/>
              <a:chExt cx="521251" cy="359436"/>
            </a:xfrm>
          </p:grpSpPr>
          <p:sp>
            <p:nvSpPr>
              <p:cNvPr name="Freeform 13" id="13"/>
              <p:cNvSpPr/>
              <p:nvPr/>
            </p:nvSpPr>
            <p:spPr>
              <a:xfrm flipH="false" flipV="false" rot="0">
                <a:off x="0" y="0"/>
                <a:ext cx="521251" cy="359436"/>
              </a:xfrm>
              <a:custGeom>
                <a:avLst/>
                <a:gdLst/>
                <a:ahLst/>
                <a:cxnLst/>
                <a:rect r="r" b="b" t="t" l="l"/>
                <a:pathLst>
                  <a:path h="359436" w="521251">
                    <a:moveTo>
                      <a:pt x="179718" y="0"/>
                    </a:moveTo>
                    <a:lnTo>
                      <a:pt x="341533" y="0"/>
                    </a:lnTo>
                    <a:cubicBezTo>
                      <a:pt x="440789" y="0"/>
                      <a:pt x="521251" y="80463"/>
                      <a:pt x="521251" y="179718"/>
                    </a:cubicBezTo>
                    <a:lnTo>
                      <a:pt x="521251" y="179718"/>
                    </a:lnTo>
                    <a:cubicBezTo>
                      <a:pt x="521251" y="227382"/>
                      <a:pt x="502317" y="273094"/>
                      <a:pt x="468613" y="306798"/>
                    </a:cubicBezTo>
                    <a:cubicBezTo>
                      <a:pt x="434909" y="340502"/>
                      <a:pt x="389197" y="359436"/>
                      <a:pt x="341533" y="359436"/>
                    </a:cubicBezTo>
                    <a:lnTo>
                      <a:pt x="179718" y="359436"/>
                    </a:lnTo>
                    <a:cubicBezTo>
                      <a:pt x="132054" y="359436"/>
                      <a:pt x="86342" y="340502"/>
                      <a:pt x="52638" y="306798"/>
                    </a:cubicBezTo>
                    <a:cubicBezTo>
                      <a:pt x="18935" y="273094"/>
                      <a:pt x="0" y="227382"/>
                      <a:pt x="0" y="179718"/>
                    </a:cubicBezTo>
                    <a:lnTo>
                      <a:pt x="0" y="179718"/>
                    </a:lnTo>
                    <a:cubicBezTo>
                      <a:pt x="0" y="132054"/>
                      <a:pt x="18935" y="86342"/>
                      <a:pt x="52638" y="52638"/>
                    </a:cubicBezTo>
                    <a:cubicBezTo>
                      <a:pt x="86342" y="18935"/>
                      <a:pt x="132054" y="0"/>
                      <a:pt x="179718" y="0"/>
                    </a:cubicBezTo>
                    <a:close/>
                  </a:path>
                </a:pathLst>
              </a:custGeom>
              <a:solidFill>
                <a:srgbClr val="5170FF"/>
              </a:solidFill>
              <a:ln cap="rnd">
                <a:noFill/>
                <a:prstDash val="solid"/>
                <a:round/>
              </a:ln>
            </p:spPr>
          </p:sp>
          <p:sp>
            <p:nvSpPr>
              <p:cNvPr name="TextBox 14" id="14"/>
              <p:cNvSpPr txBox="true"/>
              <p:nvPr/>
            </p:nvSpPr>
            <p:spPr>
              <a:xfrm>
                <a:off x="0" y="-38100"/>
                <a:ext cx="521251" cy="397536"/>
              </a:xfrm>
              <a:prstGeom prst="rect">
                <a:avLst/>
              </a:prstGeom>
            </p:spPr>
            <p:txBody>
              <a:bodyPr anchor="ctr" rtlCol="false" tIns="48220" lIns="48220" bIns="48220" rIns="48220"/>
              <a:lstStyle/>
              <a:p>
                <a:pPr algn="ctr" marL="0" indent="0" lvl="0">
                  <a:lnSpc>
                    <a:spcPts val="1853"/>
                  </a:lnSpc>
                  <a:spcBef>
                    <a:spcPct val="0"/>
                  </a:spcBef>
                </a:pPr>
              </a:p>
              <a:p>
                <a:pPr algn="ctr" marL="0" indent="0" lvl="0">
                  <a:lnSpc>
                    <a:spcPts val="1853"/>
                  </a:lnSpc>
                  <a:spcBef>
                    <a:spcPct val="0"/>
                  </a:spcBef>
                </a:pPr>
              </a:p>
              <a:p>
                <a:pPr algn="ctr" marL="0" indent="0" lvl="0">
                  <a:lnSpc>
                    <a:spcPts val="1853"/>
                  </a:lnSpc>
                  <a:spcBef>
                    <a:spcPct val="0"/>
                  </a:spcBef>
                </a:pPr>
              </a:p>
            </p:txBody>
          </p:sp>
        </p:grpSp>
      </p:grpSp>
      <p:sp>
        <p:nvSpPr>
          <p:cNvPr name="TextBox 15" id="15"/>
          <p:cNvSpPr txBox="true"/>
          <p:nvPr/>
        </p:nvSpPr>
        <p:spPr>
          <a:xfrm rot="0">
            <a:off x="1355167" y="696396"/>
            <a:ext cx="12295240" cy="685800"/>
          </a:xfrm>
          <a:prstGeom prst="rect">
            <a:avLst/>
          </a:prstGeom>
        </p:spPr>
        <p:txBody>
          <a:bodyPr anchor="t" rtlCol="false" tIns="0" lIns="0" bIns="0" rIns="0">
            <a:spAutoFit/>
          </a:bodyPr>
          <a:lstStyle/>
          <a:p>
            <a:pPr algn="l" marL="0" indent="0" lvl="0">
              <a:lnSpc>
                <a:spcPts val="5100"/>
              </a:lnSpc>
              <a:spcBef>
                <a:spcPct val="0"/>
              </a:spcBef>
            </a:pPr>
            <a:r>
              <a:rPr lang="en-US" b="true" sz="5000" spc="-100" strike="noStrike" u="none">
                <a:solidFill>
                  <a:srgbClr val="FFFFFF"/>
                </a:solidFill>
                <a:latin typeface="프리젠테이션 Bold"/>
                <a:ea typeface="프리젠테이션 Bold"/>
                <a:cs typeface="프리젠테이션 Bold"/>
                <a:sym typeface="프리젠테이션 Bold"/>
              </a:rPr>
              <a:t>이렇게 말고, 이렇게!</a:t>
            </a:r>
          </a:p>
        </p:txBody>
      </p:sp>
      <p:sp>
        <p:nvSpPr>
          <p:cNvPr name="Freeform 16" id="16"/>
          <p:cNvSpPr/>
          <p:nvPr/>
        </p:nvSpPr>
        <p:spPr>
          <a:xfrm flipH="false" flipV="false" rot="0">
            <a:off x="820604" y="843344"/>
            <a:ext cx="334731" cy="334731"/>
          </a:xfrm>
          <a:custGeom>
            <a:avLst/>
            <a:gdLst/>
            <a:ahLst/>
            <a:cxnLst/>
            <a:rect r="r" b="b" t="t" l="l"/>
            <a:pathLst>
              <a:path h="334731" w="334731">
                <a:moveTo>
                  <a:pt x="0" y="0"/>
                </a:moveTo>
                <a:lnTo>
                  <a:pt x="334731" y="0"/>
                </a:lnTo>
                <a:lnTo>
                  <a:pt x="334731" y="334731"/>
                </a:lnTo>
                <a:lnTo>
                  <a:pt x="0" y="334731"/>
                </a:lnTo>
                <a:lnTo>
                  <a:pt x="0" y="0"/>
                </a:lnTo>
                <a:close/>
              </a:path>
            </a:pathLst>
          </a:custGeom>
          <a:blipFill>
            <a:blip r:embed="rId3">
              <a:extLst>
                <a:ext uri="{96DAC541-7B7A-43D3-8B79-37D633B846F1}">
                  <asvg:svgBlip xmlns:asvg="http://schemas.microsoft.com/office/drawing/2016/SVG/main" r:embed="rId4"/>
                </a:ext>
              </a:extLst>
            </a:blip>
            <a:stretch>
              <a:fillRect l="0" t="0" r="0" b="0"/>
            </a:stretch>
          </a:blipFill>
        </p:spPr>
      </p:sp>
      <p:graphicFrame>
        <p:nvGraphicFramePr>
          <p:cNvPr name="Table 17" id="17"/>
          <p:cNvGraphicFramePr>
            <a:graphicFrameLocks noGrp="true"/>
          </p:cNvGraphicFramePr>
          <p:nvPr/>
        </p:nvGraphicFramePr>
        <p:xfrm>
          <a:off x="1717296" y="3731994"/>
          <a:ext cx="14853407" cy="3917157"/>
        </p:xfrm>
        <a:graphic>
          <a:graphicData uri="http://schemas.openxmlformats.org/drawingml/2006/table">
            <a:tbl>
              <a:tblPr/>
              <a:tblGrid>
                <a:gridCol w="3495006"/>
                <a:gridCol w="3931697"/>
                <a:gridCol w="7426704"/>
              </a:tblGrid>
              <a:tr h="899920">
                <a:tc>
                  <a:txBody>
                    <a:bodyPr anchor="t" rtlCol="false"/>
                    <a:lstStyle/>
                    <a:p>
                      <a:pPr algn="ctr" marL="0" indent="0" lvl="0">
                        <a:lnSpc>
                          <a:spcPts val="3359"/>
                        </a:lnSpc>
                        <a:spcBef>
                          <a:spcPct val="0"/>
                        </a:spcBef>
                        <a:defRPr/>
                      </a:pPr>
                      <a:r>
                        <a:rPr lang="en-US" b="true" sz="2400" strike="noStrike" u="none">
                          <a:solidFill>
                            <a:srgbClr val="FEFEFE"/>
                          </a:solidFill>
                          <a:latin typeface="프리젠테이션 Bold"/>
                          <a:ea typeface="프리젠테이션 Bold"/>
                          <a:cs typeface="프리젠테이션 Bold"/>
                          <a:sym typeface="프리젠테이션 Bold"/>
                        </a:rPr>
                        <a:t>원칙</a:t>
                      </a:r>
                      <a:endParaRPr lang="en-US" sz="1100"/>
                    </a:p>
                  </a:txBody>
                  <a:tcPr marL="190500" marR="190500" marT="190500" marB="190500" anchor="ctr">
                    <a:lnL cmpd="sng" algn="ctr" cap="flat" w="9525">
                      <a:solidFill>
                        <a:srgbClr val="B3B3B3"/>
                      </a:solidFill>
                      <a:prstDash val="solid"/>
                      <a:round/>
                      <a:headEnd type="none" w="med" len="med"/>
                      <a:tailEnd type="none" w="med" len="med"/>
                    </a:lnL>
                    <a:lnR cmpd="sng" algn="ctr" cap="flat" w="9525">
                      <a:solidFill>
                        <a:srgbClr val="B3B3B3"/>
                      </a:solidFill>
                      <a:prstDash val="solid"/>
                      <a:round/>
                      <a:headEnd type="none" w="med" len="med"/>
                      <a:tailEnd type="none" w="med" len="med"/>
                    </a:lnR>
                    <a:lnT cmpd="sng" algn="ctr" cap="flat" w="9525">
                      <a:solidFill>
                        <a:srgbClr val="B3B3B3"/>
                      </a:solidFill>
                      <a:prstDash val="solid"/>
                      <a:round/>
                      <a:headEnd type="none" w="med" len="med"/>
                      <a:tailEnd type="none" w="med" len="med"/>
                    </a:lnT>
                    <a:lnB cmpd="sng" algn="ctr" cap="flat" w="9525">
                      <a:solidFill>
                        <a:srgbClr val="B3B3B3"/>
                      </a:solidFill>
                      <a:prstDash val="solid"/>
                      <a:round/>
                      <a:headEnd type="none" w="med" len="med"/>
                      <a:tailEnd type="none" w="med" len="med"/>
                    </a:lnB>
                    <a:solidFill>
                      <a:srgbClr val="5170FF"/>
                    </a:solidFill>
                  </a:tcPr>
                </a:tc>
                <a:tc>
                  <a:txBody>
                    <a:bodyPr anchor="t" rtlCol="false"/>
                    <a:lstStyle/>
                    <a:p>
                      <a:pPr algn="ctr" marL="0" indent="0" lvl="0">
                        <a:lnSpc>
                          <a:spcPts val="3359"/>
                        </a:lnSpc>
                        <a:spcBef>
                          <a:spcPct val="0"/>
                        </a:spcBef>
                        <a:defRPr/>
                      </a:pPr>
                      <a:r>
                        <a:rPr lang="en-US" b="true" sz="2400" strike="noStrike" u="none">
                          <a:solidFill>
                            <a:srgbClr val="FEFEFE"/>
                          </a:solidFill>
                          <a:latin typeface="프리젠테이션 Bold"/>
                          <a:ea typeface="프리젠테이션 Bold"/>
                          <a:cs typeface="프리젠테이션 Bold"/>
                          <a:sym typeface="프리젠테이션 Bold"/>
                        </a:rPr>
                        <a:t>❌ 나쁜 예</a:t>
                      </a:r>
                      <a:endParaRPr lang="en-US" sz="1100"/>
                    </a:p>
                  </a:txBody>
                  <a:tcPr marL="190500" marR="190500" marT="190500" marB="190500" anchor="ctr">
                    <a:lnL cmpd="sng" algn="ctr" cap="flat" w="9525">
                      <a:solidFill>
                        <a:srgbClr val="B3B3B3"/>
                      </a:solidFill>
                      <a:prstDash val="solid"/>
                      <a:round/>
                      <a:headEnd type="none" w="med" len="med"/>
                      <a:tailEnd type="none" w="med" len="med"/>
                    </a:lnL>
                    <a:lnR cmpd="sng" algn="ctr" cap="flat" w="9525">
                      <a:solidFill>
                        <a:srgbClr val="B3B3B3"/>
                      </a:solidFill>
                      <a:prstDash val="solid"/>
                      <a:round/>
                      <a:headEnd type="none" w="med" len="med"/>
                      <a:tailEnd type="none" w="med" len="med"/>
                    </a:lnR>
                    <a:lnT cmpd="sng" algn="ctr" cap="flat" w="9525">
                      <a:solidFill>
                        <a:srgbClr val="B3B3B3"/>
                      </a:solidFill>
                      <a:prstDash val="solid"/>
                      <a:round/>
                      <a:headEnd type="none" w="med" len="med"/>
                      <a:tailEnd type="none" w="med" len="med"/>
                    </a:lnT>
                    <a:lnB cmpd="sng" algn="ctr" cap="flat" w="9525">
                      <a:solidFill>
                        <a:srgbClr val="B3B3B3"/>
                      </a:solidFill>
                      <a:prstDash val="solid"/>
                      <a:round/>
                      <a:headEnd type="none" w="med" len="med"/>
                      <a:tailEnd type="none" w="med" len="med"/>
                    </a:lnB>
                    <a:solidFill>
                      <a:srgbClr val="5170FF"/>
                    </a:solidFill>
                  </a:tcPr>
                </a:tc>
                <a:tc>
                  <a:txBody>
                    <a:bodyPr anchor="t" rtlCol="false"/>
                    <a:lstStyle/>
                    <a:p>
                      <a:pPr algn="ctr" marL="0" indent="0" lvl="0">
                        <a:lnSpc>
                          <a:spcPts val="3359"/>
                        </a:lnSpc>
                        <a:spcBef>
                          <a:spcPct val="0"/>
                        </a:spcBef>
                        <a:defRPr/>
                      </a:pPr>
                      <a:r>
                        <a:rPr lang="en-US" b="true" sz="2400" strike="noStrike" u="none">
                          <a:solidFill>
                            <a:srgbClr val="FEFEFE"/>
                          </a:solidFill>
                          <a:latin typeface="프리젠테이션 Bold"/>
                          <a:ea typeface="프리젠테이션 Bold"/>
                          <a:cs typeface="프리젠테이션 Bold"/>
                          <a:sym typeface="프리젠테이션 Bold"/>
                        </a:rPr>
                        <a:t>✅ 좋은 예</a:t>
                      </a:r>
                      <a:endParaRPr lang="en-US" sz="1100"/>
                    </a:p>
                  </a:txBody>
                  <a:tcPr marL="190500" marR="190500" marT="190500" marB="190500" anchor="ctr">
                    <a:lnL cmpd="sng" algn="ctr" cap="flat" w="9525">
                      <a:solidFill>
                        <a:srgbClr val="B3B3B3"/>
                      </a:solidFill>
                      <a:prstDash val="solid"/>
                      <a:round/>
                      <a:headEnd type="none" w="med" len="med"/>
                      <a:tailEnd type="none" w="med" len="med"/>
                    </a:lnL>
                    <a:lnR cmpd="sng" algn="ctr" cap="flat" w="9525">
                      <a:solidFill>
                        <a:srgbClr val="B3B3B3"/>
                      </a:solidFill>
                      <a:prstDash val="solid"/>
                      <a:round/>
                      <a:headEnd type="none" w="med" len="med"/>
                      <a:tailEnd type="none" w="med" len="med"/>
                    </a:lnR>
                    <a:lnT cmpd="sng" algn="ctr" cap="flat" w="9525">
                      <a:solidFill>
                        <a:srgbClr val="B3B3B3"/>
                      </a:solidFill>
                      <a:prstDash val="solid"/>
                      <a:round/>
                      <a:headEnd type="none" w="med" len="med"/>
                      <a:tailEnd type="none" w="med" len="med"/>
                    </a:lnT>
                    <a:lnB cmpd="sng" algn="ctr" cap="flat" w="9525">
                      <a:solidFill>
                        <a:srgbClr val="B3B3B3"/>
                      </a:solidFill>
                      <a:prstDash val="solid"/>
                      <a:round/>
                      <a:headEnd type="none" w="med" len="med"/>
                      <a:tailEnd type="none" w="med" len="med"/>
                    </a:lnB>
                    <a:solidFill>
                      <a:srgbClr val="5170FF"/>
                    </a:solidFill>
                  </a:tcPr>
                </a:tc>
              </a:tr>
              <a:tr h="754309">
                <a:tc>
                  <a:txBody>
                    <a:bodyPr anchor="t" rtlCol="false"/>
                    <a:lstStyle/>
                    <a:p>
                      <a:pPr algn="ctr" marL="0" indent="0" lvl="0">
                        <a:lnSpc>
                          <a:spcPts val="2800"/>
                        </a:lnSpc>
                        <a:spcBef>
                          <a:spcPct val="0"/>
                        </a:spcBef>
                        <a:defRPr/>
                      </a:pPr>
                      <a:r>
                        <a:rPr lang="en-US" b="true" sz="2000" strike="noStrike" u="none">
                          <a:solidFill>
                            <a:srgbClr val="333333"/>
                          </a:solidFill>
                          <a:latin typeface="프리젠테이션 Bold"/>
                          <a:ea typeface="프리젠테이션 Bold"/>
                          <a:cs typeface="프리젠테이션 Bold"/>
                          <a:sym typeface="프리젠테이션 Bold"/>
                        </a:rPr>
                        <a:t>① 구체적 지시</a:t>
                      </a:r>
                      <a:endParaRPr lang="en-US" sz="1100"/>
                    </a:p>
                  </a:txBody>
                  <a:tcPr marL="190500" marR="190500" marT="190500" marB="190500" anchor="ctr">
                    <a:lnL cmpd="sng" algn="ctr" cap="flat" w="9525">
                      <a:solidFill>
                        <a:srgbClr val="B3B3B3"/>
                      </a:solidFill>
                      <a:prstDash val="solid"/>
                      <a:round/>
                      <a:headEnd type="none" w="med" len="med"/>
                      <a:tailEnd type="none" w="med" len="med"/>
                    </a:lnL>
                    <a:lnR cmpd="sng" algn="ctr" cap="flat" w="9525">
                      <a:solidFill>
                        <a:srgbClr val="B3B3B3"/>
                      </a:solidFill>
                      <a:prstDash val="solid"/>
                      <a:round/>
                      <a:headEnd type="none" w="med" len="med"/>
                      <a:tailEnd type="none" w="med" len="med"/>
                    </a:lnR>
                    <a:lnT cmpd="sng" algn="ctr" cap="flat" w="9525">
                      <a:solidFill>
                        <a:srgbClr val="B3B3B3"/>
                      </a:solidFill>
                      <a:prstDash val="solid"/>
                      <a:round/>
                      <a:headEnd type="none" w="med" len="med"/>
                      <a:tailEnd type="none" w="med" len="med"/>
                    </a:lnT>
                    <a:lnB cmpd="sng" algn="ctr" cap="flat" w="9525">
                      <a:solidFill>
                        <a:srgbClr val="B3B3B3"/>
                      </a:solidFill>
                      <a:prstDash val="solid"/>
                      <a:round/>
                      <a:headEnd type="none" w="med" len="med"/>
                      <a:tailEnd type="none" w="med" len="med"/>
                    </a:lnB>
                    <a:solidFill>
                      <a:srgbClr val="F5F5F5"/>
                    </a:solidFill>
                  </a:tcPr>
                </a:tc>
                <a:tc>
                  <a:txBody>
                    <a:bodyPr anchor="t" rtlCol="false"/>
                    <a:lstStyle/>
                    <a:p>
                      <a:pPr algn="ctr" marL="0" indent="0" lvl="0">
                        <a:lnSpc>
                          <a:spcPts val="2729"/>
                        </a:lnSpc>
                        <a:spcBef>
                          <a:spcPct val="0"/>
                        </a:spcBef>
                        <a:defRPr/>
                      </a:pPr>
                      <a:r>
                        <a:rPr lang="en-US" b="true" sz="1950" strike="noStrike" u="none">
                          <a:solidFill>
                            <a:srgbClr val="333333"/>
                          </a:solidFill>
                          <a:latin typeface="프리젠테이션 Bold"/>
                          <a:ea typeface="프리젠테이션 Bold"/>
                          <a:cs typeface="프리젠테이션 Bold"/>
                          <a:sym typeface="프리젠테이션 Bold"/>
                        </a:rPr>
                        <a:t>"시 써줘"</a:t>
                      </a:r>
                      <a:endParaRPr lang="en-US" sz="1100"/>
                    </a:p>
                  </a:txBody>
                  <a:tcPr marL="190500" marR="190500" marT="190500" marB="190500" anchor="ctr">
                    <a:lnL cmpd="sng" algn="ctr" cap="flat" w="9525">
                      <a:solidFill>
                        <a:srgbClr val="B3B3B3"/>
                      </a:solidFill>
                      <a:prstDash val="solid"/>
                      <a:round/>
                      <a:headEnd type="none" w="med" len="med"/>
                      <a:tailEnd type="none" w="med" len="med"/>
                    </a:lnL>
                    <a:lnR cmpd="sng" algn="ctr" cap="flat" w="9525">
                      <a:solidFill>
                        <a:srgbClr val="B3B3B3"/>
                      </a:solidFill>
                      <a:prstDash val="solid"/>
                      <a:round/>
                      <a:headEnd type="none" w="med" len="med"/>
                      <a:tailEnd type="none" w="med" len="med"/>
                    </a:lnR>
                    <a:lnT cmpd="sng" algn="ctr" cap="flat" w="9525">
                      <a:solidFill>
                        <a:srgbClr val="B3B3B3"/>
                      </a:solidFill>
                      <a:prstDash val="solid"/>
                      <a:round/>
                      <a:headEnd type="none" w="med" len="med"/>
                      <a:tailEnd type="none" w="med" len="med"/>
                    </a:lnT>
                    <a:lnB cmpd="sng" algn="ctr" cap="flat" w="9525">
                      <a:solidFill>
                        <a:srgbClr val="B3B3B3"/>
                      </a:solidFill>
                      <a:prstDash val="solid"/>
                      <a:round/>
                      <a:headEnd type="none" w="med" len="med"/>
                      <a:tailEnd type="none" w="med" len="med"/>
                    </a:lnB>
                  </a:tcPr>
                </a:tc>
                <a:tc>
                  <a:txBody>
                    <a:bodyPr anchor="t" rtlCol="false"/>
                    <a:lstStyle/>
                    <a:p>
                      <a:pPr algn="ctr" marL="0" indent="0" lvl="0">
                        <a:lnSpc>
                          <a:spcPts val="2729"/>
                        </a:lnSpc>
                        <a:spcBef>
                          <a:spcPct val="0"/>
                        </a:spcBef>
                        <a:defRPr/>
                      </a:pPr>
                      <a:r>
                        <a:rPr lang="en-US" sz="1950" strike="noStrike" u="none">
                          <a:solidFill>
                            <a:srgbClr val="333333"/>
                          </a:solidFill>
                          <a:latin typeface="프리젠테이션"/>
                          <a:ea typeface="프리젠테이션"/>
                          <a:cs typeface="프리젠테이션"/>
                          <a:sym typeface="프리젠테이션"/>
                        </a:rPr>
                        <a:t>"프랑스 스타일로 '숲속 나무' 시를 10줄로 써줘"</a:t>
                      </a:r>
                      <a:endParaRPr lang="en-US" sz="1100"/>
                    </a:p>
                  </a:txBody>
                  <a:tcPr marL="190500" marR="190500" marT="190500" marB="190500" anchor="ctr">
                    <a:lnL cmpd="sng" algn="ctr" cap="flat" w="9525">
                      <a:solidFill>
                        <a:srgbClr val="B3B3B3"/>
                      </a:solidFill>
                      <a:prstDash val="solid"/>
                      <a:round/>
                      <a:headEnd type="none" w="med" len="med"/>
                      <a:tailEnd type="none" w="med" len="med"/>
                    </a:lnL>
                    <a:lnR cmpd="sng" algn="ctr" cap="flat" w="9525">
                      <a:solidFill>
                        <a:srgbClr val="B3B3B3"/>
                      </a:solidFill>
                      <a:prstDash val="solid"/>
                      <a:round/>
                      <a:headEnd type="none" w="med" len="med"/>
                      <a:tailEnd type="none" w="med" len="med"/>
                    </a:lnR>
                    <a:lnT cmpd="sng" algn="ctr" cap="flat" w="9525">
                      <a:solidFill>
                        <a:srgbClr val="B3B3B3"/>
                      </a:solidFill>
                      <a:prstDash val="solid"/>
                      <a:round/>
                      <a:headEnd type="none" w="med" len="med"/>
                      <a:tailEnd type="none" w="med" len="med"/>
                    </a:lnT>
                    <a:lnB cmpd="sng" algn="ctr" cap="flat" w="9525">
                      <a:solidFill>
                        <a:srgbClr val="B3B3B3"/>
                      </a:solidFill>
                      <a:prstDash val="solid"/>
                      <a:round/>
                      <a:headEnd type="none" w="med" len="med"/>
                      <a:tailEnd type="none" w="med" len="med"/>
                    </a:lnB>
                  </a:tcPr>
                </a:tc>
              </a:tr>
              <a:tr h="754309">
                <a:tc>
                  <a:txBody>
                    <a:bodyPr anchor="t" rtlCol="false"/>
                    <a:lstStyle/>
                    <a:p>
                      <a:pPr algn="ctr" marL="0" indent="0" lvl="0">
                        <a:lnSpc>
                          <a:spcPts val="2800"/>
                        </a:lnSpc>
                        <a:spcBef>
                          <a:spcPct val="0"/>
                        </a:spcBef>
                        <a:defRPr/>
                      </a:pPr>
                      <a:r>
                        <a:rPr lang="en-US" b="true" sz="2000" strike="noStrike" u="none">
                          <a:solidFill>
                            <a:srgbClr val="333333"/>
                          </a:solidFill>
                          <a:latin typeface="프리젠테이션 Bold"/>
                          <a:ea typeface="프리젠테이션 Bold"/>
                          <a:cs typeface="프리젠테이션 Bold"/>
                          <a:sym typeface="프리젠테이션 Bold"/>
                        </a:rPr>
                        <a:t>② 명확한 단어</a:t>
                      </a:r>
                      <a:endParaRPr lang="en-US" sz="1100"/>
                    </a:p>
                  </a:txBody>
                  <a:tcPr marL="190500" marR="190500" marT="190500" marB="190500" anchor="ctr">
                    <a:lnL cmpd="sng" algn="ctr" cap="flat" w="9525">
                      <a:solidFill>
                        <a:srgbClr val="B3B3B3"/>
                      </a:solidFill>
                      <a:prstDash val="solid"/>
                      <a:round/>
                      <a:headEnd type="none" w="med" len="med"/>
                      <a:tailEnd type="none" w="med" len="med"/>
                    </a:lnL>
                    <a:lnR cmpd="sng" algn="ctr" cap="flat" w="9525">
                      <a:solidFill>
                        <a:srgbClr val="B3B3B3"/>
                      </a:solidFill>
                      <a:prstDash val="solid"/>
                      <a:round/>
                      <a:headEnd type="none" w="med" len="med"/>
                      <a:tailEnd type="none" w="med" len="med"/>
                    </a:lnR>
                    <a:lnT cmpd="sng" algn="ctr" cap="flat" w="9525">
                      <a:solidFill>
                        <a:srgbClr val="B3B3B3"/>
                      </a:solidFill>
                      <a:prstDash val="solid"/>
                      <a:round/>
                      <a:headEnd type="none" w="med" len="med"/>
                      <a:tailEnd type="none" w="med" len="med"/>
                    </a:lnT>
                    <a:lnB cmpd="sng" algn="ctr" cap="flat" w="9525">
                      <a:solidFill>
                        <a:srgbClr val="B3B3B3"/>
                      </a:solidFill>
                      <a:prstDash val="solid"/>
                      <a:round/>
                      <a:headEnd type="none" w="med" len="med"/>
                      <a:tailEnd type="none" w="med" len="med"/>
                    </a:lnB>
                    <a:solidFill>
                      <a:srgbClr val="F5F5F5"/>
                    </a:solidFill>
                  </a:tcPr>
                </a:tc>
                <a:tc>
                  <a:txBody>
                    <a:bodyPr anchor="t" rtlCol="false"/>
                    <a:lstStyle/>
                    <a:p>
                      <a:pPr algn="ctr" marL="0" indent="0" lvl="0">
                        <a:lnSpc>
                          <a:spcPts val="2729"/>
                        </a:lnSpc>
                        <a:spcBef>
                          <a:spcPct val="0"/>
                        </a:spcBef>
                        <a:defRPr/>
                      </a:pPr>
                      <a:r>
                        <a:rPr lang="en-US" b="true" sz="1950" strike="noStrike" u="none">
                          <a:solidFill>
                            <a:srgbClr val="333333"/>
                          </a:solidFill>
                          <a:latin typeface="프리젠테이션 Bold"/>
                          <a:ea typeface="프리젠테이션 Bold"/>
                          <a:cs typeface="프리젠테이션 Bold"/>
                          <a:sym typeface="프리젠테이션 Bold"/>
                        </a:rPr>
                        <a:t>"배의 영향 알려줘"</a:t>
                      </a:r>
                      <a:endParaRPr lang="en-US" sz="1100"/>
                    </a:p>
                  </a:txBody>
                  <a:tcPr marL="190500" marR="190500" marT="190500" marB="190500" anchor="ctr">
                    <a:lnL cmpd="sng" algn="ctr" cap="flat" w="9525">
                      <a:solidFill>
                        <a:srgbClr val="B3B3B3"/>
                      </a:solidFill>
                      <a:prstDash val="solid"/>
                      <a:round/>
                      <a:headEnd type="none" w="med" len="med"/>
                      <a:tailEnd type="none" w="med" len="med"/>
                    </a:lnL>
                    <a:lnR cmpd="sng" algn="ctr" cap="flat" w="9525">
                      <a:solidFill>
                        <a:srgbClr val="B3B3B3"/>
                      </a:solidFill>
                      <a:prstDash val="solid"/>
                      <a:round/>
                      <a:headEnd type="none" w="med" len="med"/>
                      <a:tailEnd type="none" w="med" len="med"/>
                    </a:lnR>
                    <a:lnT cmpd="sng" algn="ctr" cap="flat" w="9525">
                      <a:solidFill>
                        <a:srgbClr val="B3B3B3"/>
                      </a:solidFill>
                      <a:prstDash val="solid"/>
                      <a:round/>
                      <a:headEnd type="none" w="med" len="med"/>
                      <a:tailEnd type="none" w="med" len="med"/>
                    </a:lnT>
                    <a:lnB cmpd="sng" algn="ctr" cap="flat" w="9525">
                      <a:solidFill>
                        <a:srgbClr val="B3B3B3"/>
                      </a:solidFill>
                      <a:prstDash val="solid"/>
                      <a:round/>
                      <a:headEnd type="none" w="med" len="med"/>
                      <a:tailEnd type="none" w="med" len="med"/>
                    </a:lnB>
                  </a:tcPr>
                </a:tc>
                <a:tc>
                  <a:txBody>
                    <a:bodyPr anchor="t" rtlCol="false"/>
                    <a:lstStyle/>
                    <a:p>
                      <a:pPr algn="ctr" marL="0" indent="0" lvl="0">
                        <a:lnSpc>
                          <a:spcPts val="2729"/>
                        </a:lnSpc>
                        <a:spcBef>
                          <a:spcPct val="0"/>
                        </a:spcBef>
                        <a:defRPr/>
                      </a:pPr>
                      <a:r>
                        <a:rPr lang="en-US" sz="1950" strike="noStrike" u="none">
                          <a:solidFill>
                            <a:srgbClr val="333333"/>
                          </a:solidFill>
                          <a:latin typeface="프리젠테이션"/>
                          <a:ea typeface="프리젠테이션"/>
                          <a:cs typeface="프리젠테이션"/>
                          <a:sym typeface="프리젠테이션"/>
                        </a:rPr>
                        <a:t>"배(Ship)가 인류 역사에 준 영향을 알려줘"</a:t>
                      </a:r>
                      <a:endParaRPr lang="en-US" sz="1100"/>
                    </a:p>
                  </a:txBody>
                  <a:tcPr marL="190500" marR="190500" marT="190500" marB="190500" anchor="ctr">
                    <a:lnL cmpd="sng" algn="ctr" cap="flat" w="9525">
                      <a:solidFill>
                        <a:srgbClr val="B3B3B3"/>
                      </a:solidFill>
                      <a:prstDash val="solid"/>
                      <a:round/>
                      <a:headEnd type="none" w="med" len="med"/>
                      <a:tailEnd type="none" w="med" len="med"/>
                    </a:lnL>
                    <a:lnR cmpd="sng" algn="ctr" cap="flat" w="9525">
                      <a:solidFill>
                        <a:srgbClr val="B3B3B3"/>
                      </a:solidFill>
                      <a:prstDash val="solid"/>
                      <a:round/>
                      <a:headEnd type="none" w="med" len="med"/>
                      <a:tailEnd type="none" w="med" len="med"/>
                    </a:lnR>
                    <a:lnT cmpd="sng" algn="ctr" cap="flat" w="9525">
                      <a:solidFill>
                        <a:srgbClr val="B3B3B3"/>
                      </a:solidFill>
                      <a:prstDash val="solid"/>
                      <a:round/>
                      <a:headEnd type="none" w="med" len="med"/>
                      <a:tailEnd type="none" w="med" len="med"/>
                    </a:lnT>
                    <a:lnB cmpd="sng" algn="ctr" cap="flat" w="9525">
                      <a:solidFill>
                        <a:srgbClr val="B3B3B3"/>
                      </a:solidFill>
                      <a:prstDash val="solid"/>
                      <a:round/>
                      <a:headEnd type="none" w="med" len="med"/>
                      <a:tailEnd type="none" w="med" len="med"/>
                    </a:lnB>
                  </a:tcPr>
                </a:tc>
              </a:tr>
              <a:tr h="754309">
                <a:tc>
                  <a:txBody>
                    <a:bodyPr anchor="t" rtlCol="false"/>
                    <a:lstStyle/>
                    <a:p>
                      <a:pPr algn="ctr" marL="0" indent="0" lvl="0">
                        <a:lnSpc>
                          <a:spcPts val="2800"/>
                        </a:lnSpc>
                        <a:spcBef>
                          <a:spcPct val="0"/>
                        </a:spcBef>
                        <a:defRPr/>
                      </a:pPr>
                      <a:r>
                        <a:rPr lang="en-US" b="true" sz="2000" strike="noStrike" u="none">
                          <a:solidFill>
                            <a:srgbClr val="333333"/>
                          </a:solidFill>
                          <a:latin typeface="프리젠테이션 Bold"/>
                          <a:ea typeface="프리젠테이션 Bold"/>
                          <a:cs typeface="프리젠테이션 Bold"/>
                          <a:sym typeface="프리젠테이션 Bold"/>
                        </a:rPr>
                        <a:t>③ 맥락 제공</a:t>
                      </a:r>
                      <a:endParaRPr lang="en-US" sz="1100"/>
                    </a:p>
                  </a:txBody>
                  <a:tcPr marL="190500" marR="190500" marT="190500" marB="190500" anchor="ctr">
                    <a:lnL cmpd="sng" algn="ctr" cap="flat" w="9525">
                      <a:solidFill>
                        <a:srgbClr val="B3B3B3"/>
                      </a:solidFill>
                      <a:prstDash val="solid"/>
                      <a:round/>
                      <a:headEnd type="none" w="med" len="med"/>
                      <a:tailEnd type="none" w="med" len="med"/>
                    </a:lnL>
                    <a:lnR cmpd="sng" algn="ctr" cap="flat" w="9525">
                      <a:solidFill>
                        <a:srgbClr val="B3B3B3"/>
                      </a:solidFill>
                      <a:prstDash val="solid"/>
                      <a:round/>
                      <a:headEnd type="none" w="med" len="med"/>
                      <a:tailEnd type="none" w="med" len="med"/>
                    </a:lnR>
                    <a:lnT cmpd="sng" algn="ctr" cap="flat" w="9525">
                      <a:solidFill>
                        <a:srgbClr val="B3B3B3"/>
                      </a:solidFill>
                      <a:prstDash val="solid"/>
                      <a:round/>
                      <a:headEnd type="none" w="med" len="med"/>
                      <a:tailEnd type="none" w="med" len="med"/>
                    </a:lnT>
                    <a:lnB cmpd="sng" algn="ctr" cap="flat" w="9525">
                      <a:solidFill>
                        <a:srgbClr val="B3B3B3"/>
                      </a:solidFill>
                      <a:prstDash val="solid"/>
                      <a:round/>
                      <a:headEnd type="none" w="med" len="med"/>
                      <a:tailEnd type="none" w="med" len="med"/>
                    </a:lnB>
                    <a:solidFill>
                      <a:srgbClr val="F5F5F5"/>
                    </a:solidFill>
                  </a:tcPr>
                </a:tc>
                <a:tc>
                  <a:txBody>
                    <a:bodyPr anchor="t" rtlCol="false"/>
                    <a:lstStyle/>
                    <a:p>
                      <a:pPr algn="ctr" marL="0" indent="0" lvl="0">
                        <a:lnSpc>
                          <a:spcPts val="2729"/>
                        </a:lnSpc>
                        <a:spcBef>
                          <a:spcPct val="0"/>
                        </a:spcBef>
                        <a:defRPr/>
                      </a:pPr>
                      <a:r>
                        <a:rPr lang="en-US" b="true" sz="1950" strike="noStrike" u="none">
                          <a:solidFill>
                            <a:srgbClr val="333333"/>
                          </a:solidFill>
                          <a:latin typeface="프리젠테이션 Bold"/>
                          <a:ea typeface="프리젠테이션 Bold"/>
                          <a:cs typeface="프리젠테이션 Bold"/>
                          <a:sym typeface="프리젠테이션 Bold"/>
                        </a:rPr>
                        <a:t>"콩쥐팥쥐 가사 써줘"</a:t>
                      </a:r>
                      <a:endParaRPr lang="en-US" sz="1100"/>
                    </a:p>
                  </a:txBody>
                  <a:tcPr marL="190500" marR="190500" marT="190500" marB="190500" anchor="ctr">
                    <a:lnL cmpd="sng" algn="ctr" cap="flat" w="9525">
                      <a:solidFill>
                        <a:srgbClr val="B3B3B3"/>
                      </a:solidFill>
                      <a:prstDash val="solid"/>
                      <a:round/>
                      <a:headEnd type="none" w="med" len="med"/>
                      <a:tailEnd type="none" w="med" len="med"/>
                    </a:lnL>
                    <a:lnR cmpd="sng" algn="ctr" cap="flat" w="9525">
                      <a:solidFill>
                        <a:srgbClr val="B3B3B3"/>
                      </a:solidFill>
                      <a:prstDash val="solid"/>
                      <a:round/>
                      <a:headEnd type="none" w="med" len="med"/>
                      <a:tailEnd type="none" w="med" len="med"/>
                    </a:lnR>
                    <a:lnT cmpd="sng" algn="ctr" cap="flat" w="9525">
                      <a:solidFill>
                        <a:srgbClr val="B3B3B3"/>
                      </a:solidFill>
                      <a:prstDash val="solid"/>
                      <a:round/>
                      <a:headEnd type="none" w="med" len="med"/>
                      <a:tailEnd type="none" w="med" len="med"/>
                    </a:lnT>
                    <a:lnB cmpd="sng" algn="ctr" cap="flat" w="9525">
                      <a:solidFill>
                        <a:srgbClr val="B3B3B3"/>
                      </a:solidFill>
                      <a:prstDash val="solid"/>
                      <a:round/>
                      <a:headEnd type="none" w="med" len="med"/>
                      <a:tailEnd type="none" w="med" len="med"/>
                    </a:lnB>
                  </a:tcPr>
                </a:tc>
                <a:tc>
                  <a:txBody>
                    <a:bodyPr anchor="t" rtlCol="false"/>
                    <a:lstStyle/>
                    <a:p>
                      <a:pPr algn="ctr" marL="0" indent="0" lvl="0">
                        <a:lnSpc>
                          <a:spcPts val="2729"/>
                        </a:lnSpc>
                        <a:spcBef>
                          <a:spcPct val="0"/>
                        </a:spcBef>
                        <a:defRPr/>
                      </a:pPr>
                      <a:r>
                        <a:rPr lang="en-US" sz="1950" strike="noStrike" u="none">
                          <a:solidFill>
                            <a:srgbClr val="333333"/>
                          </a:solidFill>
                          <a:latin typeface="프리젠테이션"/>
                          <a:ea typeface="프리젠테이션"/>
                          <a:cs typeface="프리젠테이션"/>
                          <a:sym typeface="프리젠테이션"/>
                        </a:rPr>
                        <a:t>줄거리를 먼저 설명하고 → "이걸 바탕으로 가사 써줘"</a:t>
                      </a:r>
                      <a:endParaRPr lang="en-US" sz="1100"/>
                    </a:p>
                  </a:txBody>
                  <a:tcPr marL="190500" marR="190500" marT="190500" marB="190500" anchor="ctr">
                    <a:lnL cmpd="sng" algn="ctr" cap="flat" w="9525">
                      <a:solidFill>
                        <a:srgbClr val="B3B3B3"/>
                      </a:solidFill>
                      <a:prstDash val="solid"/>
                      <a:round/>
                      <a:headEnd type="none" w="med" len="med"/>
                      <a:tailEnd type="none" w="med" len="med"/>
                    </a:lnL>
                    <a:lnR cmpd="sng" algn="ctr" cap="flat" w="9525">
                      <a:solidFill>
                        <a:srgbClr val="B3B3B3"/>
                      </a:solidFill>
                      <a:prstDash val="solid"/>
                      <a:round/>
                      <a:headEnd type="none" w="med" len="med"/>
                      <a:tailEnd type="none" w="med" len="med"/>
                    </a:lnR>
                    <a:lnT cmpd="sng" algn="ctr" cap="flat" w="9525">
                      <a:solidFill>
                        <a:srgbClr val="B3B3B3"/>
                      </a:solidFill>
                      <a:prstDash val="solid"/>
                      <a:round/>
                      <a:headEnd type="none" w="med" len="med"/>
                      <a:tailEnd type="none" w="med" len="med"/>
                    </a:lnT>
                    <a:lnB cmpd="sng" algn="ctr" cap="flat" w="9525">
                      <a:solidFill>
                        <a:srgbClr val="B3B3B3"/>
                      </a:solidFill>
                      <a:prstDash val="solid"/>
                      <a:round/>
                      <a:headEnd type="none" w="med" len="med"/>
                      <a:tailEnd type="none" w="med" len="med"/>
                    </a:lnB>
                  </a:tcPr>
                </a:tc>
              </a:tr>
              <a:tr h="754309">
                <a:tc>
                  <a:txBody>
                    <a:bodyPr anchor="t" rtlCol="false"/>
                    <a:lstStyle/>
                    <a:p>
                      <a:pPr algn="ctr" marL="0" indent="0" lvl="0">
                        <a:lnSpc>
                          <a:spcPts val="2800"/>
                        </a:lnSpc>
                        <a:spcBef>
                          <a:spcPct val="0"/>
                        </a:spcBef>
                        <a:defRPr/>
                      </a:pPr>
                      <a:r>
                        <a:rPr lang="en-US" b="true" sz="2000" strike="noStrike" u="none">
                          <a:solidFill>
                            <a:srgbClr val="333333"/>
                          </a:solidFill>
                          <a:latin typeface="프리젠테이션 Bold"/>
                          <a:ea typeface="프리젠테이션 Bold"/>
                          <a:cs typeface="프리젠테이션 Bold"/>
                          <a:sym typeface="프리젠테이션 Bold"/>
                        </a:rPr>
                        <a:t>④ 구조 형식화</a:t>
                      </a:r>
                      <a:endParaRPr lang="en-US" sz="1100"/>
                    </a:p>
                  </a:txBody>
                  <a:tcPr marL="190500" marR="190500" marT="190500" marB="190500" anchor="ctr">
                    <a:lnL cmpd="sng" algn="ctr" cap="flat" w="9525">
                      <a:solidFill>
                        <a:srgbClr val="B3B3B3"/>
                      </a:solidFill>
                      <a:prstDash val="solid"/>
                      <a:round/>
                      <a:headEnd type="none" w="med" len="med"/>
                      <a:tailEnd type="none" w="med" len="med"/>
                    </a:lnL>
                    <a:lnR cmpd="sng" algn="ctr" cap="flat" w="9525">
                      <a:solidFill>
                        <a:srgbClr val="B3B3B3"/>
                      </a:solidFill>
                      <a:prstDash val="solid"/>
                      <a:round/>
                      <a:headEnd type="none" w="med" len="med"/>
                      <a:tailEnd type="none" w="med" len="med"/>
                    </a:lnR>
                    <a:lnT cmpd="sng" algn="ctr" cap="flat" w="9525">
                      <a:solidFill>
                        <a:srgbClr val="B3B3B3"/>
                      </a:solidFill>
                      <a:prstDash val="solid"/>
                      <a:round/>
                      <a:headEnd type="none" w="med" len="med"/>
                      <a:tailEnd type="none" w="med" len="med"/>
                    </a:lnT>
                    <a:lnB cmpd="sng" algn="ctr" cap="flat" w="9525">
                      <a:solidFill>
                        <a:srgbClr val="B3B3B3"/>
                      </a:solidFill>
                      <a:prstDash val="solid"/>
                      <a:round/>
                      <a:headEnd type="none" w="med" len="med"/>
                      <a:tailEnd type="none" w="med" len="med"/>
                    </a:lnB>
                    <a:solidFill>
                      <a:srgbClr val="F5F5F5"/>
                    </a:solidFill>
                  </a:tcPr>
                </a:tc>
                <a:tc>
                  <a:txBody>
                    <a:bodyPr anchor="t" rtlCol="false"/>
                    <a:lstStyle/>
                    <a:p>
                      <a:pPr algn="ctr" marL="0" indent="0" lvl="0">
                        <a:lnSpc>
                          <a:spcPts val="2729"/>
                        </a:lnSpc>
                        <a:spcBef>
                          <a:spcPct val="0"/>
                        </a:spcBef>
                        <a:defRPr/>
                      </a:pPr>
                      <a:r>
                        <a:rPr lang="en-US" b="true" sz="1950" strike="noStrike" u="none">
                          <a:solidFill>
                            <a:srgbClr val="333333"/>
                          </a:solidFill>
                          <a:latin typeface="프리젠테이션 Bold"/>
                          <a:ea typeface="프리젠테이션 Bold"/>
                          <a:cs typeface="프리젠테이션 Bold"/>
                          <a:sym typeface="프리젠테이션 Bold"/>
                        </a:rPr>
                        <a:t>"캐릭터 만들어줘"</a:t>
                      </a:r>
                      <a:endParaRPr lang="en-US" sz="1100"/>
                    </a:p>
                  </a:txBody>
                  <a:tcPr marL="190500" marR="190500" marT="190500" marB="190500" anchor="ctr">
                    <a:lnL cmpd="sng" algn="ctr" cap="flat" w="9525">
                      <a:solidFill>
                        <a:srgbClr val="B3B3B3"/>
                      </a:solidFill>
                      <a:prstDash val="solid"/>
                      <a:round/>
                      <a:headEnd type="none" w="med" len="med"/>
                      <a:tailEnd type="none" w="med" len="med"/>
                    </a:lnL>
                    <a:lnR cmpd="sng" algn="ctr" cap="flat" w="9525">
                      <a:solidFill>
                        <a:srgbClr val="B3B3B3"/>
                      </a:solidFill>
                      <a:prstDash val="solid"/>
                      <a:round/>
                      <a:headEnd type="none" w="med" len="med"/>
                      <a:tailEnd type="none" w="med" len="med"/>
                    </a:lnR>
                    <a:lnT cmpd="sng" algn="ctr" cap="flat" w="9525">
                      <a:solidFill>
                        <a:srgbClr val="B3B3B3"/>
                      </a:solidFill>
                      <a:prstDash val="solid"/>
                      <a:round/>
                      <a:headEnd type="none" w="med" len="med"/>
                      <a:tailEnd type="none" w="med" len="med"/>
                    </a:lnT>
                    <a:lnB cmpd="sng" algn="ctr" cap="flat" w="9525">
                      <a:solidFill>
                        <a:srgbClr val="B3B3B3"/>
                      </a:solidFill>
                      <a:prstDash val="solid"/>
                      <a:round/>
                      <a:headEnd type="none" w="med" len="med"/>
                      <a:tailEnd type="none" w="med" len="med"/>
                    </a:lnB>
                  </a:tcPr>
                </a:tc>
                <a:tc>
                  <a:txBody>
                    <a:bodyPr anchor="t" rtlCol="false"/>
                    <a:lstStyle/>
                    <a:p>
                      <a:pPr algn="ctr" marL="0" indent="0" lvl="0">
                        <a:lnSpc>
                          <a:spcPts val="2729"/>
                        </a:lnSpc>
                        <a:spcBef>
                          <a:spcPct val="0"/>
                        </a:spcBef>
                        <a:defRPr/>
                      </a:pPr>
                      <a:r>
                        <a:rPr lang="en-US" sz="1950" strike="noStrike" u="none">
                          <a:solidFill>
                            <a:srgbClr val="333333"/>
                          </a:solidFill>
                          <a:latin typeface="프리젠테이션"/>
                          <a:ea typeface="프리젠테이션"/>
                          <a:cs typeface="프리젠테이션"/>
                          <a:sym typeface="프리젠테이션"/>
                        </a:rPr>
                        <a:t>"이름: [ ] / 외모: [ ] / 성격: [ ] 형식으로 만들어줘"</a:t>
                      </a:r>
                      <a:endParaRPr lang="en-US" sz="1100"/>
                    </a:p>
                  </a:txBody>
                  <a:tcPr marL="190500" marR="190500" marT="190500" marB="190500" anchor="ctr">
                    <a:lnL cmpd="sng" algn="ctr" cap="flat" w="9525">
                      <a:solidFill>
                        <a:srgbClr val="B3B3B3"/>
                      </a:solidFill>
                      <a:prstDash val="solid"/>
                      <a:round/>
                      <a:headEnd type="none" w="med" len="med"/>
                      <a:tailEnd type="none" w="med" len="med"/>
                    </a:lnL>
                    <a:lnR cmpd="sng" algn="ctr" cap="flat" w="9525">
                      <a:solidFill>
                        <a:srgbClr val="B3B3B3"/>
                      </a:solidFill>
                      <a:prstDash val="solid"/>
                      <a:round/>
                      <a:headEnd type="none" w="med" len="med"/>
                      <a:tailEnd type="none" w="med" len="med"/>
                    </a:lnR>
                    <a:lnT cmpd="sng" algn="ctr" cap="flat" w="9525">
                      <a:solidFill>
                        <a:srgbClr val="B3B3B3"/>
                      </a:solidFill>
                      <a:prstDash val="solid"/>
                      <a:round/>
                      <a:headEnd type="none" w="med" len="med"/>
                      <a:tailEnd type="none" w="med" len="med"/>
                    </a:lnT>
                    <a:lnB cmpd="sng" algn="ctr" cap="flat" w="9525">
                      <a:solidFill>
                        <a:srgbClr val="B3B3B3"/>
                      </a:solidFill>
                      <a:prstDash val="solid"/>
                      <a:round/>
                      <a:headEnd type="none" w="med" len="med"/>
                      <a:tailEnd type="none" w="med" len="med"/>
                    </a:lnB>
                  </a:tcPr>
                </a:tc>
              </a:tr>
            </a:tbl>
          </a:graphicData>
        </a:graphic>
      </p:graphicFrame>
      <p:sp>
        <p:nvSpPr>
          <p:cNvPr name="TextBox 18" id="18"/>
          <p:cNvSpPr txBox="true"/>
          <p:nvPr/>
        </p:nvSpPr>
        <p:spPr>
          <a:xfrm rot="0">
            <a:off x="14694520" y="1353621"/>
            <a:ext cx="2865076" cy="325120"/>
          </a:xfrm>
          <a:prstGeom prst="rect">
            <a:avLst/>
          </a:prstGeom>
        </p:spPr>
        <p:txBody>
          <a:bodyPr anchor="t" rtlCol="false" tIns="0" lIns="0" bIns="0" rIns="0">
            <a:spAutoFit/>
          </a:bodyPr>
          <a:lstStyle/>
          <a:p>
            <a:pPr algn="ctr" marL="0" indent="0" lvl="0">
              <a:lnSpc>
                <a:spcPts val="2540"/>
              </a:lnSpc>
              <a:spcBef>
                <a:spcPct val="0"/>
              </a:spcBef>
            </a:pPr>
            <a:r>
              <a:rPr lang="en-US" b="true" sz="2000" spc="122" strike="noStrike" u="none">
                <a:solidFill>
                  <a:srgbClr val="5170FF"/>
                </a:solidFill>
                <a:latin typeface="프리젠테이션 Bold"/>
                <a:ea typeface="프리젠테이션 Bold"/>
                <a:cs typeface="프리젠테이션 Bold"/>
                <a:sym typeface="프리젠테이션 Bold"/>
              </a:rPr>
              <a:t>해달 바이브코딩 기초반</a:t>
            </a:r>
          </a:p>
        </p:txBody>
      </p:sp>
      <p:sp>
        <p:nvSpPr>
          <p:cNvPr name="TextBox 19" id="19"/>
          <p:cNvSpPr txBox="true"/>
          <p:nvPr/>
        </p:nvSpPr>
        <p:spPr>
          <a:xfrm rot="0">
            <a:off x="8382000" y="8899525"/>
            <a:ext cx="1524000" cy="358775"/>
          </a:xfrm>
          <a:prstGeom prst="rect">
            <a:avLst/>
          </a:prstGeom>
        </p:spPr>
        <p:txBody>
          <a:bodyPr anchor="t" rtlCol="false" tIns="0" lIns="0" bIns="0" rIns="0">
            <a:spAutoFit/>
          </a:bodyPr>
          <a:lstStyle/>
          <a:p>
            <a:pPr algn="ctr" marL="0" indent="0" lvl="0">
              <a:lnSpc>
                <a:spcPts val="2800"/>
              </a:lnSpc>
              <a:spcBef>
                <a:spcPct val="0"/>
              </a:spcBef>
            </a:pPr>
            <a:r>
              <a:rPr lang="en-US" b="true" sz="2000" strike="noStrike" u="none">
                <a:solidFill>
                  <a:srgbClr val="4165C1"/>
                </a:solidFill>
                <a:latin typeface="프리젠테이션 Bold"/>
                <a:ea typeface="프리젠테이션 Bold"/>
                <a:cs typeface="프리젠테이션 Bold"/>
                <a:sym typeface="프리젠테이션 Bold"/>
              </a:rPr>
              <a:t>- 11 -</a:t>
            </a:r>
          </a:p>
        </p:txBody>
      </p:sp>
    </p:spTree>
  </p:cSld>
  <p:clrMapOvr>
    <a:masterClrMapping/>
  </p:clrMapOvr>
</p:sld>
</file>

<file path=ppt/slides/slide12.xml><?xml version="1.0" encoding="utf-8"?>
<p:sld xmlns:p="http://schemas.openxmlformats.org/presentationml/2006/main" xmlns:a="http://schemas.openxmlformats.org/drawingml/2006/main" xmlns:r="http://schemas.openxmlformats.org/officeDocument/2006/relationships">
  <p:cSld>
    <p:bg>
      <p:bgPr>
        <a:solidFill>
          <a:srgbClr val="5170FF"/>
        </a:solidFill>
      </p:bgPr>
    </p:bg>
    <p:spTree>
      <p:nvGrpSpPr>
        <p:cNvPr id="1" name=""/>
        <p:cNvGrpSpPr/>
        <p:nvPr/>
      </p:nvGrpSpPr>
      <p:grpSpPr>
        <a:xfrm>
          <a:off x="0" y="0"/>
          <a:ext cx="0" cy="0"/>
          <a:chOff x="0" y="0"/>
          <a:chExt cx="0" cy="0"/>
        </a:xfrm>
      </p:grpSpPr>
      <p:grpSp>
        <p:nvGrpSpPr>
          <p:cNvPr name="Group 2" id="2"/>
          <p:cNvGrpSpPr/>
          <p:nvPr/>
        </p:nvGrpSpPr>
        <p:grpSpPr>
          <a:xfrm rot="0">
            <a:off x="534854" y="457200"/>
            <a:ext cx="17218292" cy="9294946"/>
            <a:chOff x="0" y="0"/>
            <a:chExt cx="22957723" cy="12393261"/>
          </a:xfrm>
        </p:grpSpPr>
        <p:grpSp>
          <p:nvGrpSpPr>
            <p:cNvPr name="Group 3" id="3"/>
            <p:cNvGrpSpPr/>
            <p:nvPr/>
          </p:nvGrpSpPr>
          <p:grpSpPr>
            <a:xfrm rot="0">
              <a:off x="0" y="1727243"/>
              <a:ext cx="22957723" cy="10666019"/>
              <a:chOff x="0" y="0"/>
              <a:chExt cx="4777465" cy="2219581"/>
            </a:xfrm>
          </p:grpSpPr>
          <p:sp>
            <p:nvSpPr>
              <p:cNvPr name="Freeform 4" id="4"/>
              <p:cNvSpPr/>
              <p:nvPr/>
            </p:nvSpPr>
            <p:spPr>
              <a:xfrm flipH="false" flipV="false" rot="0">
                <a:off x="0" y="0"/>
                <a:ext cx="4777465" cy="2219581"/>
              </a:xfrm>
              <a:custGeom>
                <a:avLst/>
                <a:gdLst/>
                <a:ahLst/>
                <a:cxnLst/>
                <a:rect r="r" b="b" t="t" l="l"/>
                <a:pathLst>
                  <a:path h="2219581" w="4777465">
                    <a:moveTo>
                      <a:pt x="22931" y="0"/>
                    </a:moveTo>
                    <a:lnTo>
                      <a:pt x="4754534" y="0"/>
                    </a:lnTo>
                    <a:cubicBezTo>
                      <a:pt x="4767199" y="0"/>
                      <a:pt x="4777465" y="10267"/>
                      <a:pt x="4777465" y="22931"/>
                    </a:cubicBezTo>
                    <a:lnTo>
                      <a:pt x="4777465" y="2196650"/>
                    </a:lnTo>
                    <a:cubicBezTo>
                      <a:pt x="4777465" y="2202732"/>
                      <a:pt x="4775049" y="2208564"/>
                      <a:pt x="4770749" y="2212865"/>
                    </a:cubicBezTo>
                    <a:cubicBezTo>
                      <a:pt x="4766449" y="2217165"/>
                      <a:pt x="4760616" y="2219581"/>
                      <a:pt x="4754534" y="2219581"/>
                    </a:cubicBezTo>
                    <a:lnTo>
                      <a:pt x="22931" y="2219581"/>
                    </a:lnTo>
                    <a:cubicBezTo>
                      <a:pt x="10267" y="2219581"/>
                      <a:pt x="0" y="2209315"/>
                      <a:pt x="0" y="2196650"/>
                    </a:cubicBezTo>
                    <a:lnTo>
                      <a:pt x="0" y="22931"/>
                    </a:lnTo>
                    <a:cubicBezTo>
                      <a:pt x="0" y="10267"/>
                      <a:pt x="10267" y="0"/>
                      <a:pt x="22931" y="0"/>
                    </a:cubicBezTo>
                    <a:close/>
                  </a:path>
                </a:pathLst>
              </a:custGeom>
              <a:solidFill>
                <a:srgbClr val="FFFFFF"/>
              </a:solidFill>
              <a:ln cap="rnd">
                <a:noFill/>
                <a:prstDash val="solid"/>
                <a:round/>
              </a:ln>
            </p:spPr>
          </p:sp>
          <p:sp>
            <p:nvSpPr>
              <p:cNvPr name="TextBox 5" id="5"/>
              <p:cNvSpPr txBox="true"/>
              <p:nvPr/>
            </p:nvSpPr>
            <p:spPr>
              <a:xfrm>
                <a:off x="0" y="-38100"/>
                <a:ext cx="4777465" cy="2257681"/>
              </a:xfrm>
              <a:prstGeom prst="rect">
                <a:avLst/>
              </a:prstGeom>
            </p:spPr>
            <p:txBody>
              <a:bodyPr anchor="ctr" rtlCol="false" tIns="48220" lIns="48220" bIns="48220" rIns="48220"/>
              <a:lstStyle/>
              <a:p>
                <a:pPr algn="ctr" marL="0" indent="0" lvl="0">
                  <a:lnSpc>
                    <a:spcPts val="1853"/>
                  </a:lnSpc>
                  <a:spcBef>
                    <a:spcPct val="0"/>
                  </a:spcBef>
                </a:pPr>
              </a:p>
              <a:p>
                <a:pPr algn="ctr" marL="0" indent="0" lvl="0">
                  <a:lnSpc>
                    <a:spcPts val="1853"/>
                  </a:lnSpc>
                  <a:spcBef>
                    <a:spcPct val="0"/>
                  </a:spcBef>
                </a:pPr>
              </a:p>
              <a:p>
                <a:pPr algn="ctr" marL="0" indent="0" lvl="0">
                  <a:lnSpc>
                    <a:spcPts val="1853"/>
                  </a:lnSpc>
                  <a:spcBef>
                    <a:spcPct val="0"/>
                  </a:spcBef>
                </a:pPr>
              </a:p>
            </p:txBody>
          </p:sp>
        </p:grpSp>
        <p:grpSp>
          <p:nvGrpSpPr>
            <p:cNvPr name="Group 6" id="6"/>
            <p:cNvGrpSpPr/>
            <p:nvPr/>
          </p:nvGrpSpPr>
          <p:grpSpPr>
            <a:xfrm rot="0">
              <a:off x="18499830" y="891712"/>
              <a:ext cx="4457893" cy="3397582"/>
              <a:chOff x="0" y="0"/>
              <a:chExt cx="927680" cy="707031"/>
            </a:xfrm>
          </p:grpSpPr>
          <p:sp>
            <p:nvSpPr>
              <p:cNvPr name="Freeform 7" id="7"/>
              <p:cNvSpPr/>
              <p:nvPr/>
            </p:nvSpPr>
            <p:spPr>
              <a:xfrm flipH="false" flipV="false" rot="0">
                <a:off x="0" y="0"/>
                <a:ext cx="927680" cy="707031"/>
              </a:xfrm>
              <a:custGeom>
                <a:avLst/>
                <a:gdLst/>
                <a:ahLst/>
                <a:cxnLst/>
                <a:rect r="r" b="b" t="t" l="l"/>
                <a:pathLst>
                  <a:path h="707031" w="927680">
                    <a:moveTo>
                      <a:pt x="118094" y="0"/>
                    </a:moveTo>
                    <a:lnTo>
                      <a:pt x="809586" y="0"/>
                    </a:lnTo>
                    <a:cubicBezTo>
                      <a:pt x="874808" y="0"/>
                      <a:pt x="927680" y="52872"/>
                      <a:pt x="927680" y="118094"/>
                    </a:cubicBezTo>
                    <a:lnTo>
                      <a:pt x="927680" y="588937"/>
                    </a:lnTo>
                    <a:cubicBezTo>
                      <a:pt x="927680" y="654159"/>
                      <a:pt x="874808" y="707031"/>
                      <a:pt x="809586" y="707031"/>
                    </a:cubicBezTo>
                    <a:lnTo>
                      <a:pt x="118094" y="707031"/>
                    </a:lnTo>
                    <a:cubicBezTo>
                      <a:pt x="52872" y="707031"/>
                      <a:pt x="0" y="654159"/>
                      <a:pt x="0" y="588937"/>
                    </a:cubicBezTo>
                    <a:lnTo>
                      <a:pt x="0" y="118094"/>
                    </a:lnTo>
                    <a:cubicBezTo>
                      <a:pt x="0" y="52872"/>
                      <a:pt x="52872" y="0"/>
                      <a:pt x="118094" y="0"/>
                    </a:cubicBezTo>
                    <a:close/>
                  </a:path>
                </a:pathLst>
              </a:custGeom>
              <a:solidFill>
                <a:srgbClr val="FFFFFF"/>
              </a:solidFill>
              <a:ln cap="rnd">
                <a:noFill/>
                <a:prstDash val="solid"/>
                <a:round/>
              </a:ln>
            </p:spPr>
          </p:sp>
          <p:sp>
            <p:nvSpPr>
              <p:cNvPr name="TextBox 8" id="8"/>
              <p:cNvSpPr txBox="true"/>
              <p:nvPr/>
            </p:nvSpPr>
            <p:spPr>
              <a:xfrm>
                <a:off x="0" y="-38100"/>
                <a:ext cx="927680" cy="745131"/>
              </a:xfrm>
              <a:prstGeom prst="rect">
                <a:avLst/>
              </a:prstGeom>
            </p:spPr>
            <p:txBody>
              <a:bodyPr anchor="ctr" rtlCol="false" tIns="48220" lIns="48220" bIns="48220" rIns="48220"/>
              <a:lstStyle/>
              <a:p>
                <a:pPr algn="ctr" marL="0" indent="0" lvl="0">
                  <a:lnSpc>
                    <a:spcPts val="1853"/>
                  </a:lnSpc>
                  <a:spcBef>
                    <a:spcPct val="0"/>
                  </a:spcBef>
                </a:pPr>
              </a:p>
              <a:p>
                <a:pPr algn="ctr" marL="0" indent="0" lvl="0">
                  <a:lnSpc>
                    <a:spcPts val="1853"/>
                  </a:lnSpc>
                  <a:spcBef>
                    <a:spcPct val="0"/>
                  </a:spcBef>
                </a:pPr>
              </a:p>
              <a:p>
                <a:pPr algn="ctr" marL="0" indent="0" lvl="0">
                  <a:lnSpc>
                    <a:spcPts val="1853"/>
                  </a:lnSpc>
                  <a:spcBef>
                    <a:spcPct val="0"/>
                  </a:spcBef>
                </a:pPr>
              </a:p>
            </p:txBody>
          </p:sp>
        </p:grpSp>
        <p:grpSp>
          <p:nvGrpSpPr>
            <p:cNvPr name="Group 9" id="9"/>
            <p:cNvGrpSpPr/>
            <p:nvPr/>
          </p:nvGrpSpPr>
          <p:grpSpPr>
            <a:xfrm rot="0">
              <a:off x="18064463" y="1334482"/>
              <a:ext cx="2392010" cy="1865053"/>
              <a:chOff x="0" y="0"/>
              <a:chExt cx="497773" cy="388115"/>
            </a:xfrm>
          </p:grpSpPr>
          <p:sp>
            <p:nvSpPr>
              <p:cNvPr name="Freeform 10" id="10"/>
              <p:cNvSpPr/>
              <p:nvPr/>
            </p:nvSpPr>
            <p:spPr>
              <a:xfrm flipH="false" flipV="false" rot="0">
                <a:off x="0" y="0"/>
                <a:ext cx="497773" cy="388115"/>
              </a:xfrm>
              <a:custGeom>
                <a:avLst/>
                <a:gdLst/>
                <a:ahLst/>
                <a:cxnLst/>
                <a:rect r="r" b="b" t="t" l="l"/>
                <a:pathLst>
                  <a:path h="388115" w="497773">
                    <a:moveTo>
                      <a:pt x="0" y="0"/>
                    </a:moveTo>
                    <a:lnTo>
                      <a:pt x="497773" y="0"/>
                    </a:lnTo>
                    <a:lnTo>
                      <a:pt x="497773" y="388115"/>
                    </a:lnTo>
                    <a:lnTo>
                      <a:pt x="0" y="388115"/>
                    </a:lnTo>
                    <a:close/>
                  </a:path>
                </a:pathLst>
              </a:custGeom>
              <a:solidFill>
                <a:srgbClr val="FFFFFF"/>
              </a:solidFill>
              <a:ln cap="sq">
                <a:noFill/>
                <a:prstDash val="solid"/>
                <a:miter/>
              </a:ln>
            </p:spPr>
          </p:sp>
          <p:sp>
            <p:nvSpPr>
              <p:cNvPr name="TextBox 11" id="11"/>
              <p:cNvSpPr txBox="true"/>
              <p:nvPr/>
            </p:nvSpPr>
            <p:spPr>
              <a:xfrm>
                <a:off x="0" y="-38100"/>
                <a:ext cx="497773" cy="426215"/>
              </a:xfrm>
              <a:prstGeom prst="rect">
                <a:avLst/>
              </a:prstGeom>
            </p:spPr>
            <p:txBody>
              <a:bodyPr anchor="ctr" rtlCol="false" tIns="48220" lIns="48220" bIns="48220" rIns="48220"/>
              <a:lstStyle/>
              <a:p>
                <a:pPr algn="ctr" marL="0" indent="0" lvl="0">
                  <a:lnSpc>
                    <a:spcPts val="1853"/>
                  </a:lnSpc>
                  <a:spcBef>
                    <a:spcPct val="0"/>
                  </a:spcBef>
                </a:pPr>
              </a:p>
              <a:p>
                <a:pPr algn="ctr" marL="0" indent="0" lvl="0">
                  <a:lnSpc>
                    <a:spcPts val="1853"/>
                  </a:lnSpc>
                  <a:spcBef>
                    <a:spcPct val="0"/>
                  </a:spcBef>
                </a:pPr>
              </a:p>
              <a:p>
                <a:pPr algn="ctr" marL="0" indent="0" lvl="0">
                  <a:lnSpc>
                    <a:spcPts val="1853"/>
                  </a:lnSpc>
                  <a:spcBef>
                    <a:spcPct val="0"/>
                  </a:spcBef>
                </a:pPr>
              </a:p>
            </p:txBody>
          </p:sp>
        </p:grpSp>
        <p:grpSp>
          <p:nvGrpSpPr>
            <p:cNvPr name="Group 12" id="12"/>
            <p:cNvGrpSpPr/>
            <p:nvPr/>
          </p:nvGrpSpPr>
          <p:grpSpPr>
            <a:xfrm rot="0">
              <a:off x="16059231" y="0"/>
              <a:ext cx="2504831" cy="1727243"/>
              <a:chOff x="0" y="0"/>
              <a:chExt cx="521251" cy="359436"/>
            </a:xfrm>
          </p:grpSpPr>
          <p:sp>
            <p:nvSpPr>
              <p:cNvPr name="Freeform 13" id="13"/>
              <p:cNvSpPr/>
              <p:nvPr/>
            </p:nvSpPr>
            <p:spPr>
              <a:xfrm flipH="false" flipV="false" rot="0">
                <a:off x="0" y="0"/>
                <a:ext cx="521251" cy="359436"/>
              </a:xfrm>
              <a:custGeom>
                <a:avLst/>
                <a:gdLst/>
                <a:ahLst/>
                <a:cxnLst/>
                <a:rect r="r" b="b" t="t" l="l"/>
                <a:pathLst>
                  <a:path h="359436" w="521251">
                    <a:moveTo>
                      <a:pt x="179718" y="0"/>
                    </a:moveTo>
                    <a:lnTo>
                      <a:pt x="341533" y="0"/>
                    </a:lnTo>
                    <a:cubicBezTo>
                      <a:pt x="440789" y="0"/>
                      <a:pt x="521251" y="80463"/>
                      <a:pt x="521251" y="179718"/>
                    </a:cubicBezTo>
                    <a:lnTo>
                      <a:pt x="521251" y="179718"/>
                    </a:lnTo>
                    <a:cubicBezTo>
                      <a:pt x="521251" y="227382"/>
                      <a:pt x="502317" y="273094"/>
                      <a:pt x="468613" y="306798"/>
                    </a:cubicBezTo>
                    <a:cubicBezTo>
                      <a:pt x="434909" y="340502"/>
                      <a:pt x="389197" y="359436"/>
                      <a:pt x="341533" y="359436"/>
                    </a:cubicBezTo>
                    <a:lnTo>
                      <a:pt x="179718" y="359436"/>
                    </a:lnTo>
                    <a:cubicBezTo>
                      <a:pt x="132054" y="359436"/>
                      <a:pt x="86342" y="340502"/>
                      <a:pt x="52638" y="306798"/>
                    </a:cubicBezTo>
                    <a:cubicBezTo>
                      <a:pt x="18935" y="273094"/>
                      <a:pt x="0" y="227382"/>
                      <a:pt x="0" y="179718"/>
                    </a:cubicBezTo>
                    <a:lnTo>
                      <a:pt x="0" y="179718"/>
                    </a:lnTo>
                    <a:cubicBezTo>
                      <a:pt x="0" y="132054"/>
                      <a:pt x="18935" y="86342"/>
                      <a:pt x="52638" y="52638"/>
                    </a:cubicBezTo>
                    <a:cubicBezTo>
                      <a:pt x="86342" y="18935"/>
                      <a:pt x="132054" y="0"/>
                      <a:pt x="179718" y="0"/>
                    </a:cubicBezTo>
                    <a:close/>
                  </a:path>
                </a:pathLst>
              </a:custGeom>
              <a:solidFill>
                <a:srgbClr val="5170FF"/>
              </a:solidFill>
              <a:ln cap="rnd">
                <a:noFill/>
                <a:prstDash val="solid"/>
                <a:round/>
              </a:ln>
            </p:spPr>
          </p:sp>
          <p:sp>
            <p:nvSpPr>
              <p:cNvPr name="TextBox 14" id="14"/>
              <p:cNvSpPr txBox="true"/>
              <p:nvPr/>
            </p:nvSpPr>
            <p:spPr>
              <a:xfrm>
                <a:off x="0" y="-38100"/>
                <a:ext cx="521251" cy="397536"/>
              </a:xfrm>
              <a:prstGeom prst="rect">
                <a:avLst/>
              </a:prstGeom>
            </p:spPr>
            <p:txBody>
              <a:bodyPr anchor="ctr" rtlCol="false" tIns="48220" lIns="48220" bIns="48220" rIns="48220"/>
              <a:lstStyle/>
              <a:p>
                <a:pPr algn="ctr" marL="0" indent="0" lvl="0">
                  <a:lnSpc>
                    <a:spcPts val="1853"/>
                  </a:lnSpc>
                  <a:spcBef>
                    <a:spcPct val="0"/>
                  </a:spcBef>
                </a:pPr>
              </a:p>
              <a:p>
                <a:pPr algn="ctr" marL="0" indent="0" lvl="0">
                  <a:lnSpc>
                    <a:spcPts val="1853"/>
                  </a:lnSpc>
                  <a:spcBef>
                    <a:spcPct val="0"/>
                  </a:spcBef>
                </a:pPr>
              </a:p>
              <a:p>
                <a:pPr algn="ctr" marL="0" indent="0" lvl="0">
                  <a:lnSpc>
                    <a:spcPts val="1853"/>
                  </a:lnSpc>
                  <a:spcBef>
                    <a:spcPct val="0"/>
                  </a:spcBef>
                </a:pPr>
              </a:p>
            </p:txBody>
          </p:sp>
        </p:grpSp>
      </p:grpSp>
      <p:sp>
        <p:nvSpPr>
          <p:cNvPr name="TextBox 15" id="15"/>
          <p:cNvSpPr txBox="true"/>
          <p:nvPr/>
        </p:nvSpPr>
        <p:spPr>
          <a:xfrm rot="0">
            <a:off x="1355167" y="696396"/>
            <a:ext cx="12295240" cy="685800"/>
          </a:xfrm>
          <a:prstGeom prst="rect">
            <a:avLst/>
          </a:prstGeom>
        </p:spPr>
        <p:txBody>
          <a:bodyPr anchor="t" rtlCol="false" tIns="0" lIns="0" bIns="0" rIns="0">
            <a:spAutoFit/>
          </a:bodyPr>
          <a:lstStyle/>
          <a:p>
            <a:pPr algn="l" marL="0" indent="0" lvl="0">
              <a:lnSpc>
                <a:spcPts val="5100"/>
              </a:lnSpc>
              <a:spcBef>
                <a:spcPct val="0"/>
              </a:spcBef>
            </a:pPr>
            <a:r>
              <a:rPr lang="en-US" b="true" sz="5000" spc="-100" strike="noStrike" u="none">
                <a:solidFill>
                  <a:srgbClr val="FFFFFF"/>
                </a:solidFill>
                <a:latin typeface="프리젠테이션 Bold"/>
                <a:ea typeface="프리젠테이션 Bold"/>
                <a:cs typeface="프리젠테이션 Bold"/>
                <a:sym typeface="프리젠테이션 Bold"/>
              </a:rPr>
              <a:t>다양한 프롬프트 기법</a:t>
            </a:r>
          </a:p>
        </p:txBody>
      </p:sp>
      <p:sp>
        <p:nvSpPr>
          <p:cNvPr name="Freeform 16" id="16"/>
          <p:cNvSpPr/>
          <p:nvPr/>
        </p:nvSpPr>
        <p:spPr>
          <a:xfrm flipH="false" flipV="false" rot="0">
            <a:off x="820604" y="843344"/>
            <a:ext cx="334731" cy="334731"/>
          </a:xfrm>
          <a:custGeom>
            <a:avLst/>
            <a:gdLst/>
            <a:ahLst/>
            <a:cxnLst/>
            <a:rect r="r" b="b" t="t" l="l"/>
            <a:pathLst>
              <a:path h="334731" w="334731">
                <a:moveTo>
                  <a:pt x="0" y="0"/>
                </a:moveTo>
                <a:lnTo>
                  <a:pt x="334731" y="0"/>
                </a:lnTo>
                <a:lnTo>
                  <a:pt x="334731" y="334731"/>
                </a:lnTo>
                <a:lnTo>
                  <a:pt x="0" y="334731"/>
                </a:lnTo>
                <a:lnTo>
                  <a:pt x="0" y="0"/>
                </a:lnTo>
                <a:close/>
              </a:path>
            </a:pathLst>
          </a:custGeom>
          <a:blipFill>
            <a:blip r:embed="rId3">
              <a:extLst>
                <a:ext uri="{96DAC541-7B7A-43D3-8B79-37D633B846F1}">
                  <asvg:svgBlip xmlns:asvg="http://schemas.microsoft.com/office/drawing/2016/SVG/main" r:embed="rId4"/>
                </a:ext>
              </a:extLst>
            </a:blip>
            <a:stretch>
              <a:fillRect l="0" t="0" r="0" b="0"/>
            </a:stretch>
          </a:blipFill>
        </p:spPr>
      </p:sp>
      <p:sp>
        <p:nvSpPr>
          <p:cNvPr name="AutoShape 17" id="17"/>
          <p:cNvSpPr/>
          <p:nvPr/>
        </p:nvSpPr>
        <p:spPr>
          <a:xfrm>
            <a:off x="6024486" y="2898323"/>
            <a:ext cx="0" cy="1053640"/>
          </a:xfrm>
          <a:prstGeom prst="line">
            <a:avLst/>
          </a:prstGeom>
          <a:ln cap="flat" w="9525">
            <a:solidFill>
              <a:srgbClr val="50535F"/>
            </a:solidFill>
            <a:prstDash val="solid"/>
            <a:headEnd type="none" len="sm" w="sm"/>
            <a:tailEnd type="none" len="sm" w="sm"/>
          </a:ln>
        </p:spPr>
      </p:sp>
      <p:sp>
        <p:nvSpPr>
          <p:cNvPr name="TextBox 18" id="18"/>
          <p:cNvSpPr txBox="true"/>
          <p:nvPr/>
        </p:nvSpPr>
        <p:spPr>
          <a:xfrm rot="0">
            <a:off x="3048547" y="3118668"/>
            <a:ext cx="2632522" cy="484378"/>
          </a:xfrm>
          <a:prstGeom prst="rect">
            <a:avLst/>
          </a:prstGeom>
        </p:spPr>
        <p:txBody>
          <a:bodyPr anchor="t" rtlCol="false" tIns="0" lIns="0" bIns="0" rIns="0">
            <a:spAutoFit/>
          </a:bodyPr>
          <a:lstStyle/>
          <a:p>
            <a:pPr algn="ctr" marL="0" indent="0" lvl="0">
              <a:lnSpc>
                <a:spcPts val="3776"/>
              </a:lnSpc>
              <a:spcBef>
                <a:spcPct val="0"/>
              </a:spcBef>
            </a:pPr>
            <a:r>
              <a:rPr lang="en-US" b="true" sz="3200" spc="-64" strike="noStrike" u="none">
                <a:solidFill>
                  <a:srgbClr val="333333"/>
                </a:solidFill>
                <a:latin typeface="프리젠테이션 Bold"/>
                <a:ea typeface="프리젠테이션 Bold"/>
                <a:cs typeface="프리젠테이션 Bold"/>
                <a:sym typeface="프리젠테이션 Bold"/>
              </a:rPr>
              <a:t>기법이란?</a:t>
            </a:r>
          </a:p>
        </p:txBody>
      </p:sp>
      <p:sp>
        <p:nvSpPr>
          <p:cNvPr name="Freeform 19" id="19"/>
          <p:cNvSpPr/>
          <p:nvPr/>
        </p:nvSpPr>
        <p:spPr>
          <a:xfrm flipH="false" flipV="false" rot="0">
            <a:off x="1983625" y="3078692"/>
            <a:ext cx="840475" cy="714403"/>
          </a:xfrm>
          <a:custGeom>
            <a:avLst/>
            <a:gdLst/>
            <a:ahLst/>
            <a:cxnLst/>
            <a:rect r="r" b="b" t="t" l="l"/>
            <a:pathLst>
              <a:path h="714403" w="840475">
                <a:moveTo>
                  <a:pt x="0" y="0"/>
                </a:moveTo>
                <a:lnTo>
                  <a:pt x="840474" y="0"/>
                </a:lnTo>
                <a:lnTo>
                  <a:pt x="840474" y="714404"/>
                </a:lnTo>
                <a:lnTo>
                  <a:pt x="0" y="714404"/>
                </a:lnTo>
                <a:lnTo>
                  <a:pt x="0" y="0"/>
                </a:lnTo>
                <a:close/>
              </a:path>
            </a:pathLst>
          </a:custGeom>
          <a:blipFill>
            <a:blip r:embed="rId5">
              <a:extLst>
                <a:ext uri="{96DAC541-7B7A-43D3-8B79-37D633B846F1}">
                  <asvg:svgBlip xmlns:asvg="http://schemas.microsoft.com/office/drawing/2016/SVG/main" r:embed="rId6"/>
                </a:ext>
              </a:extLst>
            </a:blip>
            <a:stretch>
              <a:fillRect l="0" t="0" r="0" b="0"/>
            </a:stretch>
          </a:blipFill>
        </p:spPr>
      </p:sp>
      <p:sp>
        <p:nvSpPr>
          <p:cNvPr name="TextBox 20" id="20"/>
          <p:cNvSpPr txBox="true"/>
          <p:nvPr/>
        </p:nvSpPr>
        <p:spPr>
          <a:xfrm rot="0">
            <a:off x="6506746" y="2933210"/>
            <a:ext cx="9816540" cy="908685"/>
          </a:xfrm>
          <a:prstGeom prst="rect">
            <a:avLst/>
          </a:prstGeom>
        </p:spPr>
        <p:txBody>
          <a:bodyPr anchor="t" rtlCol="false" tIns="0" lIns="0" bIns="0" rIns="0">
            <a:spAutoFit/>
          </a:bodyPr>
          <a:lstStyle/>
          <a:p>
            <a:pPr algn="l" marL="0" indent="0" lvl="0">
              <a:lnSpc>
                <a:spcPts val="3600"/>
              </a:lnSpc>
              <a:spcBef>
                <a:spcPct val="0"/>
              </a:spcBef>
            </a:pPr>
            <a:r>
              <a:rPr lang="en-US" b="true" sz="2400" spc="-48" strike="noStrike" u="none">
                <a:solidFill>
                  <a:srgbClr val="747EA3"/>
                </a:solidFill>
                <a:latin typeface="프리젠테이션 Bold"/>
                <a:ea typeface="프리젠테이션 Bold"/>
                <a:cs typeface="프리젠테이션 Bold"/>
                <a:sym typeface="프리젠테이션 Bold"/>
              </a:rPr>
              <a:t>AI가 더 잘 알아듣게 만드는 '말하기 요령'</a:t>
            </a:r>
          </a:p>
          <a:p>
            <a:pPr algn="l" marL="0" indent="0" lvl="0">
              <a:lnSpc>
                <a:spcPts val="3600"/>
              </a:lnSpc>
              <a:spcBef>
                <a:spcPct val="0"/>
              </a:spcBef>
            </a:pPr>
            <a:r>
              <a:rPr lang="en-US" b="true" sz="2400" spc="-48" strike="noStrike" u="none">
                <a:solidFill>
                  <a:srgbClr val="747EA3"/>
                </a:solidFill>
                <a:latin typeface="프리젠테이션 Bold"/>
                <a:ea typeface="프리젠테이션 Bold"/>
                <a:cs typeface="프리젠테이션 Bold"/>
                <a:sym typeface="프리젠테이션 Bold"/>
              </a:rPr>
              <a:t>11가지 기법을 3가지로 묶었어요!</a:t>
            </a:r>
          </a:p>
        </p:txBody>
      </p:sp>
      <p:grpSp>
        <p:nvGrpSpPr>
          <p:cNvPr name="Group 21" id="21"/>
          <p:cNvGrpSpPr/>
          <p:nvPr/>
        </p:nvGrpSpPr>
        <p:grpSpPr>
          <a:xfrm rot="0">
            <a:off x="1705928" y="4639191"/>
            <a:ext cx="4832311" cy="3960188"/>
            <a:chOff x="0" y="0"/>
            <a:chExt cx="1272707" cy="1043013"/>
          </a:xfrm>
        </p:grpSpPr>
        <p:sp>
          <p:nvSpPr>
            <p:cNvPr name="Freeform 22" id="22"/>
            <p:cNvSpPr/>
            <p:nvPr/>
          </p:nvSpPr>
          <p:spPr>
            <a:xfrm flipH="false" flipV="false" rot="0">
              <a:off x="0" y="0"/>
              <a:ext cx="1272707" cy="1043012"/>
            </a:xfrm>
            <a:custGeom>
              <a:avLst/>
              <a:gdLst/>
              <a:ahLst/>
              <a:cxnLst/>
              <a:rect r="r" b="b" t="t" l="l"/>
              <a:pathLst>
                <a:path h="1043012" w="1272707">
                  <a:moveTo>
                    <a:pt x="24032" y="0"/>
                  </a:moveTo>
                  <a:lnTo>
                    <a:pt x="1248676" y="0"/>
                  </a:lnTo>
                  <a:cubicBezTo>
                    <a:pt x="1261948" y="0"/>
                    <a:pt x="1272707" y="10759"/>
                    <a:pt x="1272707" y="24032"/>
                  </a:cubicBezTo>
                  <a:lnTo>
                    <a:pt x="1272707" y="1018981"/>
                  </a:lnTo>
                  <a:cubicBezTo>
                    <a:pt x="1272707" y="1032253"/>
                    <a:pt x="1261948" y="1043012"/>
                    <a:pt x="1248676" y="1043012"/>
                  </a:cubicBezTo>
                  <a:lnTo>
                    <a:pt x="24032" y="1043012"/>
                  </a:lnTo>
                  <a:cubicBezTo>
                    <a:pt x="17658" y="1043012"/>
                    <a:pt x="11546" y="1040481"/>
                    <a:pt x="7039" y="1035974"/>
                  </a:cubicBezTo>
                  <a:cubicBezTo>
                    <a:pt x="2532" y="1031467"/>
                    <a:pt x="0" y="1025354"/>
                    <a:pt x="0" y="1018981"/>
                  </a:cubicBezTo>
                  <a:lnTo>
                    <a:pt x="0" y="24032"/>
                  </a:lnTo>
                  <a:cubicBezTo>
                    <a:pt x="0" y="10759"/>
                    <a:pt x="10759" y="0"/>
                    <a:pt x="24032" y="0"/>
                  </a:cubicBezTo>
                  <a:close/>
                </a:path>
              </a:pathLst>
            </a:custGeom>
            <a:solidFill>
              <a:srgbClr val="747EA3"/>
            </a:solidFill>
            <a:ln cap="sq">
              <a:noFill/>
              <a:prstDash val="solid"/>
              <a:miter/>
            </a:ln>
          </p:spPr>
        </p:sp>
        <p:sp>
          <p:nvSpPr>
            <p:cNvPr name="TextBox 23" id="23"/>
            <p:cNvSpPr txBox="true"/>
            <p:nvPr/>
          </p:nvSpPr>
          <p:spPr>
            <a:xfrm>
              <a:off x="0" y="-28575"/>
              <a:ext cx="1272707" cy="1071588"/>
            </a:xfrm>
            <a:prstGeom prst="rect">
              <a:avLst/>
            </a:prstGeom>
          </p:spPr>
          <p:txBody>
            <a:bodyPr anchor="ctr" rtlCol="false" tIns="50800" lIns="50800" bIns="50800" rIns="50800"/>
            <a:lstStyle/>
            <a:p>
              <a:pPr algn="ctr" marL="0" indent="0" lvl="0">
                <a:lnSpc>
                  <a:spcPts val="2659"/>
                </a:lnSpc>
                <a:spcBef>
                  <a:spcPct val="0"/>
                </a:spcBef>
              </a:pPr>
            </a:p>
          </p:txBody>
        </p:sp>
      </p:grpSp>
      <p:grpSp>
        <p:nvGrpSpPr>
          <p:cNvPr name="Group 24" id="24"/>
          <p:cNvGrpSpPr/>
          <p:nvPr/>
        </p:nvGrpSpPr>
        <p:grpSpPr>
          <a:xfrm rot="0">
            <a:off x="6726923" y="4639191"/>
            <a:ext cx="4832311" cy="3960188"/>
            <a:chOff x="0" y="0"/>
            <a:chExt cx="1272707" cy="1043013"/>
          </a:xfrm>
        </p:grpSpPr>
        <p:sp>
          <p:nvSpPr>
            <p:cNvPr name="Freeform 25" id="25"/>
            <p:cNvSpPr/>
            <p:nvPr/>
          </p:nvSpPr>
          <p:spPr>
            <a:xfrm flipH="false" flipV="false" rot="0">
              <a:off x="0" y="0"/>
              <a:ext cx="1272707" cy="1043012"/>
            </a:xfrm>
            <a:custGeom>
              <a:avLst/>
              <a:gdLst/>
              <a:ahLst/>
              <a:cxnLst/>
              <a:rect r="r" b="b" t="t" l="l"/>
              <a:pathLst>
                <a:path h="1043012" w="1272707">
                  <a:moveTo>
                    <a:pt x="24032" y="0"/>
                  </a:moveTo>
                  <a:lnTo>
                    <a:pt x="1248676" y="0"/>
                  </a:lnTo>
                  <a:cubicBezTo>
                    <a:pt x="1261948" y="0"/>
                    <a:pt x="1272707" y="10759"/>
                    <a:pt x="1272707" y="24032"/>
                  </a:cubicBezTo>
                  <a:lnTo>
                    <a:pt x="1272707" y="1018981"/>
                  </a:lnTo>
                  <a:cubicBezTo>
                    <a:pt x="1272707" y="1032253"/>
                    <a:pt x="1261948" y="1043012"/>
                    <a:pt x="1248676" y="1043012"/>
                  </a:cubicBezTo>
                  <a:lnTo>
                    <a:pt x="24032" y="1043012"/>
                  </a:lnTo>
                  <a:cubicBezTo>
                    <a:pt x="17658" y="1043012"/>
                    <a:pt x="11546" y="1040481"/>
                    <a:pt x="7039" y="1035974"/>
                  </a:cubicBezTo>
                  <a:cubicBezTo>
                    <a:pt x="2532" y="1031467"/>
                    <a:pt x="0" y="1025354"/>
                    <a:pt x="0" y="1018981"/>
                  </a:cubicBezTo>
                  <a:lnTo>
                    <a:pt x="0" y="24032"/>
                  </a:lnTo>
                  <a:cubicBezTo>
                    <a:pt x="0" y="10759"/>
                    <a:pt x="10759" y="0"/>
                    <a:pt x="24032" y="0"/>
                  </a:cubicBezTo>
                  <a:close/>
                </a:path>
              </a:pathLst>
            </a:custGeom>
            <a:solidFill>
              <a:srgbClr val="747EA3"/>
            </a:solidFill>
            <a:ln cap="sq">
              <a:noFill/>
              <a:prstDash val="solid"/>
              <a:miter/>
            </a:ln>
          </p:spPr>
        </p:sp>
        <p:sp>
          <p:nvSpPr>
            <p:cNvPr name="TextBox 26" id="26"/>
            <p:cNvSpPr txBox="true"/>
            <p:nvPr/>
          </p:nvSpPr>
          <p:spPr>
            <a:xfrm>
              <a:off x="0" y="-28575"/>
              <a:ext cx="1272707" cy="1071588"/>
            </a:xfrm>
            <a:prstGeom prst="rect">
              <a:avLst/>
            </a:prstGeom>
          </p:spPr>
          <p:txBody>
            <a:bodyPr anchor="ctr" rtlCol="false" tIns="50800" lIns="50800" bIns="50800" rIns="50800"/>
            <a:lstStyle/>
            <a:p>
              <a:pPr algn="ctr" marL="0" indent="0" lvl="0">
                <a:lnSpc>
                  <a:spcPts val="2659"/>
                </a:lnSpc>
                <a:spcBef>
                  <a:spcPct val="0"/>
                </a:spcBef>
              </a:pPr>
            </a:p>
          </p:txBody>
        </p:sp>
      </p:grpSp>
      <p:grpSp>
        <p:nvGrpSpPr>
          <p:cNvPr name="Group 27" id="27"/>
          <p:cNvGrpSpPr/>
          <p:nvPr/>
        </p:nvGrpSpPr>
        <p:grpSpPr>
          <a:xfrm rot="0">
            <a:off x="11747917" y="4639191"/>
            <a:ext cx="4832311" cy="3960188"/>
            <a:chOff x="0" y="0"/>
            <a:chExt cx="1272707" cy="1043013"/>
          </a:xfrm>
        </p:grpSpPr>
        <p:sp>
          <p:nvSpPr>
            <p:cNvPr name="Freeform 28" id="28"/>
            <p:cNvSpPr/>
            <p:nvPr/>
          </p:nvSpPr>
          <p:spPr>
            <a:xfrm flipH="false" flipV="false" rot="0">
              <a:off x="0" y="0"/>
              <a:ext cx="1272707" cy="1043012"/>
            </a:xfrm>
            <a:custGeom>
              <a:avLst/>
              <a:gdLst/>
              <a:ahLst/>
              <a:cxnLst/>
              <a:rect r="r" b="b" t="t" l="l"/>
              <a:pathLst>
                <a:path h="1043012" w="1272707">
                  <a:moveTo>
                    <a:pt x="24032" y="0"/>
                  </a:moveTo>
                  <a:lnTo>
                    <a:pt x="1248676" y="0"/>
                  </a:lnTo>
                  <a:cubicBezTo>
                    <a:pt x="1261948" y="0"/>
                    <a:pt x="1272707" y="10759"/>
                    <a:pt x="1272707" y="24032"/>
                  </a:cubicBezTo>
                  <a:lnTo>
                    <a:pt x="1272707" y="1018981"/>
                  </a:lnTo>
                  <a:cubicBezTo>
                    <a:pt x="1272707" y="1032253"/>
                    <a:pt x="1261948" y="1043012"/>
                    <a:pt x="1248676" y="1043012"/>
                  </a:cubicBezTo>
                  <a:lnTo>
                    <a:pt x="24032" y="1043012"/>
                  </a:lnTo>
                  <a:cubicBezTo>
                    <a:pt x="17658" y="1043012"/>
                    <a:pt x="11546" y="1040481"/>
                    <a:pt x="7039" y="1035974"/>
                  </a:cubicBezTo>
                  <a:cubicBezTo>
                    <a:pt x="2532" y="1031467"/>
                    <a:pt x="0" y="1025354"/>
                    <a:pt x="0" y="1018981"/>
                  </a:cubicBezTo>
                  <a:lnTo>
                    <a:pt x="0" y="24032"/>
                  </a:lnTo>
                  <a:cubicBezTo>
                    <a:pt x="0" y="10759"/>
                    <a:pt x="10759" y="0"/>
                    <a:pt x="24032" y="0"/>
                  </a:cubicBezTo>
                  <a:close/>
                </a:path>
              </a:pathLst>
            </a:custGeom>
            <a:solidFill>
              <a:srgbClr val="747EA3"/>
            </a:solidFill>
            <a:ln cap="sq">
              <a:noFill/>
              <a:prstDash val="solid"/>
              <a:miter/>
            </a:ln>
          </p:spPr>
        </p:sp>
        <p:sp>
          <p:nvSpPr>
            <p:cNvPr name="TextBox 29" id="29"/>
            <p:cNvSpPr txBox="true"/>
            <p:nvPr/>
          </p:nvSpPr>
          <p:spPr>
            <a:xfrm>
              <a:off x="0" y="-28575"/>
              <a:ext cx="1272707" cy="1071588"/>
            </a:xfrm>
            <a:prstGeom prst="rect">
              <a:avLst/>
            </a:prstGeom>
          </p:spPr>
          <p:txBody>
            <a:bodyPr anchor="ctr" rtlCol="false" tIns="50800" lIns="50800" bIns="50800" rIns="50800"/>
            <a:lstStyle/>
            <a:p>
              <a:pPr algn="ctr" marL="0" indent="0" lvl="0">
                <a:lnSpc>
                  <a:spcPts val="2659"/>
                </a:lnSpc>
                <a:spcBef>
                  <a:spcPct val="0"/>
                </a:spcBef>
              </a:pPr>
            </a:p>
          </p:txBody>
        </p:sp>
      </p:grpSp>
      <p:sp>
        <p:nvSpPr>
          <p:cNvPr name="TextBox 30" id="30"/>
          <p:cNvSpPr txBox="true"/>
          <p:nvPr/>
        </p:nvSpPr>
        <p:spPr>
          <a:xfrm rot="0">
            <a:off x="2212939" y="6825195"/>
            <a:ext cx="3811547" cy="762000"/>
          </a:xfrm>
          <a:prstGeom prst="rect">
            <a:avLst/>
          </a:prstGeom>
        </p:spPr>
        <p:txBody>
          <a:bodyPr anchor="t" rtlCol="false" tIns="0" lIns="0" bIns="0" rIns="0">
            <a:spAutoFit/>
          </a:bodyPr>
          <a:lstStyle/>
          <a:p>
            <a:pPr algn="ctr" marL="0" indent="0" lvl="0">
              <a:lnSpc>
                <a:spcPts val="3000"/>
              </a:lnSpc>
              <a:spcBef>
                <a:spcPct val="0"/>
              </a:spcBef>
            </a:pPr>
            <a:r>
              <a:rPr lang="en-US" b="true" sz="2000" spc="-40" strike="noStrike" u="none">
                <a:solidFill>
                  <a:srgbClr val="FEFEFE">
                    <a:alpha val="81961"/>
                  </a:srgbClr>
                </a:solidFill>
                <a:latin typeface="프리젠테이션 Bold"/>
                <a:ea typeface="프리젠테이션 Bold"/>
                <a:cs typeface="프리젠테이션 Bold"/>
                <a:sym typeface="프리젠테이션 Bold"/>
              </a:rPr>
              <a:t>Few-shot · Q&amp;A</a:t>
            </a:r>
          </a:p>
          <a:p>
            <a:pPr algn="ctr" marL="0" indent="0" lvl="0">
              <a:lnSpc>
                <a:spcPts val="3000"/>
              </a:lnSpc>
              <a:spcBef>
                <a:spcPct val="0"/>
              </a:spcBef>
            </a:pPr>
            <a:r>
              <a:rPr lang="en-US" b="true" sz="2000" spc="-40" strike="noStrike" u="none">
                <a:solidFill>
                  <a:srgbClr val="FEFEFE">
                    <a:alpha val="81961"/>
                  </a:srgbClr>
                </a:solidFill>
                <a:latin typeface="프리젠테이션 Bold"/>
                <a:ea typeface="프리젠테이션 Bold"/>
                <a:cs typeface="프리젠테이션 Bold"/>
                <a:sym typeface="프리젠테이션 Bold"/>
              </a:rPr>
              <a:t>이어쓰기</a:t>
            </a:r>
          </a:p>
        </p:txBody>
      </p:sp>
      <p:sp>
        <p:nvSpPr>
          <p:cNvPr name="TextBox 31" id="31"/>
          <p:cNvSpPr txBox="true"/>
          <p:nvPr/>
        </p:nvSpPr>
        <p:spPr>
          <a:xfrm rot="0">
            <a:off x="7233350" y="6825195"/>
            <a:ext cx="3819457" cy="762000"/>
          </a:xfrm>
          <a:prstGeom prst="rect">
            <a:avLst/>
          </a:prstGeom>
        </p:spPr>
        <p:txBody>
          <a:bodyPr anchor="t" rtlCol="false" tIns="0" lIns="0" bIns="0" rIns="0">
            <a:spAutoFit/>
          </a:bodyPr>
          <a:lstStyle/>
          <a:p>
            <a:pPr algn="ctr" marL="0" indent="0" lvl="0">
              <a:lnSpc>
                <a:spcPts val="3000"/>
              </a:lnSpc>
              <a:spcBef>
                <a:spcPct val="0"/>
              </a:spcBef>
            </a:pPr>
            <a:r>
              <a:rPr lang="en-US" b="true" sz="2000" spc="-40" strike="noStrike" u="none">
                <a:solidFill>
                  <a:srgbClr val="FEFEFE">
                    <a:alpha val="81961"/>
                  </a:srgbClr>
                </a:solidFill>
                <a:latin typeface="프리젠테이션 Bold"/>
                <a:ea typeface="프리젠테이션 Bold"/>
                <a:cs typeface="프리젠테이션 Bold"/>
                <a:sym typeface="프리젠테이션 Bold"/>
              </a:rPr>
              <a:t>역할 지정 · 멀티 페르소나</a:t>
            </a:r>
          </a:p>
          <a:p>
            <a:pPr algn="ctr" marL="0" indent="0" lvl="0">
              <a:lnSpc>
                <a:spcPts val="3000"/>
              </a:lnSpc>
              <a:spcBef>
                <a:spcPct val="0"/>
              </a:spcBef>
            </a:pPr>
            <a:r>
              <a:rPr lang="en-US" b="true" sz="2000" spc="-40" strike="noStrike" u="none">
                <a:solidFill>
                  <a:srgbClr val="FEFEFE">
                    <a:alpha val="81961"/>
                  </a:srgbClr>
                </a:solidFill>
                <a:latin typeface="프리젠테이션 Bold"/>
                <a:ea typeface="프리젠테이션 Bold"/>
                <a:cs typeface="프리젠테이션 Bold"/>
                <a:sym typeface="프리젠테이션 Bold"/>
              </a:rPr>
              <a:t>형식 지정 · 마크다운</a:t>
            </a:r>
          </a:p>
        </p:txBody>
      </p:sp>
      <p:sp>
        <p:nvSpPr>
          <p:cNvPr name="TextBox 32" id="32"/>
          <p:cNvSpPr txBox="true"/>
          <p:nvPr/>
        </p:nvSpPr>
        <p:spPr>
          <a:xfrm rot="0">
            <a:off x="12250849" y="6825195"/>
            <a:ext cx="3767925" cy="762000"/>
          </a:xfrm>
          <a:prstGeom prst="rect">
            <a:avLst/>
          </a:prstGeom>
        </p:spPr>
        <p:txBody>
          <a:bodyPr anchor="t" rtlCol="false" tIns="0" lIns="0" bIns="0" rIns="0">
            <a:spAutoFit/>
          </a:bodyPr>
          <a:lstStyle/>
          <a:p>
            <a:pPr algn="ctr" marL="0" indent="0" lvl="0">
              <a:lnSpc>
                <a:spcPts val="3000"/>
              </a:lnSpc>
              <a:spcBef>
                <a:spcPct val="0"/>
              </a:spcBef>
            </a:pPr>
            <a:r>
              <a:rPr lang="en-US" b="true" sz="2000" spc="-40" strike="noStrike" u="none">
                <a:solidFill>
                  <a:srgbClr val="FEFEFE">
                    <a:alpha val="81961"/>
                  </a:srgbClr>
                </a:solidFill>
                <a:latin typeface="프리젠테이션 Bold"/>
                <a:ea typeface="프리젠테이션 Bold"/>
                <a:cs typeface="프리젠테이션 Bold"/>
                <a:sym typeface="프리젠테이션 Bold"/>
              </a:rPr>
              <a:t>CoT · Zero-shot CoT</a:t>
            </a:r>
          </a:p>
          <a:p>
            <a:pPr algn="ctr" marL="0" indent="0" lvl="0">
              <a:lnSpc>
                <a:spcPts val="3000"/>
              </a:lnSpc>
              <a:spcBef>
                <a:spcPct val="0"/>
              </a:spcBef>
            </a:pPr>
            <a:r>
              <a:rPr lang="en-US" b="true" sz="2000" spc="-40" strike="noStrike" u="none">
                <a:solidFill>
                  <a:srgbClr val="FEFEFE">
                    <a:alpha val="81961"/>
                  </a:srgbClr>
                </a:solidFill>
                <a:latin typeface="프리젠테이션 Bold"/>
                <a:ea typeface="프리젠테이션 Bold"/>
                <a:cs typeface="프리젠테이션 Bold"/>
                <a:sym typeface="프리젠테이션 Bold"/>
              </a:rPr>
              <a:t>Self-Consistency · ReAct</a:t>
            </a:r>
          </a:p>
        </p:txBody>
      </p:sp>
      <p:sp>
        <p:nvSpPr>
          <p:cNvPr name="TextBox 33" id="33"/>
          <p:cNvSpPr txBox="true"/>
          <p:nvPr/>
        </p:nvSpPr>
        <p:spPr>
          <a:xfrm rot="0">
            <a:off x="1815302" y="5598734"/>
            <a:ext cx="4606821" cy="549529"/>
          </a:xfrm>
          <a:prstGeom prst="rect">
            <a:avLst/>
          </a:prstGeom>
        </p:spPr>
        <p:txBody>
          <a:bodyPr anchor="t" rtlCol="false" tIns="0" lIns="0" bIns="0" rIns="0">
            <a:spAutoFit/>
          </a:bodyPr>
          <a:lstStyle/>
          <a:p>
            <a:pPr algn="ctr" marL="0" indent="0" lvl="0">
              <a:lnSpc>
                <a:spcPts val="4507"/>
              </a:lnSpc>
              <a:spcBef>
                <a:spcPct val="0"/>
              </a:spcBef>
            </a:pPr>
            <a:r>
              <a:rPr lang="en-US" b="true" sz="2799" spc="-97" strike="noStrike" u="none">
                <a:solidFill>
                  <a:srgbClr val="FEFEFE"/>
                </a:solidFill>
                <a:latin typeface="프리젠테이션 Bold"/>
                <a:ea typeface="프리젠테이션 Bold"/>
                <a:cs typeface="프리젠테이션 Bold"/>
                <a:sym typeface="프리젠테이션 Bold"/>
              </a:rPr>
              <a:t>예시 보여주기</a:t>
            </a:r>
          </a:p>
        </p:txBody>
      </p:sp>
      <p:sp>
        <p:nvSpPr>
          <p:cNvPr name="TextBox 34" id="34"/>
          <p:cNvSpPr txBox="true"/>
          <p:nvPr/>
        </p:nvSpPr>
        <p:spPr>
          <a:xfrm rot="0">
            <a:off x="6839668" y="5598734"/>
            <a:ext cx="4606821" cy="549529"/>
          </a:xfrm>
          <a:prstGeom prst="rect">
            <a:avLst/>
          </a:prstGeom>
        </p:spPr>
        <p:txBody>
          <a:bodyPr anchor="t" rtlCol="false" tIns="0" lIns="0" bIns="0" rIns="0">
            <a:spAutoFit/>
          </a:bodyPr>
          <a:lstStyle/>
          <a:p>
            <a:pPr algn="ctr" marL="0" indent="0" lvl="0">
              <a:lnSpc>
                <a:spcPts val="4507"/>
              </a:lnSpc>
              <a:spcBef>
                <a:spcPct val="0"/>
              </a:spcBef>
            </a:pPr>
            <a:r>
              <a:rPr lang="en-US" b="true" sz="2799" spc="-97" strike="noStrike" u="none">
                <a:solidFill>
                  <a:srgbClr val="FEFEFE"/>
                </a:solidFill>
                <a:latin typeface="프리젠테이션 Bold"/>
                <a:ea typeface="프리젠테이션 Bold"/>
                <a:cs typeface="프리젠테이션 Bold"/>
                <a:sym typeface="프리젠테이션 Bold"/>
              </a:rPr>
              <a:t>역할·형식 정하기</a:t>
            </a:r>
          </a:p>
        </p:txBody>
      </p:sp>
      <p:sp>
        <p:nvSpPr>
          <p:cNvPr name="TextBox 35" id="35"/>
          <p:cNvSpPr txBox="true"/>
          <p:nvPr/>
        </p:nvSpPr>
        <p:spPr>
          <a:xfrm rot="0">
            <a:off x="11864034" y="5598734"/>
            <a:ext cx="4606821" cy="549529"/>
          </a:xfrm>
          <a:prstGeom prst="rect">
            <a:avLst/>
          </a:prstGeom>
        </p:spPr>
        <p:txBody>
          <a:bodyPr anchor="t" rtlCol="false" tIns="0" lIns="0" bIns="0" rIns="0">
            <a:spAutoFit/>
          </a:bodyPr>
          <a:lstStyle/>
          <a:p>
            <a:pPr algn="ctr" marL="0" indent="0" lvl="0">
              <a:lnSpc>
                <a:spcPts val="4507"/>
              </a:lnSpc>
              <a:spcBef>
                <a:spcPct val="0"/>
              </a:spcBef>
            </a:pPr>
            <a:r>
              <a:rPr lang="en-US" b="true" sz="2799" spc="-97" strike="noStrike" u="none">
                <a:solidFill>
                  <a:srgbClr val="FEFEFE"/>
                </a:solidFill>
                <a:latin typeface="프리젠테이션 Bold"/>
                <a:ea typeface="프리젠테이션 Bold"/>
                <a:cs typeface="프리젠테이션 Bold"/>
                <a:sym typeface="프리젠테이션 Bold"/>
              </a:rPr>
              <a:t>생각하게 하기</a:t>
            </a:r>
          </a:p>
        </p:txBody>
      </p:sp>
      <p:sp>
        <p:nvSpPr>
          <p:cNvPr name="AutoShape 36" id="36"/>
          <p:cNvSpPr/>
          <p:nvPr/>
        </p:nvSpPr>
        <p:spPr>
          <a:xfrm>
            <a:off x="2037627" y="6457826"/>
            <a:ext cx="4162171" cy="0"/>
          </a:xfrm>
          <a:prstGeom prst="line">
            <a:avLst/>
          </a:prstGeom>
          <a:ln cap="rnd" w="9525">
            <a:solidFill>
              <a:srgbClr val="FEFEFE"/>
            </a:solidFill>
            <a:prstDash val="solid"/>
            <a:headEnd type="none" len="sm" w="sm"/>
            <a:tailEnd type="none" len="sm" w="sm"/>
          </a:ln>
        </p:spPr>
      </p:sp>
      <p:sp>
        <p:nvSpPr>
          <p:cNvPr name="AutoShape 37" id="37"/>
          <p:cNvSpPr/>
          <p:nvPr/>
        </p:nvSpPr>
        <p:spPr>
          <a:xfrm>
            <a:off x="7061993" y="6457826"/>
            <a:ext cx="4162171" cy="0"/>
          </a:xfrm>
          <a:prstGeom prst="line">
            <a:avLst/>
          </a:prstGeom>
          <a:ln cap="rnd" w="9525">
            <a:solidFill>
              <a:srgbClr val="FEFEFE"/>
            </a:solidFill>
            <a:prstDash val="solid"/>
            <a:headEnd type="none" len="sm" w="sm"/>
            <a:tailEnd type="none" len="sm" w="sm"/>
          </a:ln>
        </p:spPr>
      </p:sp>
      <p:sp>
        <p:nvSpPr>
          <p:cNvPr name="AutoShape 38" id="38"/>
          <p:cNvSpPr/>
          <p:nvPr/>
        </p:nvSpPr>
        <p:spPr>
          <a:xfrm>
            <a:off x="12086359" y="6457826"/>
            <a:ext cx="4162171" cy="0"/>
          </a:xfrm>
          <a:prstGeom prst="line">
            <a:avLst/>
          </a:prstGeom>
          <a:ln cap="rnd" w="9525">
            <a:solidFill>
              <a:srgbClr val="FEFEFE"/>
            </a:solidFill>
            <a:prstDash val="solid"/>
            <a:headEnd type="none" len="sm" w="sm"/>
            <a:tailEnd type="none" len="sm" w="sm"/>
          </a:ln>
        </p:spPr>
      </p:sp>
      <p:sp>
        <p:nvSpPr>
          <p:cNvPr name="TextBox 39" id="39"/>
          <p:cNvSpPr txBox="true"/>
          <p:nvPr/>
        </p:nvSpPr>
        <p:spPr>
          <a:xfrm rot="0">
            <a:off x="2893526" y="5218788"/>
            <a:ext cx="2483896" cy="189484"/>
          </a:xfrm>
          <a:prstGeom prst="rect">
            <a:avLst/>
          </a:prstGeom>
        </p:spPr>
        <p:txBody>
          <a:bodyPr anchor="t" rtlCol="false" tIns="0" lIns="0" bIns="0" rIns="0">
            <a:spAutoFit/>
          </a:bodyPr>
          <a:lstStyle/>
          <a:p>
            <a:pPr algn="ctr" marL="0" indent="0" lvl="0">
              <a:lnSpc>
                <a:spcPts val="1327"/>
              </a:lnSpc>
              <a:spcBef>
                <a:spcPct val="0"/>
              </a:spcBef>
            </a:pPr>
            <a:r>
              <a:rPr lang="en-US" b="true" sz="1599" spc="95" strike="noStrike" u="none">
                <a:solidFill>
                  <a:srgbClr val="FEFEFE"/>
                </a:solidFill>
                <a:latin typeface="프리젠테이션 Bold"/>
                <a:ea typeface="프리젠테이션 Bold"/>
                <a:cs typeface="프리젠테이션 Bold"/>
                <a:sym typeface="프리젠테이션 Bold"/>
              </a:rPr>
              <a:t>그룹 01</a:t>
            </a:r>
          </a:p>
        </p:txBody>
      </p:sp>
      <p:sp>
        <p:nvSpPr>
          <p:cNvPr name="TextBox 40" id="40"/>
          <p:cNvSpPr txBox="true"/>
          <p:nvPr/>
        </p:nvSpPr>
        <p:spPr>
          <a:xfrm rot="0">
            <a:off x="7947534" y="5218788"/>
            <a:ext cx="2483896" cy="189484"/>
          </a:xfrm>
          <a:prstGeom prst="rect">
            <a:avLst/>
          </a:prstGeom>
        </p:spPr>
        <p:txBody>
          <a:bodyPr anchor="t" rtlCol="false" tIns="0" lIns="0" bIns="0" rIns="0">
            <a:spAutoFit/>
          </a:bodyPr>
          <a:lstStyle/>
          <a:p>
            <a:pPr algn="ctr" marL="0" indent="0" lvl="0">
              <a:lnSpc>
                <a:spcPts val="1327"/>
              </a:lnSpc>
              <a:spcBef>
                <a:spcPct val="0"/>
              </a:spcBef>
            </a:pPr>
            <a:r>
              <a:rPr lang="en-US" b="true" sz="1599" spc="95" strike="noStrike" u="none">
                <a:solidFill>
                  <a:srgbClr val="FEFEFE"/>
                </a:solidFill>
                <a:latin typeface="프리젠테이션 Bold"/>
                <a:ea typeface="프리젠테이션 Bold"/>
                <a:cs typeface="프리젠테이션 Bold"/>
                <a:sym typeface="프리젠테이션 Bold"/>
              </a:rPr>
              <a:t>그룹 02</a:t>
            </a:r>
          </a:p>
        </p:txBody>
      </p:sp>
      <p:sp>
        <p:nvSpPr>
          <p:cNvPr name="TextBox 41" id="41"/>
          <p:cNvSpPr txBox="true"/>
          <p:nvPr/>
        </p:nvSpPr>
        <p:spPr>
          <a:xfrm rot="0">
            <a:off x="12939267" y="5218788"/>
            <a:ext cx="2483896" cy="189484"/>
          </a:xfrm>
          <a:prstGeom prst="rect">
            <a:avLst/>
          </a:prstGeom>
        </p:spPr>
        <p:txBody>
          <a:bodyPr anchor="t" rtlCol="false" tIns="0" lIns="0" bIns="0" rIns="0">
            <a:spAutoFit/>
          </a:bodyPr>
          <a:lstStyle/>
          <a:p>
            <a:pPr algn="ctr" marL="0" indent="0" lvl="0">
              <a:lnSpc>
                <a:spcPts val="1327"/>
              </a:lnSpc>
              <a:spcBef>
                <a:spcPct val="0"/>
              </a:spcBef>
            </a:pPr>
            <a:r>
              <a:rPr lang="en-US" b="true" sz="1599" spc="95" strike="noStrike" u="none">
                <a:solidFill>
                  <a:srgbClr val="FEFEFE"/>
                </a:solidFill>
                <a:latin typeface="프리젠테이션 Bold"/>
                <a:ea typeface="프리젠테이션 Bold"/>
                <a:cs typeface="프리젠테이션 Bold"/>
                <a:sym typeface="프리젠테이션 Bold"/>
              </a:rPr>
              <a:t>그룹 03</a:t>
            </a:r>
          </a:p>
        </p:txBody>
      </p:sp>
      <p:sp>
        <p:nvSpPr>
          <p:cNvPr name="Freeform 42" id="42"/>
          <p:cNvSpPr/>
          <p:nvPr/>
        </p:nvSpPr>
        <p:spPr>
          <a:xfrm flipH="false" flipV="false" rot="0">
            <a:off x="3173163" y="5212756"/>
            <a:ext cx="180073" cy="137305"/>
          </a:xfrm>
          <a:custGeom>
            <a:avLst/>
            <a:gdLst/>
            <a:ahLst/>
            <a:cxnLst/>
            <a:rect r="r" b="b" t="t" l="l"/>
            <a:pathLst>
              <a:path h="137305" w="180073">
                <a:moveTo>
                  <a:pt x="0" y="0"/>
                </a:moveTo>
                <a:lnTo>
                  <a:pt x="180073" y="0"/>
                </a:lnTo>
                <a:lnTo>
                  <a:pt x="180073" y="137305"/>
                </a:lnTo>
                <a:lnTo>
                  <a:pt x="0" y="137305"/>
                </a:lnTo>
                <a:lnTo>
                  <a:pt x="0" y="0"/>
                </a:lnTo>
                <a:close/>
              </a:path>
            </a:pathLst>
          </a:custGeom>
          <a:blipFill>
            <a:blip r:embed="rId7">
              <a:extLst>
                <a:ext uri="{96DAC541-7B7A-43D3-8B79-37D633B846F1}">
                  <asvg:svgBlip xmlns:asvg="http://schemas.microsoft.com/office/drawing/2016/SVG/main" r:embed="rId8"/>
                </a:ext>
              </a:extLst>
            </a:blip>
            <a:stretch>
              <a:fillRect l="0" t="0" r="0" b="0"/>
            </a:stretch>
          </a:blipFill>
        </p:spPr>
      </p:sp>
      <p:sp>
        <p:nvSpPr>
          <p:cNvPr name="Freeform 43" id="43"/>
          <p:cNvSpPr/>
          <p:nvPr/>
        </p:nvSpPr>
        <p:spPr>
          <a:xfrm flipH="false" flipV="false" rot="0">
            <a:off x="8233976" y="5212756"/>
            <a:ext cx="180073" cy="137305"/>
          </a:xfrm>
          <a:custGeom>
            <a:avLst/>
            <a:gdLst/>
            <a:ahLst/>
            <a:cxnLst/>
            <a:rect r="r" b="b" t="t" l="l"/>
            <a:pathLst>
              <a:path h="137305" w="180073">
                <a:moveTo>
                  <a:pt x="0" y="0"/>
                </a:moveTo>
                <a:lnTo>
                  <a:pt x="180073" y="0"/>
                </a:lnTo>
                <a:lnTo>
                  <a:pt x="180073" y="137305"/>
                </a:lnTo>
                <a:lnTo>
                  <a:pt x="0" y="137305"/>
                </a:lnTo>
                <a:lnTo>
                  <a:pt x="0" y="0"/>
                </a:lnTo>
                <a:close/>
              </a:path>
            </a:pathLst>
          </a:custGeom>
          <a:blipFill>
            <a:blip r:embed="rId7">
              <a:extLst>
                <a:ext uri="{96DAC541-7B7A-43D3-8B79-37D633B846F1}">
                  <asvg:svgBlip xmlns:asvg="http://schemas.microsoft.com/office/drawing/2016/SVG/main" r:embed="rId8"/>
                </a:ext>
              </a:extLst>
            </a:blip>
            <a:stretch>
              <a:fillRect l="0" t="0" r="0" b="0"/>
            </a:stretch>
          </a:blipFill>
        </p:spPr>
      </p:sp>
      <p:sp>
        <p:nvSpPr>
          <p:cNvPr name="Freeform 44" id="44"/>
          <p:cNvSpPr/>
          <p:nvPr/>
        </p:nvSpPr>
        <p:spPr>
          <a:xfrm flipH="false" flipV="false" rot="0">
            <a:off x="13207771" y="5212756"/>
            <a:ext cx="180073" cy="137305"/>
          </a:xfrm>
          <a:custGeom>
            <a:avLst/>
            <a:gdLst/>
            <a:ahLst/>
            <a:cxnLst/>
            <a:rect r="r" b="b" t="t" l="l"/>
            <a:pathLst>
              <a:path h="137305" w="180073">
                <a:moveTo>
                  <a:pt x="0" y="0"/>
                </a:moveTo>
                <a:lnTo>
                  <a:pt x="180072" y="0"/>
                </a:lnTo>
                <a:lnTo>
                  <a:pt x="180072" y="137305"/>
                </a:lnTo>
                <a:lnTo>
                  <a:pt x="0" y="137305"/>
                </a:lnTo>
                <a:lnTo>
                  <a:pt x="0" y="0"/>
                </a:lnTo>
                <a:close/>
              </a:path>
            </a:pathLst>
          </a:custGeom>
          <a:blipFill>
            <a:blip r:embed="rId7">
              <a:extLst>
                <a:ext uri="{96DAC541-7B7A-43D3-8B79-37D633B846F1}">
                  <asvg:svgBlip xmlns:asvg="http://schemas.microsoft.com/office/drawing/2016/SVG/main" r:embed="rId8"/>
                </a:ext>
              </a:extLst>
            </a:blip>
            <a:stretch>
              <a:fillRect l="0" t="0" r="0" b="0"/>
            </a:stretch>
          </a:blipFill>
        </p:spPr>
      </p:sp>
      <p:sp>
        <p:nvSpPr>
          <p:cNvPr name="TextBox 45" id="45"/>
          <p:cNvSpPr txBox="true"/>
          <p:nvPr/>
        </p:nvSpPr>
        <p:spPr>
          <a:xfrm rot="0">
            <a:off x="14694520" y="1353621"/>
            <a:ext cx="2865076" cy="325120"/>
          </a:xfrm>
          <a:prstGeom prst="rect">
            <a:avLst/>
          </a:prstGeom>
        </p:spPr>
        <p:txBody>
          <a:bodyPr anchor="t" rtlCol="false" tIns="0" lIns="0" bIns="0" rIns="0">
            <a:spAutoFit/>
          </a:bodyPr>
          <a:lstStyle/>
          <a:p>
            <a:pPr algn="ctr" marL="0" indent="0" lvl="0">
              <a:lnSpc>
                <a:spcPts val="2540"/>
              </a:lnSpc>
              <a:spcBef>
                <a:spcPct val="0"/>
              </a:spcBef>
            </a:pPr>
            <a:r>
              <a:rPr lang="en-US" b="true" sz="2000" spc="122" strike="noStrike" u="none">
                <a:solidFill>
                  <a:srgbClr val="5170FF"/>
                </a:solidFill>
                <a:latin typeface="프리젠테이션 Bold"/>
                <a:ea typeface="프리젠테이션 Bold"/>
                <a:cs typeface="프리젠테이션 Bold"/>
                <a:sym typeface="프리젠테이션 Bold"/>
              </a:rPr>
              <a:t>해달 바이브코딩 기초반</a:t>
            </a:r>
          </a:p>
        </p:txBody>
      </p:sp>
      <p:sp>
        <p:nvSpPr>
          <p:cNvPr name="TextBox 46" id="46"/>
          <p:cNvSpPr txBox="true"/>
          <p:nvPr/>
        </p:nvSpPr>
        <p:spPr>
          <a:xfrm rot="0">
            <a:off x="8382000" y="8899525"/>
            <a:ext cx="1524000" cy="358775"/>
          </a:xfrm>
          <a:prstGeom prst="rect">
            <a:avLst/>
          </a:prstGeom>
        </p:spPr>
        <p:txBody>
          <a:bodyPr anchor="t" rtlCol="false" tIns="0" lIns="0" bIns="0" rIns="0">
            <a:spAutoFit/>
          </a:bodyPr>
          <a:lstStyle/>
          <a:p>
            <a:pPr algn="ctr" marL="0" indent="0" lvl="0">
              <a:lnSpc>
                <a:spcPts val="2800"/>
              </a:lnSpc>
              <a:spcBef>
                <a:spcPct val="0"/>
              </a:spcBef>
            </a:pPr>
            <a:r>
              <a:rPr lang="en-US" b="true" sz="2000" strike="noStrike" u="none">
                <a:solidFill>
                  <a:srgbClr val="4165C1"/>
                </a:solidFill>
                <a:latin typeface="프리젠테이션 Bold"/>
                <a:ea typeface="프리젠테이션 Bold"/>
                <a:cs typeface="프리젠테이션 Bold"/>
                <a:sym typeface="프리젠테이션 Bold"/>
              </a:rPr>
              <a:t>- 12 -</a:t>
            </a:r>
          </a:p>
        </p:txBody>
      </p:sp>
    </p:spTree>
  </p:cSld>
  <p:clrMapOvr>
    <a:masterClrMapping/>
  </p:clrMapOvr>
</p:sld>
</file>

<file path=ppt/slides/slide13.xml><?xml version="1.0" encoding="utf-8"?>
<p:sld xmlns:p="http://schemas.openxmlformats.org/presentationml/2006/main" xmlns:a="http://schemas.openxmlformats.org/drawingml/2006/main" xmlns:r="http://schemas.openxmlformats.org/officeDocument/2006/relationships">
  <p:cSld>
    <p:bg>
      <p:bgPr>
        <a:solidFill>
          <a:srgbClr val="5170FF"/>
        </a:solidFill>
      </p:bgPr>
    </p:bg>
    <p:spTree>
      <p:nvGrpSpPr>
        <p:cNvPr id="1" name=""/>
        <p:cNvGrpSpPr/>
        <p:nvPr/>
      </p:nvGrpSpPr>
      <p:grpSpPr>
        <a:xfrm>
          <a:off x="0" y="0"/>
          <a:ext cx="0" cy="0"/>
          <a:chOff x="0" y="0"/>
          <a:chExt cx="0" cy="0"/>
        </a:xfrm>
      </p:grpSpPr>
      <p:grpSp>
        <p:nvGrpSpPr>
          <p:cNvPr name="Group 2" id="2"/>
          <p:cNvGrpSpPr/>
          <p:nvPr/>
        </p:nvGrpSpPr>
        <p:grpSpPr>
          <a:xfrm rot="0">
            <a:off x="534854" y="457200"/>
            <a:ext cx="17218292" cy="9294946"/>
            <a:chOff x="0" y="0"/>
            <a:chExt cx="22957723" cy="12393261"/>
          </a:xfrm>
        </p:grpSpPr>
        <p:grpSp>
          <p:nvGrpSpPr>
            <p:cNvPr name="Group 3" id="3"/>
            <p:cNvGrpSpPr/>
            <p:nvPr/>
          </p:nvGrpSpPr>
          <p:grpSpPr>
            <a:xfrm rot="0">
              <a:off x="0" y="1727243"/>
              <a:ext cx="22957723" cy="10666019"/>
              <a:chOff x="0" y="0"/>
              <a:chExt cx="4777465" cy="2219581"/>
            </a:xfrm>
          </p:grpSpPr>
          <p:sp>
            <p:nvSpPr>
              <p:cNvPr name="Freeform 4" id="4"/>
              <p:cNvSpPr/>
              <p:nvPr/>
            </p:nvSpPr>
            <p:spPr>
              <a:xfrm flipH="false" flipV="false" rot="0">
                <a:off x="0" y="0"/>
                <a:ext cx="4777465" cy="2219581"/>
              </a:xfrm>
              <a:custGeom>
                <a:avLst/>
                <a:gdLst/>
                <a:ahLst/>
                <a:cxnLst/>
                <a:rect r="r" b="b" t="t" l="l"/>
                <a:pathLst>
                  <a:path h="2219581" w="4777465">
                    <a:moveTo>
                      <a:pt x="22931" y="0"/>
                    </a:moveTo>
                    <a:lnTo>
                      <a:pt x="4754534" y="0"/>
                    </a:lnTo>
                    <a:cubicBezTo>
                      <a:pt x="4767199" y="0"/>
                      <a:pt x="4777465" y="10267"/>
                      <a:pt x="4777465" y="22931"/>
                    </a:cubicBezTo>
                    <a:lnTo>
                      <a:pt x="4777465" y="2196650"/>
                    </a:lnTo>
                    <a:cubicBezTo>
                      <a:pt x="4777465" y="2202732"/>
                      <a:pt x="4775049" y="2208564"/>
                      <a:pt x="4770749" y="2212865"/>
                    </a:cubicBezTo>
                    <a:cubicBezTo>
                      <a:pt x="4766449" y="2217165"/>
                      <a:pt x="4760616" y="2219581"/>
                      <a:pt x="4754534" y="2219581"/>
                    </a:cubicBezTo>
                    <a:lnTo>
                      <a:pt x="22931" y="2219581"/>
                    </a:lnTo>
                    <a:cubicBezTo>
                      <a:pt x="10267" y="2219581"/>
                      <a:pt x="0" y="2209315"/>
                      <a:pt x="0" y="2196650"/>
                    </a:cubicBezTo>
                    <a:lnTo>
                      <a:pt x="0" y="22931"/>
                    </a:lnTo>
                    <a:cubicBezTo>
                      <a:pt x="0" y="10267"/>
                      <a:pt x="10267" y="0"/>
                      <a:pt x="22931" y="0"/>
                    </a:cubicBezTo>
                    <a:close/>
                  </a:path>
                </a:pathLst>
              </a:custGeom>
              <a:solidFill>
                <a:srgbClr val="FFFFFF"/>
              </a:solidFill>
              <a:ln cap="rnd">
                <a:noFill/>
                <a:prstDash val="solid"/>
                <a:round/>
              </a:ln>
            </p:spPr>
          </p:sp>
          <p:sp>
            <p:nvSpPr>
              <p:cNvPr name="TextBox 5" id="5"/>
              <p:cNvSpPr txBox="true"/>
              <p:nvPr/>
            </p:nvSpPr>
            <p:spPr>
              <a:xfrm>
                <a:off x="0" y="-38100"/>
                <a:ext cx="4777465" cy="2257681"/>
              </a:xfrm>
              <a:prstGeom prst="rect">
                <a:avLst/>
              </a:prstGeom>
            </p:spPr>
            <p:txBody>
              <a:bodyPr anchor="ctr" rtlCol="false" tIns="48220" lIns="48220" bIns="48220" rIns="48220"/>
              <a:lstStyle/>
              <a:p>
                <a:pPr algn="ctr" marL="0" indent="0" lvl="0">
                  <a:lnSpc>
                    <a:spcPts val="1853"/>
                  </a:lnSpc>
                  <a:spcBef>
                    <a:spcPct val="0"/>
                  </a:spcBef>
                </a:pPr>
              </a:p>
              <a:p>
                <a:pPr algn="ctr" marL="0" indent="0" lvl="0">
                  <a:lnSpc>
                    <a:spcPts val="1853"/>
                  </a:lnSpc>
                  <a:spcBef>
                    <a:spcPct val="0"/>
                  </a:spcBef>
                </a:pPr>
              </a:p>
              <a:p>
                <a:pPr algn="ctr" marL="0" indent="0" lvl="0">
                  <a:lnSpc>
                    <a:spcPts val="1853"/>
                  </a:lnSpc>
                  <a:spcBef>
                    <a:spcPct val="0"/>
                  </a:spcBef>
                </a:pPr>
              </a:p>
            </p:txBody>
          </p:sp>
        </p:grpSp>
        <p:grpSp>
          <p:nvGrpSpPr>
            <p:cNvPr name="Group 6" id="6"/>
            <p:cNvGrpSpPr/>
            <p:nvPr/>
          </p:nvGrpSpPr>
          <p:grpSpPr>
            <a:xfrm rot="0">
              <a:off x="18499830" y="891712"/>
              <a:ext cx="4457893" cy="3397582"/>
              <a:chOff x="0" y="0"/>
              <a:chExt cx="927680" cy="707031"/>
            </a:xfrm>
          </p:grpSpPr>
          <p:sp>
            <p:nvSpPr>
              <p:cNvPr name="Freeform 7" id="7"/>
              <p:cNvSpPr/>
              <p:nvPr/>
            </p:nvSpPr>
            <p:spPr>
              <a:xfrm flipH="false" flipV="false" rot="0">
                <a:off x="0" y="0"/>
                <a:ext cx="927680" cy="707031"/>
              </a:xfrm>
              <a:custGeom>
                <a:avLst/>
                <a:gdLst/>
                <a:ahLst/>
                <a:cxnLst/>
                <a:rect r="r" b="b" t="t" l="l"/>
                <a:pathLst>
                  <a:path h="707031" w="927680">
                    <a:moveTo>
                      <a:pt x="118094" y="0"/>
                    </a:moveTo>
                    <a:lnTo>
                      <a:pt x="809586" y="0"/>
                    </a:lnTo>
                    <a:cubicBezTo>
                      <a:pt x="874808" y="0"/>
                      <a:pt x="927680" y="52872"/>
                      <a:pt x="927680" y="118094"/>
                    </a:cubicBezTo>
                    <a:lnTo>
                      <a:pt x="927680" y="588937"/>
                    </a:lnTo>
                    <a:cubicBezTo>
                      <a:pt x="927680" y="654159"/>
                      <a:pt x="874808" y="707031"/>
                      <a:pt x="809586" y="707031"/>
                    </a:cubicBezTo>
                    <a:lnTo>
                      <a:pt x="118094" y="707031"/>
                    </a:lnTo>
                    <a:cubicBezTo>
                      <a:pt x="52872" y="707031"/>
                      <a:pt x="0" y="654159"/>
                      <a:pt x="0" y="588937"/>
                    </a:cubicBezTo>
                    <a:lnTo>
                      <a:pt x="0" y="118094"/>
                    </a:lnTo>
                    <a:cubicBezTo>
                      <a:pt x="0" y="52872"/>
                      <a:pt x="52872" y="0"/>
                      <a:pt x="118094" y="0"/>
                    </a:cubicBezTo>
                    <a:close/>
                  </a:path>
                </a:pathLst>
              </a:custGeom>
              <a:solidFill>
                <a:srgbClr val="FFFFFF"/>
              </a:solidFill>
              <a:ln cap="rnd">
                <a:noFill/>
                <a:prstDash val="solid"/>
                <a:round/>
              </a:ln>
            </p:spPr>
          </p:sp>
          <p:sp>
            <p:nvSpPr>
              <p:cNvPr name="TextBox 8" id="8"/>
              <p:cNvSpPr txBox="true"/>
              <p:nvPr/>
            </p:nvSpPr>
            <p:spPr>
              <a:xfrm>
                <a:off x="0" y="-38100"/>
                <a:ext cx="927680" cy="745131"/>
              </a:xfrm>
              <a:prstGeom prst="rect">
                <a:avLst/>
              </a:prstGeom>
            </p:spPr>
            <p:txBody>
              <a:bodyPr anchor="ctr" rtlCol="false" tIns="48220" lIns="48220" bIns="48220" rIns="48220"/>
              <a:lstStyle/>
              <a:p>
                <a:pPr algn="ctr" marL="0" indent="0" lvl="0">
                  <a:lnSpc>
                    <a:spcPts val="1853"/>
                  </a:lnSpc>
                  <a:spcBef>
                    <a:spcPct val="0"/>
                  </a:spcBef>
                </a:pPr>
              </a:p>
              <a:p>
                <a:pPr algn="ctr" marL="0" indent="0" lvl="0">
                  <a:lnSpc>
                    <a:spcPts val="1853"/>
                  </a:lnSpc>
                  <a:spcBef>
                    <a:spcPct val="0"/>
                  </a:spcBef>
                </a:pPr>
              </a:p>
              <a:p>
                <a:pPr algn="ctr" marL="0" indent="0" lvl="0">
                  <a:lnSpc>
                    <a:spcPts val="1853"/>
                  </a:lnSpc>
                  <a:spcBef>
                    <a:spcPct val="0"/>
                  </a:spcBef>
                </a:pPr>
              </a:p>
            </p:txBody>
          </p:sp>
        </p:grpSp>
        <p:grpSp>
          <p:nvGrpSpPr>
            <p:cNvPr name="Group 9" id="9"/>
            <p:cNvGrpSpPr/>
            <p:nvPr/>
          </p:nvGrpSpPr>
          <p:grpSpPr>
            <a:xfrm rot="0">
              <a:off x="18064463" y="1334482"/>
              <a:ext cx="2392010" cy="1865053"/>
              <a:chOff x="0" y="0"/>
              <a:chExt cx="497773" cy="388115"/>
            </a:xfrm>
          </p:grpSpPr>
          <p:sp>
            <p:nvSpPr>
              <p:cNvPr name="Freeform 10" id="10"/>
              <p:cNvSpPr/>
              <p:nvPr/>
            </p:nvSpPr>
            <p:spPr>
              <a:xfrm flipH="false" flipV="false" rot="0">
                <a:off x="0" y="0"/>
                <a:ext cx="497773" cy="388115"/>
              </a:xfrm>
              <a:custGeom>
                <a:avLst/>
                <a:gdLst/>
                <a:ahLst/>
                <a:cxnLst/>
                <a:rect r="r" b="b" t="t" l="l"/>
                <a:pathLst>
                  <a:path h="388115" w="497773">
                    <a:moveTo>
                      <a:pt x="0" y="0"/>
                    </a:moveTo>
                    <a:lnTo>
                      <a:pt x="497773" y="0"/>
                    </a:lnTo>
                    <a:lnTo>
                      <a:pt x="497773" y="388115"/>
                    </a:lnTo>
                    <a:lnTo>
                      <a:pt x="0" y="388115"/>
                    </a:lnTo>
                    <a:close/>
                  </a:path>
                </a:pathLst>
              </a:custGeom>
              <a:solidFill>
                <a:srgbClr val="FFFFFF"/>
              </a:solidFill>
              <a:ln cap="sq">
                <a:noFill/>
                <a:prstDash val="solid"/>
                <a:miter/>
              </a:ln>
            </p:spPr>
          </p:sp>
          <p:sp>
            <p:nvSpPr>
              <p:cNvPr name="TextBox 11" id="11"/>
              <p:cNvSpPr txBox="true"/>
              <p:nvPr/>
            </p:nvSpPr>
            <p:spPr>
              <a:xfrm>
                <a:off x="0" y="-38100"/>
                <a:ext cx="497773" cy="426215"/>
              </a:xfrm>
              <a:prstGeom prst="rect">
                <a:avLst/>
              </a:prstGeom>
            </p:spPr>
            <p:txBody>
              <a:bodyPr anchor="ctr" rtlCol="false" tIns="48220" lIns="48220" bIns="48220" rIns="48220"/>
              <a:lstStyle/>
              <a:p>
                <a:pPr algn="ctr" marL="0" indent="0" lvl="0">
                  <a:lnSpc>
                    <a:spcPts val="1853"/>
                  </a:lnSpc>
                  <a:spcBef>
                    <a:spcPct val="0"/>
                  </a:spcBef>
                </a:pPr>
              </a:p>
              <a:p>
                <a:pPr algn="ctr" marL="0" indent="0" lvl="0">
                  <a:lnSpc>
                    <a:spcPts val="1853"/>
                  </a:lnSpc>
                  <a:spcBef>
                    <a:spcPct val="0"/>
                  </a:spcBef>
                </a:pPr>
              </a:p>
              <a:p>
                <a:pPr algn="ctr" marL="0" indent="0" lvl="0">
                  <a:lnSpc>
                    <a:spcPts val="1853"/>
                  </a:lnSpc>
                  <a:spcBef>
                    <a:spcPct val="0"/>
                  </a:spcBef>
                </a:pPr>
              </a:p>
            </p:txBody>
          </p:sp>
        </p:grpSp>
        <p:grpSp>
          <p:nvGrpSpPr>
            <p:cNvPr name="Group 12" id="12"/>
            <p:cNvGrpSpPr/>
            <p:nvPr/>
          </p:nvGrpSpPr>
          <p:grpSpPr>
            <a:xfrm rot="0">
              <a:off x="16059231" y="0"/>
              <a:ext cx="2504831" cy="1727243"/>
              <a:chOff x="0" y="0"/>
              <a:chExt cx="521251" cy="359436"/>
            </a:xfrm>
          </p:grpSpPr>
          <p:sp>
            <p:nvSpPr>
              <p:cNvPr name="Freeform 13" id="13"/>
              <p:cNvSpPr/>
              <p:nvPr/>
            </p:nvSpPr>
            <p:spPr>
              <a:xfrm flipH="false" flipV="false" rot="0">
                <a:off x="0" y="0"/>
                <a:ext cx="521251" cy="359436"/>
              </a:xfrm>
              <a:custGeom>
                <a:avLst/>
                <a:gdLst/>
                <a:ahLst/>
                <a:cxnLst/>
                <a:rect r="r" b="b" t="t" l="l"/>
                <a:pathLst>
                  <a:path h="359436" w="521251">
                    <a:moveTo>
                      <a:pt x="179718" y="0"/>
                    </a:moveTo>
                    <a:lnTo>
                      <a:pt x="341533" y="0"/>
                    </a:lnTo>
                    <a:cubicBezTo>
                      <a:pt x="440789" y="0"/>
                      <a:pt x="521251" y="80463"/>
                      <a:pt x="521251" y="179718"/>
                    </a:cubicBezTo>
                    <a:lnTo>
                      <a:pt x="521251" y="179718"/>
                    </a:lnTo>
                    <a:cubicBezTo>
                      <a:pt x="521251" y="227382"/>
                      <a:pt x="502317" y="273094"/>
                      <a:pt x="468613" y="306798"/>
                    </a:cubicBezTo>
                    <a:cubicBezTo>
                      <a:pt x="434909" y="340502"/>
                      <a:pt x="389197" y="359436"/>
                      <a:pt x="341533" y="359436"/>
                    </a:cubicBezTo>
                    <a:lnTo>
                      <a:pt x="179718" y="359436"/>
                    </a:lnTo>
                    <a:cubicBezTo>
                      <a:pt x="132054" y="359436"/>
                      <a:pt x="86342" y="340502"/>
                      <a:pt x="52638" y="306798"/>
                    </a:cubicBezTo>
                    <a:cubicBezTo>
                      <a:pt x="18935" y="273094"/>
                      <a:pt x="0" y="227382"/>
                      <a:pt x="0" y="179718"/>
                    </a:cubicBezTo>
                    <a:lnTo>
                      <a:pt x="0" y="179718"/>
                    </a:lnTo>
                    <a:cubicBezTo>
                      <a:pt x="0" y="132054"/>
                      <a:pt x="18935" y="86342"/>
                      <a:pt x="52638" y="52638"/>
                    </a:cubicBezTo>
                    <a:cubicBezTo>
                      <a:pt x="86342" y="18935"/>
                      <a:pt x="132054" y="0"/>
                      <a:pt x="179718" y="0"/>
                    </a:cubicBezTo>
                    <a:close/>
                  </a:path>
                </a:pathLst>
              </a:custGeom>
              <a:solidFill>
                <a:srgbClr val="5170FF"/>
              </a:solidFill>
              <a:ln cap="rnd">
                <a:noFill/>
                <a:prstDash val="solid"/>
                <a:round/>
              </a:ln>
            </p:spPr>
          </p:sp>
          <p:sp>
            <p:nvSpPr>
              <p:cNvPr name="TextBox 14" id="14"/>
              <p:cNvSpPr txBox="true"/>
              <p:nvPr/>
            </p:nvSpPr>
            <p:spPr>
              <a:xfrm>
                <a:off x="0" y="-38100"/>
                <a:ext cx="521251" cy="397536"/>
              </a:xfrm>
              <a:prstGeom prst="rect">
                <a:avLst/>
              </a:prstGeom>
            </p:spPr>
            <p:txBody>
              <a:bodyPr anchor="ctr" rtlCol="false" tIns="48220" lIns="48220" bIns="48220" rIns="48220"/>
              <a:lstStyle/>
              <a:p>
                <a:pPr algn="ctr" marL="0" indent="0" lvl="0">
                  <a:lnSpc>
                    <a:spcPts val="1853"/>
                  </a:lnSpc>
                  <a:spcBef>
                    <a:spcPct val="0"/>
                  </a:spcBef>
                </a:pPr>
              </a:p>
              <a:p>
                <a:pPr algn="ctr" marL="0" indent="0" lvl="0">
                  <a:lnSpc>
                    <a:spcPts val="1853"/>
                  </a:lnSpc>
                  <a:spcBef>
                    <a:spcPct val="0"/>
                  </a:spcBef>
                </a:pPr>
              </a:p>
              <a:p>
                <a:pPr algn="ctr" marL="0" indent="0" lvl="0">
                  <a:lnSpc>
                    <a:spcPts val="1853"/>
                  </a:lnSpc>
                  <a:spcBef>
                    <a:spcPct val="0"/>
                  </a:spcBef>
                </a:pPr>
              </a:p>
            </p:txBody>
          </p:sp>
        </p:grpSp>
      </p:grpSp>
      <p:sp>
        <p:nvSpPr>
          <p:cNvPr name="Freeform 15" id="15"/>
          <p:cNvSpPr/>
          <p:nvPr/>
        </p:nvSpPr>
        <p:spPr>
          <a:xfrm flipH="false" flipV="false" rot="0">
            <a:off x="820604" y="843344"/>
            <a:ext cx="334731" cy="334731"/>
          </a:xfrm>
          <a:custGeom>
            <a:avLst/>
            <a:gdLst/>
            <a:ahLst/>
            <a:cxnLst/>
            <a:rect r="r" b="b" t="t" l="l"/>
            <a:pathLst>
              <a:path h="334731" w="334731">
                <a:moveTo>
                  <a:pt x="0" y="0"/>
                </a:moveTo>
                <a:lnTo>
                  <a:pt x="334731" y="0"/>
                </a:lnTo>
                <a:lnTo>
                  <a:pt x="334731" y="334731"/>
                </a:lnTo>
                <a:lnTo>
                  <a:pt x="0" y="334731"/>
                </a:lnTo>
                <a:lnTo>
                  <a:pt x="0" y="0"/>
                </a:lnTo>
                <a:close/>
              </a:path>
            </a:pathLst>
          </a:custGeom>
          <a:blipFill>
            <a:blip r:embed="rId3">
              <a:extLst>
                <a:ext uri="{96DAC541-7B7A-43D3-8B79-37D633B846F1}">
                  <asvg:svgBlip xmlns:asvg="http://schemas.microsoft.com/office/drawing/2016/SVG/main" r:embed="rId4"/>
                </a:ext>
              </a:extLst>
            </a:blip>
            <a:stretch>
              <a:fillRect l="0" t="0" r="0" b="0"/>
            </a:stretch>
          </a:blipFill>
        </p:spPr>
      </p:sp>
      <p:grpSp>
        <p:nvGrpSpPr>
          <p:cNvPr name="Group 16" id="16"/>
          <p:cNvGrpSpPr/>
          <p:nvPr/>
        </p:nvGrpSpPr>
        <p:grpSpPr>
          <a:xfrm rot="0">
            <a:off x="10472784" y="6346709"/>
            <a:ext cx="5384961" cy="2252671"/>
            <a:chOff x="0" y="0"/>
            <a:chExt cx="7179948" cy="3003561"/>
          </a:xfrm>
        </p:grpSpPr>
        <p:grpSp>
          <p:nvGrpSpPr>
            <p:cNvPr name="Group 17" id="17"/>
            <p:cNvGrpSpPr/>
            <p:nvPr/>
          </p:nvGrpSpPr>
          <p:grpSpPr>
            <a:xfrm rot="0">
              <a:off x="0" y="0"/>
              <a:ext cx="7179948" cy="3003561"/>
              <a:chOff x="0" y="0"/>
              <a:chExt cx="1418261" cy="593296"/>
            </a:xfrm>
          </p:grpSpPr>
          <p:sp>
            <p:nvSpPr>
              <p:cNvPr name="Freeform 18" id="18"/>
              <p:cNvSpPr/>
              <p:nvPr/>
            </p:nvSpPr>
            <p:spPr>
              <a:xfrm flipH="false" flipV="false" rot="0">
                <a:off x="0" y="0"/>
                <a:ext cx="1418261" cy="593296"/>
              </a:xfrm>
              <a:custGeom>
                <a:avLst/>
                <a:gdLst/>
                <a:ahLst/>
                <a:cxnLst/>
                <a:rect r="r" b="b" t="t" l="l"/>
                <a:pathLst>
                  <a:path h="593296" w="1418261">
                    <a:moveTo>
                      <a:pt x="21565" y="0"/>
                    </a:moveTo>
                    <a:lnTo>
                      <a:pt x="1396696" y="0"/>
                    </a:lnTo>
                    <a:cubicBezTo>
                      <a:pt x="1408606" y="0"/>
                      <a:pt x="1418261" y="9655"/>
                      <a:pt x="1418261" y="21565"/>
                    </a:cubicBezTo>
                    <a:lnTo>
                      <a:pt x="1418261" y="571731"/>
                    </a:lnTo>
                    <a:cubicBezTo>
                      <a:pt x="1418261" y="577450"/>
                      <a:pt x="1415989" y="582935"/>
                      <a:pt x="1411945" y="586980"/>
                    </a:cubicBezTo>
                    <a:cubicBezTo>
                      <a:pt x="1407901" y="591024"/>
                      <a:pt x="1402415" y="593296"/>
                      <a:pt x="1396696" y="593296"/>
                    </a:cubicBezTo>
                    <a:lnTo>
                      <a:pt x="21565" y="593296"/>
                    </a:lnTo>
                    <a:cubicBezTo>
                      <a:pt x="9655" y="593296"/>
                      <a:pt x="0" y="583641"/>
                      <a:pt x="0" y="571731"/>
                    </a:cubicBezTo>
                    <a:lnTo>
                      <a:pt x="0" y="21565"/>
                    </a:lnTo>
                    <a:cubicBezTo>
                      <a:pt x="0" y="9655"/>
                      <a:pt x="9655" y="0"/>
                      <a:pt x="21565" y="0"/>
                    </a:cubicBezTo>
                    <a:close/>
                  </a:path>
                </a:pathLst>
              </a:custGeom>
              <a:solidFill>
                <a:srgbClr val="EAEAEA"/>
              </a:solidFill>
              <a:ln cap="sq">
                <a:noFill/>
                <a:prstDash val="solid"/>
                <a:miter/>
              </a:ln>
            </p:spPr>
          </p:sp>
          <p:sp>
            <p:nvSpPr>
              <p:cNvPr name="TextBox 19" id="19"/>
              <p:cNvSpPr txBox="true"/>
              <p:nvPr/>
            </p:nvSpPr>
            <p:spPr>
              <a:xfrm>
                <a:off x="0" y="19050"/>
                <a:ext cx="1418261" cy="574246"/>
              </a:xfrm>
              <a:prstGeom prst="rect">
                <a:avLst/>
              </a:prstGeom>
            </p:spPr>
            <p:txBody>
              <a:bodyPr anchor="ctr" rtlCol="false" tIns="50800" lIns="50800" bIns="50800" rIns="50800"/>
              <a:lstStyle/>
              <a:p>
                <a:pPr algn="ctr">
                  <a:lnSpc>
                    <a:spcPts val="2743"/>
                  </a:lnSpc>
                </a:pPr>
              </a:p>
            </p:txBody>
          </p:sp>
        </p:grpSp>
        <p:sp>
          <p:nvSpPr>
            <p:cNvPr name="Freeform 20" id="20"/>
            <p:cNvSpPr/>
            <p:nvPr/>
          </p:nvSpPr>
          <p:spPr>
            <a:xfrm flipH="false" flipV="false" rot="0">
              <a:off x="741639" y="709385"/>
              <a:ext cx="189653" cy="144610"/>
            </a:xfrm>
            <a:custGeom>
              <a:avLst/>
              <a:gdLst/>
              <a:ahLst/>
              <a:cxnLst/>
              <a:rect r="r" b="b" t="t" l="l"/>
              <a:pathLst>
                <a:path h="144610" w="189653">
                  <a:moveTo>
                    <a:pt x="0" y="0"/>
                  </a:moveTo>
                  <a:lnTo>
                    <a:pt x="189653" y="0"/>
                  </a:lnTo>
                  <a:lnTo>
                    <a:pt x="189653" y="144610"/>
                  </a:lnTo>
                  <a:lnTo>
                    <a:pt x="0" y="144610"/>
                  </a:lnTo>
                  <a:lnTo>
                    <a:pt x="0" y="0"/>
                  </a:lnTo>
                  <a:close/>
                </a:path>
              </a:pathLst>
            </a:custGeom>
            <a:blipFill>
              <a:blip r:embed="rId5">
                <a:extLst>
                  <a:ext uri="{96DAC541-7B7A-43D3-8B79-37D633B846F1}">
                    <asvg:svgBlip xmlns:asvg="http://schemas.microsoft.com/office/drawing/2016/SVG/main" r:embed="rId6"/>
                  </a:ext>
                </a:extLst>
              </a:blip>
              <a:stretch>
                <a:fillRect l="0" t="0" r="0" b="0"/>
              </a:stretch>
            </a:blipFill>
          </p:spPr>
        </p:sp>
        <p:sp>
          <p:nvSpPr>
            <p:cNvPr name="TextBox 21" id="21"/>
            <p:cNvSpPr txBox="true"/>
            <p:nvPr/>
          </p:nvSpPr>
          <p:spPr>
            <a:xfrm rot="0">
              <a:off x="1045128" y="502290"/>
              <a:ext cx="6134820" cy="482600"/>
            </a:xfrm>
            <a:prstGeom prst="rect">
              <a:avLst/>
            </a:prstGeom>
          </p:spPr>
          <p:txBody>
            <a:bodyPr anchor="t" rtlCol="false" tIns="0" lIns="0" bIns="0" rIns="0">
              <a:spAutoFit/>
            </a:bodyPr>
            <a:lstStyle/>
            <a:p>
              <a:pPr algn="l" marL="0" indent="0" lvl="0">
                <a:lnSpc>
                  <a:spcPts val="3000"/>
                </a:lnSpc>
                <a:spcBef>
                  <a:spcPct val="0"/>
                </a:spcBef>
              </a:pPr>
              <a:r>
                <a:rPr lang="en-US" b="true" sz="2000" spc="-40" strike="noStrike" u="none">
                  <a:solidFill>
                    <a:srgbClr val="333333">
                      <a:alpha val="89804"/>
                    </a:srgbClr>
                  </a:solidFill>
                  <a:latin typeface="프리젠테이션 Bold"/>
                  <a:ea typeface="프리젠테이션 Bold"/>
                  <a:cs typeface="프리젠테이션 Bold"/>
                  <a:sym typeface="프리젠테이션 Bold"/>
                </a:rPr>
                <a:t>예시 0개 == Zero-shot</a:t>
              </a:r>
            </a:p>
          </p:txBody>
        </p:sp>
        <p:sp>
          <p:nvSpPr>
            <p:cNvPr name="Freeform 22" id="22"/>
            <p:cNvSpPr/>
            <p:nvPr/>
          </p:nvSpPr>
          <p:spPr>
            <a:xfrm flipH="false" flipV="false" rot="0">
              <a:off x="741639" y="1418045"/>
              <a:ext cx="189653" cy="144610"/>
            </a:xfrm>
            <a:custGeom>
              <a:avLst/>
              <a:gdLst/>
              <a:ahLst/>
              <a:cxnLst/>
              <a:rect r="r" b="b" t="t" l="l"/>
              <a:pathLst>
                <a:path h="144610" w="189653">
                  <a:moveTo>
                    <a:pt x="0" y="0"/>
                  </a:moveTo>
                  <a:lnTo>
                    <a:pt x="189653" y="0"/>
                  </a:lnTo>
                  <a:lnTo>
                    <a:pt x="189653" y="144611"/>
                  </a:lnTo>
                  <a:lnTo>
                    <a:pt x="0" y="144611"/>
                  </a:lnTo>
                  <a:lnTo>
                    <a:pt x="0" y="0"/>
                  </a:lnTo>
                  <a:close/>
                </a:path>
              </a:pathLst>
            </a:custGeom>
            <a:blipFill>
              <a:blip r:embed="rId5">
                <a:extLst>
                  <a:ext uri="{96DAC541-7B7A-43D3-8B79-37D633B846F1}">
                    <asvg:svgBlip xmlns:asvg="http://schemas.microsoft.com/office/drawing/2016/SVG/main" r:embed="rId6"/>
                  </a:ext>
                </a:extLst>
              </a:blip>
              <a:stretch>
                <a:fillRect l="0" t="0" r="0" b="0"/>
              </a:stretch>
            </a:blipFill>
          </p:spPr>
        </p:sp>
        <p:sp>
          <p:nvSpPr>
            <p:cNvPr name="TextBox 23" id="23"/>
            <p:cNvSpPr txBox="true"/>
            <p:nvPr/>
          </p:nvSpPr>
          <p:spPr>
            <a:xfrm rot="0">
              <a:off x="1045128" y="1210950"/>
              <a:ext cx="6134820" cy="482600"/>
            </a:xfrm>
            <a:prstGeom prst="rect">
              <a:avLst/>
            </a:prstGeom>
          </p:spPr>
          <p:txBody>
            <a:bodyPr anchor="t" rtlCol="false" tIns="0" lIns="0" bIns="0" rIns="0">
              <a:spAutoFit/>
            </a:bodyPr>
            <a:lstStyle/>
            <a:p>
              <a:pPr algn="l" marL="0" indent="0" lvl="0">
                <a:lnSpc>
                  <a:spcPts val="3000"/>
                </a:lnSpc>
                <a:spcBef>
                  <a:spcPct val="0"/>
                </a:spcBef>
              </a:pPr>
              <a:r>
                <a:rPr lang="en-US" b="true" sz="2000" spc="-40" strike="noStrike" u="none">
                  <a:solidFill>
                    <a:srgbClr val="333333">
                      <a:alpha val="89804"/>
                    </a:srgbClr>
                  </a:solidFill>
                  <a:latin typeface="프리젠테이션 Bold"/>
                  <a:ea typeface="프리젠테이션 Bold"/>
                  <a:cs typeface="프리젠테이션 Bold"/>
                  <a:sym typeface="프리젠테이션 Bold"/>
                </a:rPr>
                <a:t>예시 1개 == One-shot</a:t>
              </a:r>
            </a:p>
          </p:txBody>
        </p:sp>
        <p:sp>
          <p:nvSpPr>
            <p:cNvPr name="Freeform 24" id="24"/>
            <p:cNvSpPr/>
            <p:nvPr/>
          </p:nvSpPr>
          <p:spPr>
            <a:xfrm flipH="false" flipV="false" rot="0">
              <a:off x="741639" y="2126706"/>
              <a:ext cx="189653" cy="144610"/>
            </a:xfrm>
            <a:custGeom>
              <a:avLst/>
              <a:gdLst/>
              <a:ahLst/>
              <a:cxnLst/>
              <a:rect r="r" b="b" t="t" l="l"/>
              <a:pathLst>
                <a:path h="144610" w="189653">
                  <a:moveTo>
                    <a:pt x="0" y="0"/>
                  </a:moveTo>
                  <a:lnTo>
                    <a:pt x="189653" y="0"/>
                  </a:lnTo>
                  <a:lnTo>
                    <a:pt x="189653" y="144610"/>
                  </a:lnTo>
                  <a:lnTo>
                    <a:pt x="0" y="144610"/>
                  </a:lnTo>
                  <a:lnTo>
                    <a:pt x="0" y="0"/>
                  </a:lnTo>
                  <a:close/>
                </a:path>
              </a:pathLst>
            </a:custGeom>
            <a:blipFill>
              <a:blip r:embed="rId5">
                <a:extLst>
                  <a:ext uri="{96DAC541-7B7A-43D3-8B79-37D633B846F1}">
                    <asvg:svgBlip xmlns:asvg="http://schemas.microsoft.com/office/drawing/2016/SVG/main" r:embed="rId6"/>
                  </a:ext>
                </a:extLst>
              </a:blip>
              <a:stretch>
                <a:fillRect l="0" t="0" r="0" b="0"/>
              </a:stretch>
            </a:blipFill>
          </p:spPr>
        </p:sp>
        <p:sp>
          <p:nvSpPr>
            <p:cNvPr name="TextBox 25" id="25"/>
            <p:cNvSpPr txBox="true"/>
            <p:nvPr/>
          </p:nvSpPr>
          <p:spPr>
            <a:xfrm rot="0">
              <a:off x="1045128" y="1919611"/>
              <a:ext cx="6134820" cy="482600"/>
            </a:xfrm>
            <a:prstGeom prst="rect">
              <a:avLst/>
            </a:prstGeom>
          </p:spPr>
          <p:txBody>
            <a:bodyPr anchor="t" rtlCol="false" tIns="0" lIns="0" bIns="0" rIns="0">
              <a:spAutoFit/>
            </a:bodyPr>
            <a:lstStyle/>
            <a:p>
              <a:pPr algn="l" marL="0" indent="0" lvl="0">
                <a:lnSpc>
                  <a:spcPts val="3000"/>
                </a:lnSpc>
                <a:spcBef>
                  <a:spcPct val="0"/>
                </a:spcBef>
              </a:pPr>
              <a:r>
                <a:rPr lang="en-US" b="true" sz="2000" spc="-40" strike="noStrike" u="none">
                  <a:solidFill>
                    <a:srgbClr val="333333">
                      <a:alpha val="89804"/>
                    </a:srgbClr>
                  </a:solidFill>
                  <a:latin typeface="프리젠테이션 Bold"/>
                  <a:ea typeface="프리젠테이션 Bold"/>
                  <a:cs typeface="프리젠테이션 Bold"/>
                  <a:sym typeface="프리젠테이션 Bold"/>
                </a:rPr>
                <a:t>역할은 사람이 아니어도 OK</a:t>
              </a:r>
            </a:p>
          </p:txBody>
        </p:sp>
      </p:grpSp>
      <p:grpSp>
        <p:nvGrpSpPr>
          <p:cNvPr name="Group 26" id="26"/>
          <p:cNvGrpSpPr/>
          <p:nvPr/>
        </p:nvGrpSpPr>
        <p:grpSpPr>
          <a:xfrm rot="0">
            <a:off x="10472784" y="2884234"/>
            <a:ext cx="3903318" cy="547878"/>
            <a:chOff x="0" y="0"/>
            <a:chExt cx="5204424" cy="730504"/>
          </a:xfrm>
        </p:grpSpPr>
        <p:sp>
          <p:nvSpPr>
            <p:cNvPr name="Freeform 27" id="27"/>
            <p:cNvSpPr/>
            <p:nvPr/>
          </p:nvSpPr>
          <p:spPr>
            <a:xfrm flipH="false" flipV="false" rot="0">
              <a:off x="0" y="192339"/>
              <a:ext cx="355986" cy="355986"/>
            </a:xfrm>
            <a:custGeom>
              <a:avLst/>
              <a:gdLst/>
              <a:ahLst/>
              <a:cxnLst/>
              <a:rect r="r" b="b" t="t" l="l"/>
              <a:pathLst>
                <a:path h="355986" w="355986">
                  <a:moveTo>
                    <a:pt x="0" y="0"/>
                  </a:moveTo>
                  <a:lnTo>
                    <a:pt x="355986" y="0"/>
                  </a:lnTo>
                  <a:lnTo>
                    <a:pt x="355986" y="355986"/>
                  </a:lnTo>
                  <a:lnTo>
                    <a:pt x="0" y="355986"/>
                  </a:lnTo>
                  <a:lnTo>
                    <a:pt x="0" y="0"/>
                  </a:lnTo>
                  <a:close/>
                </a:path>
              </a:pathLst>
            </a:custGeom>
            <a:blipFill>
              <a:blip r:embed="rId7">
                <a:extLst>
                  <a:ext uri="{96DAC541-7B7A-43D3-8B79-37D633B846F1}">
                    <asvg:svgBlip xmlns:asvg="http://schemas.microsoft.com/office/drawing/2016/SVG/main" r:embed="rId8"/>
                  </a:ext>
                </a:extLst>
              </a:blip>
              <a:stretch>
                <a:fillRect l="0" t="0" r="0" b="0"/>
              </a:stretch>
            </a:blipFill>
          </p:spPr>
        </p:sp>
        <p:sp>
          <p:nvSpPr>
            <p:cNvPr name="TextBox 28" id="28"/>
            <p:cNvSpPr txBox="true"/>
            <p:nvPr/>
          </p:nvSpPr>
          <p:spPr>
            <a:xfrm rot="0">
              <a:off x="500339" y="76200"/>
              <a:ext cx="4704085" cy="654304"/>
            </a:xfrm>
            <a:prstGeom prst="rect">
              <a:avLst/>
            </a:prstGeom>
          </p:spPr>
          <p:txBody>
            <a:bodyPr anchor="t" rtlCol="false" tIns="0" lIns="0" bIns="0" rIns="0">
              <a:spAutoFit/>
            </a:bodyPr>
            <a:lstStyle/>
            <a:p>
              <a:pPr algn="l" marL="0" indent="0" lvl="0">
                <a:lnSpc>
                  <a:spcPts val="3456"/>
                </a:lnSpc>
                <a:spcBef>
                  <a:spcPct val="0"/>
                </a:spcBef>
              </a:pPr>
              <a:r>
                <a:rPr lang="en-US" b="true" sz="3600" spc="-72" strike="noStrike" u="none">
                  <a:solidFill>
                    <a:srgbClr val="333333"/>
                  </a:solidFill>
                  <a:latin typeface="프리젠테이션 Bold"/>
                  <a:ea typeface="프리젠테이션 Bold"/>
                  <a:cs typeface="프리젠테이션 Bold"/>
                  <a:sym typeface="프리젠테이션 Bold"/>
                </a:rPr>
                <a:t>예시와 역할 주기</a:t>
              </a:r>
            </a:p>
          </p:txBody>
        </p:sp>
      </p:grpSp>
      <p:sp>
        <p:nvSpPr>
          <p:cNvPr name="TextBox 29" id="29"/>
          <p:cNvSpPr txBox="true"/>
          <p:nvPr/>
        </p:nvSpPr>
        <p:spPr>
          <a:xfrm rot="0">
            <a:off x="1355167" y="696396"/>
            <a:ext cx="12295240" cy="685800"/>
          </a:xfrm>
          <a:prstGeom prst="rect">
            <a:avLst/>
          </a:prstGeom>
        </p:spPr>
        <p:txBody>
          <a:bodyPr anchor="t" rtlCol="false" tIns="0" lIns="0" bIns="0" rIns="0">
            <a:spAutoFit/>
          </a:bodyPr>
          <a:lstStyle/>
          <a:p>
            <a:pPr algn="l" marL="0" indent="0" lvl="0">
              <a:lnSpc>
                <a:spcPts val="5100"/>
              </a:lnSpc>
              <a:spcBef>
                <a:spcPct val="0"/>
              </a:spcBef>
            </a:pPr>
            <a:r>
              <a:rPr lang="en-US" b="true" sz="5000" spc="-100" strike="noStrike" u="none">
                <a:solidFill>
                  <a:srgbClr val="FFFFFF"/>
                </a:solidFill>
                <a:latin typeface="프리젠테이션 Bold"/>
                <a:ea typeface="프리젠테이션 Bold"/>
                <a:cs typeface="프리젠테이션 Bold"/>
                <a:sym typeface="프리젠테이션 Bold"/>
              </a:rPr>
              <a:t>기법 ① Few-shot · 역할 지정</a:t>
            </a:r>
          </a:p>
        </p:txBody>
      </p:sp>
      <p:sp>
        <p:nvSpPr>
          <p:cNvPr name="TextBox 30" id="30"/>
          <p:cNvSpPr txBox="true"/>
          <p:nvPr/>
        </p:nvSpPr>
        <p:spPr>
          <a:xfrm rot="0">
            <a:off x="10472784" y="3604117"/>
            <a:ext cx="7086813" cy="1365885"/>
          </a:xfrm>
          <a:prstGeom prst="rect">
            <a:avLst/>
          </a:prstGeom>
        </p:spPr>
        <p:txBody>
          <a:bodyPr anchor="t" rtlCol="false" tIns="0" lIns="0" bIns="0" rIns="0">
            <a:spAutoFit/>
          </a:bodyPr>
          <a:lstStyle/>
          <a:p>
            <a:pPr algn="l" marL="0" indent="0" lvl="0">
              <a:lnSpc>
                <a:spcPts val="3600"/>
              </a:lnSpc>
              <a:spcBef>
                <a:spcPct val="0"/>
              </a:spcBef>
            </a:pPr>
            <a:r>
              <a:rPr lang="en-US" b="true" sz="2400" spc="-48" strike="noStrike" u="none">
                <a:solidFill>
                  <a:srgbClr val="000000">
                    <a:alpha val="69804"/>
                  </a:srgbClr>
                </a:solidFill>
                <a:latin typeface="프리젠테이션 Bold"/>
                <a:ea typeface="프리젠테이션 Bold"/>
                <a:cs typeface="프리젠테이션 Bold"/>
                <a:sym typeface="프리젠테이션 Bold"/>
              </a:rPr>
              <a:t>① Few-shot: 정답 예시 1~3개 보여주기</a:t>
            </a:r>
          </a:p>
          <a:p>
            <a:pPr algn="l" marL="0" indent="0" lvl="0">
              <a:lnSpc>
                <a:spcPts val="3600"/>
              </a:lnSpc>
              <a:spcBef>
                <a:spcPct val="0"/>
              </a:spcBef>
            </a:pPr>
            <a:r>
              <a:rPr lang="en-US" b="true" sz="2400" spc="-48" strike="noStrike" u="none">
                <a:solidFill>
                  <a:srgbClr val="000000">
                    <a:alpha val="69804"/>
                  </a:srgbClr>
                </a:solidFill>
                <a:latin typeface="프리젠테이션 Bold"/>
                <a:ea typeface="프리젠테이션 Bold"/>
                <a:cs typeface="프리젠테이션 Bold"/>
                <a:sym typeface="프리젠테이션 Bold"/>
              </a:rPr>
              <a:t>② 역할 지정: "너는 ○○야"</a:t>
            </a:r>
          </a:p>
          <a:p>
            <a:pPr algn="l" marL="0" indent="0" lvl="0">
              <a:lnSpc>
                <a:spcPts val="3600"/>
              </a:lnSpc>
              <a:spcBef>
                <a:spcPct val="0"/>
              </a:spcBef>
            </a:pPr>
            <a:r>
              <a:rPr lang="en-US" b="true" sz="2400" spc="-48" strike="noStrike" u="none">
                <a:solidFill>
                  <a:srgbClr val="000000">
                    <a:alpha val="69804"/>
                  </a:srgbClr>
                </a:solidFill>
                <a:latin typeface="프리젠테이션 Bold"/>
                <a:ea typeface="프리젠테이션 Bold"/>
                <a:cs typeface="프리젠테이션 Bold"/>
                <a:sym typeface="프리젠테이션 Bold"/>
              </a:rPr>
              <a:t>③ 둘을 섞으면 효과 UP</a:t>
            </a:r>
          </a:p>
        </p:txBody>
      </p:sp>
      <p:sp>
        <p:nvSpPr>
          <p:cNvPr name="TextBox 31" id="31"/>
          <p:cNvSpPr txBox="true"/>
          <p:nvPr/>
        </p:nvSpPr>
        <p:spPr>
          <a:xfrm rot="0">
            <a:off x="14694520" y="1353621"/>
            <a:ext cx="2865076" cy="325120"/>
          </a:xfrm>
          <a:prstGeom prst="rect">
            <a:avLst/>
          </a:prstGeom>
        </p:spPr>
        <p:txBody>
          <a:bodyPr anchor="t" rtlCol="false" tIns="0" lIns="0" bIns="0" rIns="0">
            <a:spAutoFit/>
          </a:bodyPr>
          <a:lstStyle/>
          <a:p>
            <a:pPr algn="ctr" marL="0" indent="0" lvl="0">
              <a:lnSpc>
                <a:spcPts val="2540"/>
              </a:lnSpc>
              <a:spcBef>
                <a:spcPct val="0"/>
              </a:spcBef>
            </a:pPr>
            <a:r>
              <a:rPr lang="en-US" b="true" sz="2000" spc="122" strike="noStrike" u="none">
                <a:solidFill>
                  <a:srgbClr val="5170FF"/>
                </a:solidFill>
                <a:latin typeface="프리젠테이션 Bold"/>
                <a:ea typeface="프리젠테이션 Bold"/>
                <a:cs typeface="프리젠테이션 Bold"/>
                <a:sym typeface="프리젠테이션 Bold"/>
              </a:rPr>
              <a:t>해달 바이브코딩 기초반</a:t>
            </a:r>
          </a:p>
        </p:txBody>
      </p:sp>
      <p:grpSp>
        <p:nvGrpSpPr>
          <p:cNvPr name="Group 32" id="32"/>
          <p:cNvGrpSpPr/>
          <p:nvPr/>
        </p:nvGrpSpPr>
        <p:grpSpPr>
          <a:xfrm rot="0">
            <a:off x="1714500" y="2895600"/>
            <a:ext cx="8201025" cy="5695950"/>
            <a:chOff x="0" y="0"/>
            <a:chExt cx="10934700" cy="7594600"/>
          </a:xfrm>
        </p:grpSpPr>
        <p:sp>
          <p:nvSpPr>
            <p:cNvPr name="Freeform 33" id="33"/>
            <p:cNvSpPr/>
            <p:nvPr/>
          </p:nvSpPr>
          <p:spPr>
            <a:xfrm flipH="false" flipV="false" rot="0">
              <a:off x="0" y="0"/>
              <a:ext cx="10934700" cy="7594600"/>
            </a:xfrm>
            <a:custGeom>
              <a:avLst/>
              <a:gdLst/>
              <a:ahLst/>
              <a:cxnLst/>
              <a:rect r="r" b="b" t="t" l="l"/>
              <a:pathLst>
                <a:path h="7594600" w="10934700">
                  <a:moveTo>
                    <a:pt x="35401" y="0"/>
                  </a:moveTo>
                  <a:lnTo>
                    <a:pt x="10899299" y="0"/>
                  </a:lnTo>
                  <a:cubicBezTo>
                    <a:pt x="10918851" y="0"/>
                    <a:pt x="10934700" y="15849"/>
                    <a:pt x="10934700" y="35401"/>
                  </a:cubicBezTo>
                  <a:lnTo>
                    <a:pt x="10934700" y="7559199"/>
                  </a:lnTo>
                  <a:cubicBezTo>
                    <a:pt x="10934700" y="7578751"/>
                    <a:pt x="10918851" y="7594600"/>
                    <a:pt x="10899299" y="7594600"/>
                  </a:cubicBezTo>
                  <a:lnTo>
                    <a:pt x="35401" y="7594600"/>
                  </a:lnTo>
                  <a:cubicBezTo>
                    <a:pt x="15849" y="7594600"/>
                    <a:pt x="0" y="7578751"/>
                    <a:pt x="0" y="7559199"/>
                  </a:cubicBezTo>
                  <a:lnTo>
                    <a:pt x="0" y="35401"/>
                  </a:lnTo>
                  <a:cubicBezTo>
                    <a:pt x="0" y="15849"/>
                    <a:pt x="15849" y="0"/>
                    <a:pt x="35401" y="0"/>
                  </a:cubicBezTo>
                  <a:close/>
                </a:path>
              </a:pathLst>
            </a:custGeom>
            <a:solidFill>
              <a:srgbClr val="1E2233"/>
            </a:solidFill>
          </p:spPr>
        </p:sp>
        <p:sp>
          <p:nvSpPr>
            <p:cNvPr name="TextBox 34" id="34"/>
            <p:cNvSpPr txBox="true"/>
            <p:nvPr/>
          </p:nvSpPr>
          <p:spPr>
            <a:xfrm>
              <a:off x="0" y="-38100"/>
              <a:ext cx="10934700" cy="7632700"/>
            </a:xfrm>
            <a:prstGeom prst="rect">
              <a:avLst/>
            </a:prstGeom>
          </p:spPr>
          <p:txBody>
            <a:bodyPr anchor="ctr" rtlCol="false" tIns="50800" lIns="50800" bIns="50800" rIns="50800"/>
            <a:lstStyle/>
            <a:p>
              <a:pPr algn="l">
                <a:lnSpc>
                  <a:spcPts val="1679"/>
                </a:lnSpc>
              </a:pPr>
            </a:p>
          </p:txBody>
        </p:sp>
      </p:grpSp>
      <p:grpSp>
        <p:nvGrpSpPr>
          <p:cNvPr name="Group 35" id="35"/>
          <p:cNvGrpSpPr/>
          <p:nvPr/>
        </p:nvGrpSpPr>
        <p:grpSpPr>
          <a:xfrm rot="0">
            <a:off x="1714500" y="2895600"/>
            <a:ext cx="8201025" cy="609600"/>
            <a:chOff x="0" y="0"/>
            <a:chExt cx="10934700" cy="812800"/>
          </a:xfrm>
        </p:grpSpPr>
        <p:sp>
          <p:nvSpPr>
            <p:cNvPr name="Freeform 36" id="36"/>
            <p:cNvSpPr/>
            <p:nvPr/>
          </p:nvSpPr>
          <p:spPr>
            <a:xfrm flipH="false" flipV="false" rot="0">
              <a:off x="0" y="0"/>
              <a:ext cx="10934700" cy="812800"/>
            </a:xfrm>
            <a:custGeom>
              <a:avLst/>
              <a:gdLst/>
              <a:ahLst/>
              <a:cxnLst/>
              <a:rect r="r" b="b" t="t" l="l"/>
              <a:pathLst>
                <a:path h="812800" w="10934700">
                  <a:moveTo>
                    <a:pt x="35401" y="0"/>
                  </a:moveTo>
                  <a:lnTo>
                    <a:pt x="10899299" y="0"/>
                  </a:lnTo>
                  <a:cubicBezTo>
                    <a:pt x="10918851" y="0"/>
                    <a:pt x="10934700" y="15849"/>
                    <a:pt x="10934700" y="35401"/>
                  </a:cubicBezTo>
                  <a:lnTo>
                    <a:pt x="10934700" y="777399"/>
                  </a:lnTo>
                  <a:cubicBezTo>
                    <a:pt x="10934700" y="796951"/>
                    <a:pt x="10918851" y="812800"/>
                    <a:pt x="10899299" y="812800"/>
                  </a:cubicBezTo>
                  <a:lnTo>
                    <a:pt x="35401" y="812800"/>
                  </a:lnTo>
                  <a:cubicBezTo>
                    <a:pt x="15849" y="812800"/>
                    <a:pt x="0" y="796951"/>
                    <a:pt x="0" y="777399"/>
                  </a:cubicBezTo>
                  <a:lnTo>
                    <a:pt x="0" y="35401"/>
                  </a:lnTo>
                  <a:cubicBezTo>
                    <a:pt x="0" y="15849"/>
                    <a:pt x="15849" y="0"/>
                    <a:pt x="35401" y="0"/>
                  </a:cubicBezTo>
                  <a:close/>
                </a:path>
              </a:pathLst>
            </a:custGeom>
            <a:solidFill>
              <a:srgbClr val="2D3350"/>
            </a:solidFill>
          </p:spPr>
        </p:sp>
        <p:sp>
          <p:nvSpPr>
            <p:cNvPr name="TextBox 37" id="37"/>
            <p:cNvSpPr txBox="true"/>
            <p:nvPr/>
          </p:nvSpPr>
          <p:spPr>
            <a:xfrm>
              <a:off x="0" y="-38100"/>
              <a:ext cx="10934700" cy="850900"/>
            </a:xfrm>
            <a:prstGeom prst="rect">
              <a:avLst/>
            </a:prstGeom>
          </p:spPr>
          <p:txBody>
            <a:bodyPr anchor="ctr" rtlCol="false" tIns="50800" lIns="50800" bIns="50800" rIns="50800"/>
            <a:lstStyle/>
            <a:p>
              <a:pPr algn="l">
                <a:lnSpc>
                  <a:spcPts val="1679"/>
                </a:lnSpc>
              </a:pPr>
            </a:p>
          </p:txBody>
        </p:sp>
      </p:grpSp>
      <p:sp>
        <p:nvSpPr>
          <p:cNvPr name="TextBox 38" id="38"/>
          <p:cNvSpPr txBox="true"/>
          <p:nvPr/>
        </p:nvSpPr>
        <p:spPr>
          <a:xfrm rot="0">
            <a:off x="2047875" y="2971800"/>
            <a:ext cx="7429500" cy="350520"/>
          </a:xfrm>
          <a:prstGeom prst="rect">
            <a:avLst/>
          </a:prstGeom>
        </p:spPr>
        <p:txBody>
          <a:bodyPr anchor="t" rtlCol="false" tIns="0" lIns="0" bIns="0" rIns="0">
            <a:spAutoFit/>
          </a:bodyPr>
          <a:lstStyle/>
          <a:p>
            <a:pPr algn="l" marL="0" indent="0" lvl="0">
              <a:lnSpc>
                <a:spcPts val="2729"/>
              </a:lnSpc>
              <a:spcBef>
                <a:spcPct val="0"/>
              </a:spcBef>
            </a:pPr>
            <a:r>
              <a:rPr lang="en-US" b="true" sz="1950" strike="noStrike" u="none">
                <a:solidFill>
                  <a:srgbClr val="A9B8FF"/>
                </a:solidFill>
                <a:latin typeface="Arimo Bold"/>
                <a:ea typeface="Arimo Bold"/>
                <a:cs typeface="Arimo Bold"/>
                <a:sym typeface="Arimo Bold"/>
              </a:rPr>
              <a:t>💬 예시 + 역할을 함께 주기</a:t>
            </a:r>
          </a:p>
        </p:txBody>
      </p:sp>
      <p:sp>
        <p:nvSpPr>
          <p:cNvPr name="TextBox 39" id="39"/>
          <p:cNvSpPr txBox="true"/>
          <p:nvPr/>
        </p:nvSpPr>
        <p:spPr>
          <a:xfrm rot="0">
            <a:off x="2143125" y="3743325"/>
            <a:ext cx="7524750" cy="3681413"/>
          </a:xfrm>
          <a:prstGeom prst="rect">
            <a:avLst/>
          </a:prstGeom>
        </p:spPr>
        <p:txBody>
          <a:bodyPr anchor="t" rtlCol="false" tIns="0" lIns="0" bIns="0" rIns="0">
            <a:spAutoFit/>
          </a:bodyPr>
          <a:lstStyle/>
          <a:p>
            <a:pPr algn="l" marL="0" indent="0" lvl="0">
              <a:lnSpc>
                <a:spcPts val="3262"/>
              </a:lnSpc>
              <a:spcBef>
                <a:spcPct val="0"/>
              </a:spcBef>
            </a:pPr>
            <a:r>
              <a:rPr lang="en-US" sz="2250" strike="noStrike" u="none">
                <a:solidFill>
                  <a:srgbClr val="EEF1FF"/>
                </a:solidFill>
                <a:latin typeface="Arimo"/>
                <a:ea typeface="Arimo"/>
                <a:cs typeface="Arimo"/>
                <a:sym typeface="Arimo"/>
              </a:rPr>
              <a:t>너는 친절한 카페 사장님이야.</a:t>
            </a:r>
          </a:p>
          <a:p>
            <a:pPr algn="l" marL="0" indent="0" lvl="0">
              <a:lnSpc>
                <a:spcPts val="3262"/>
              </a:lnSpc>
              <a:spcBef>
                <a:spcPct val="0"/>
              </a:spcBef>
            </a:pPr>
            <a:r>
              <a:rPr lang="en-US" sz="2250" strike="noStrike" u="none">
                <a:solidFill>
                  <a:srgbClr val="EEF1FF"/>
                </a:solidFill>
                <a:latin typeface="Arimo"/>
                <a:ea typeface="Arimo"/>
                <a:cs typeface="Arimo"/>
                <a:sym typeface="Arimo"/>
              </a:rPr>
              <a:t>아래 예시처럼 메뉴 소개를 써줘.</a:t>
            </a:r>
          </a:p>
          <a:p>
            <a:pPr algn="l" marL="0" indent="0" lvl="0">
              <a:lnSpc>
                <a:spcPts val="3262"/>
              </a:lnSpc>
              <a:spcBef>
                <a:spcPct val="0"/>
              </a:spcBef>
            </a:pPr>
          </a:p>
          <a:p>
            <a:pPr algn="l" marL="0" indent="0" lvl="0">
              <a:lnSpc>
                <a:spcPts val="3262"/>
              </a:lnSpc>
              <a:spcBef>
                <a:spcPct val="0"/>
              </a:spcBef>
            </a:pPr>
            <a:r>
              <a:rPr lang="en-US" sz="2250" strike="noStrike" u="none">
                <a:solidFill>
                  <a:srgbClr val="EEF1FF"/>
                </a:solidFill>
                <a:latin typeface="Arimo"/>
                <a:ea typeface="Arimo"/>
                <a:cs typeface="Arimo"/>
                <a:sym typeface="Arimo"/>
              </a:rPr>
              <a:t>예시)</a:t>
            </a:r>
          </a:p>
          <a:p>
            <a:pPr algn="l" marL="0" indent="0" lvl="0">
              <a:lnSpc>
                <a:spcPts val="3262"/>
              </a:lnSpc>
              <a:spcBef>
                <a:spcPct val="0"/>
              </a:spcBef>
            </a:pPr>
            <a:r>
              <a:rPr lang="en-US" sz="2250" strike="noStrike" u="none">
                <a:solidFill>
                  <a:srgbClr val="EEF1FF"/>
                </a:solidFill>
                <a:latin typeface="Arimo"/>
                <a:ea typeface="Arimo"/>
                <a:cs typeface="Arimo"/>
                <a:sym typeface="Arimo"/>
              </a:rPr>
              <a:t>아메리카노: 고소하고 깔끔한</a:t>
            </a:r>
          </a:p>
          <a:p>
            <a:pPr algn="l" marL="0" indent="0" lvl="0">
              <a:lnSpc>
                <a:spcPts val="3262"/>
              </a:lnSpc>
              <a:spcBef>
                <a:spcPct val="0"/>
              </a:spcBef>
            </a:pPr>
            <a:r>
              <a:rPr lang="en-US" sz="2250" strike="noStrike" u="none">
                <a:solidFill>
                  <a:srgbClr val="EEF1FF"/>
                </a:solidFill>
                <a:latin typeface="Arimo"/>
                <a:ea typeface="Arimo"/>
                <a:cs typeface="Arimo"/>
                <a:sym typeface="Arimo"/>
              </a:rPr>
              <a:t>기본 커피 ☕</a:t>
            </a:r>
          </a:p>
          <a:p>
            <a:pPr algn="l" marL="0" indent="0" lvl="0">
              <a:lnSpc>
                <a:spcPts val="3262"/>
              </a:lnSpc>
              <a:spcBef>
                <a:spcPct val="0"/>
              </a:spcBef>
            </a:pPr>
          </a:p>
          <a:p>
            <a:pPr algn="l" marL="0" indent="0" lvl="0">
              <a:lnSpc>
                <a:spcPts val="3262"/>
              </a:lnSpc>
              <a:spcBef>
                <a:spcPct val="0"/>
              </a:spcBef>
            </a:pPr>
            <a:r>
              <a:rPr lang="en-US" sz="2250" strike="noStrike" u="none">
                <a:solidFill>
                  <a:srgbClr val="EEF1FF"/>
                </a:solidFill>
                <a:latin typeface="Arimo"/>
                <a:ea typeface="Arimo"/>
                <a:cs typeface="Arimo"/>
                <a:sym typeface="Arimo"/>
              </a:rPr>
              <a:t>라떼:</a:t>
            </a:r>
          </a:p>
          <a:p>
            <a:pPr algn="l" marL="0" indent="0" lvl="0">
              <a:lnSpc>
                <a:spcPts val="3262"/>
              </a:lnSpc>
              <a:spcBef>
                <a:spcPct val="0"/>
              </a:spcBef>
            </a:pPr>
            <a:r>
              <a:rPr lang="en-US" sz="2250" strike="noStrike" u="none">
                <a:solidFill>
                  <a:srgbClr val="EEF1FF"/>
                </a:solidFill>
                <a:latin typeface="Arimo"/>
                <a:ea typeface="Arimo"/>
                <a:cs typeface="Arimo"/>
                <a:sym typeface="Arimo"/>
              </a:rPr>
              <a:t>녹차 라떼:</a:t>
            </a:r>
          </a:p>
        </p:txBody>
      </p:sp>
      <p:sp>
        <p:nvSpPr>
          <p:cNvPr name="TextBox 40" id="40"/>
          <p:cNvSpPr txBox="true"/>
          <p:nvPr/>
        </p:nvSpPr>
        <p:spPr>
          <a:xfrm rot="0">
            <a:off x="8382000" y="8899525"/>
            <a:ext cx="1524000" cy="358775"/>
          </a:xfrm>
          <a:prstGeom prst="rect">
            <a:avLst/>
          </a:prstGeom>
        </p:spPr>
        <p:txBody>
          <a:bodyPr anchor="t" rtlCol="false" tIns="0" lIns="0" bIns="0" rIns="0">
            <a:spAutoFit/>
          </a:bodyPr>
          <a:lstStyle/>
          <a:p>
            <a:pPr algn="ctr" marL="0" indent="0" lvl="0">
              <a:lnSpc>
                <a:spcPts val="2800"/>
              </a:lnSpc>
              <a:spcBef>
                <a:spcPct val="0"/>
              </a:spcBef>
            </a:pPr>
            <a:r>
              <a:rPr lang="en-US" b="true" sz="2000" strike="noStrike" u="none">
                <a:solidFill>
                  <a:srgbClr val="4165C1"/>
                </a:solidFill>
                <a:latin typeface="프리젠테이션 Bold"/>
                <a:ea typeface="프리젠테이션 Bold"/>
                <a:cs typeface="프리젠테이션 Bold"/>
                <a:sym typeface="프리젠테이션 Bold"/>
              </a:rPr>
              <a:t>- 13 -</a:t>
            </a:r>
          </a:p>
        </p:txBody>
      </p:sp>
    </p:spTree>
  </p:cSld>
  <p:clrMapOvr>
    <a:masterClrMapping/>
  </p:clrMapOvr>
</p:sld>
</file>

<file path=ppt/slides/slide14.xml><?xml version="1.0" encoding="utf-8"?>
<p:sld xmlns:p="http://schemas.openxmlformats.org/presentationml/2006/main" xmlns:a="http://schemas.openxmlformats.org/drawingml/2006/main" xmlns:r="http://schemas.openxmlformats.org/officeDocument/2006/relationships">
  <p:cSld>
    <p:bg>
      <p:bgPr>
        <a:solidFill>
          <a:srgbClr val="5170FF"/>
        </a:solidFill>
      </p:bgPr>
    </p:bg>
    <p:spTree>
      <p:nvGrpSpPr>
        <p:cNvPr id="1" name=""/>
        <p:cNvGrpSpPr/>
        <p:nvPr/>
      </p:nvGrpSpPr>
      <p:grpSpPr>
        <a:xfrm>
          <a:off x="0" y="0"/>
          <a:ext cx="0" cy="0"/>
          <a:chOff x="0" y="0"/>
          <a:chExt cx="0" cy="0"/>
        </a:xfrm>
      </p:grpSpPr>
      <p:grpSp>
        <p:nvGrpSpPr>
          <p:cNvPr name="Group 2" id="2"/>
          <p:cNvGrpSpPr/>
          <p:nvPr/>
        </p:nvGrpSpPr>
        <p:grpSpPr>
          <a:xfrm rot="0">
            <a:off x="534854" y="457200"/>
            <a:ext cx="17218292" cy="9294946"/>
            <a:chOff x="0" y="0"/>
            <a:chExt cx="22957723" cy="12393261"/>
          </a:xfrm>
        </p:grpSpPr>
        <p:grpSp>
          <p:nvGrpSpPr>
            <p:cNvPr name="Group 3" id="3"/>
            <p:cNvGrpSpPr/>
            <p:nvPr/>
          </p:nvGrpSpPr>
          <p:grpSpPr>
            <a:xfrm rot="0">
              <a:off x="0" y="1727243"/>
              <a:ext cx="22957723" cy="10666019"/>
              <a:chOff x="0" y="0"/>
              <a:chExt cx="4777465" cy="2219581"/>
            </a:xfrm>
          </p:grpSpPr>
          <p:sp>
            <p:nvSpPr>
              <p:cNvPr name="Freeform 4" id="4"/>
              <p:cNvSpPr/>
              <p:nvPr/>
            </p:nvSpPr>
            <p:spPr>
              <a:xfrm flipH="false" flipV="false" rot="0">
                <a:off x="0" y="0"/>
                <a:ext cx="4777465" cy="2219581"/>
              </a:xfrm>
              <a:custGeom>
                <a:avLst/>
                <a:gdLst/>
                <a:ahLst/>
                <a:cxnLst/>
                <a:rect r="r" b="b" t="t" l="l"/>
                <a:pathLst>
                  <a:path h="2219581" w="4777465">
                    <a:moveTo>
                      <a:pt x="22931" y="0"/>
                    </a:moveTo>
                    <a:lnTo>
                      <a:pt x="4754534" y="0"/>
                    </a:lnTo>
                    <a:cubicBezTo>
                      <a:pt x="4767199" y="0"/>
                      <a:pt x="4777465" y="10267"/>
                      <a:pt x="4777465" y="22931"/>
                    </a:cubicBezTo>
                    <a:lnTo>
                      <a:pt x="4777465" y="2196650"/>
                    </a:lnTo>
                    <a:cubicBezTo>
                      <a:pt x="4777465" y="2202732"/>
                      <a:pt x="4775049" y="2208564"/>
                      <a:pt x="4770749" y="2212865"/>
                    </a:cubicBezTo>
                    <a:cubicBezTo>
                      <a:pt x="4766449" y="2217165"/>
                      <a:pt x="4760616" y="2219581"/>
                      <a:pt x="4754534" y="2219581"/>
                    </a:cubicBezTo>
                    <a:lnTo>
                      <a:pt x="22931" y="2219581"/>
                    </a:lnTo>
                    <a:cubicBezTo>
                      <a:pt x="10267" y="2219581"/>
                      <a:pt x="0" y="2209315"/>
                      <a:pt x="0" y="2196650"/>
                    </a:cubicBezTo>
                    <a:lnTo>
                      <a:pt x="0" y="22931"/>
                    </a:lnTo>
                    <a:cubicBezTo>
                      <a:pt x="0" y="10267"/>
                      <a:pt x="10267" y="0"/>
                      <a:pt x="22931" y="0"/>
                    </a:cubicBezTo>
                    <a:close/>
                  </a:path>
                </a:pathLst>
              </a:custGeom>
              <a:solidFill>
                <a:srgbClr val="FFFFFF"/>
              </a:solidFill>
              <a:ln cap="rnd">
                <a:noFill/>
                <a:prstDash val="solid"/>
                <a:round/>
              </a:ln>
            </p:spPr>
          </p:sp>
          <p:sp>
            <p:nvSpPr>
              <p:cNvPr name="TextBox 5" id="5"/>
              <p:cNvSpPr txBox="true"/>
              <p:nvPr/>
            </p:nvSpPr>
            <p:spPr>
              <a:xfrm>
                <a:off x="0" y="-38100"/>
                <a:ext cx="4777465" cy="2257681"/>
              </a:xfrm>
              <a:prstGeom prst="rect">
                <a:avLst/>
              </a:prstGeom>
            </p:spPr>
            <p:txBody>
              <a:bodyPr anchor="ctr" rtlCol="false" tIns="48220" lIns="48220" bIns="48220" rIns="48220"/>
              <a:lstStyle/>
              <a:p>
                <a:pPr algn="ctr" marL="0" indent="0" lvl="0">
                  <a:lnSpc>
                    <a:spcPts val="1853"/>
                  </a:lnSpc>
                  <a:spcBef>
                    <a:spcPct val="0"/>
                  </a:spcBef>
                </a:pPr>
              </a:p>
              <a:p>
                <a:pPr algn="ctr" marL="0" indent="0" lvl="0">
                  <a:lnSpc>
                    <a:spcPts val="1853"/>
                  </a:lnSpc>
                  <a:spcBef>
                    <a:spcPct val="0"/>
                  </a:spcBef>
                </a:pPr>
              </a:p>
              <a:p>
                <a:pPr algn="ctr" marL="0" indent="0" lvl="0">
                  <a:lnSpc>
                    <a:spcPts val="1853"/>
                  </a:lnSpc>
                  <a:spcBef>
                    <a:spcPct val="0"/>
                  </a:spcBef>
                </a:pPr>
              </a:p>
            </p:txBody>
          </p:sp>
        </p:grpSp>
        <p:grpSp>
          <p:nvGrpSpPr>
            <p:cNvPr name="Group 6" id="6"/>
            <p:cNvGrpSpPr/>
            <p:nvPr/>
          </p:nvGrpSpPr>
          <p:grpSpPr>
            <a:xfrm rot="0">
              <a:off x="18499830" y="891712"/>
              <a:ext cx="4457893" cy="3397582"/>
              <a:chOff x="0" y="0"/>
              <a:chExt cx="927680" cy="707031"/>
            </a:xfrm>
          </p:grpSpPr>
          <p:sp>
            <p:nvSpPr>
              <p:cNvPr name="Freeform 7" id="7"/>
              <p:cNvSpPr/>
              <p:nvPr/>
            </p:nvSpPr>
            <p:spPr>
              <a:xfrm flipH="false" flipV="false" rot="0">
                <a:off x="0" y="0"/>
                <a:ext cx="927680" cy="707031"/>
              </a:xfrm>
              <a:custGeom>
                <a:avLst/>
                <a:gdLst/>
                <a:ahLst/>
                <a:cxnLst/>
                <a:rect r="r" b="b" t="t" l="l"/>
                <a:pathLst>
                  <a:path h="707031" w="927680">
                    <a:moveTo>
                      <a:pt x="118094" y="0"/>
                    </a:moveTo>
                    <a:lnTo>
                      <a:pt x="809586" y="0"/>
                    </a:lnTo>
                    <a:cubicBezTo>
                      <a:pt x="874808" y="0"/>
                      <a:pt x="927680" y="52872"/>
                      <a:pt x="927680" y="118094"/>
                    </a:cubicBezTo>
                    <a:lnTo>
                      <a:pt x="927680" y="588937"/>
                    </a:lnTo>
                    <a:cubicBezTo>
                      <a:pt x="927680" y="654159"/>
                      <a:pt x="874808" y="707031"/>
                      <a:pt x="809586" y="707031"/>
                    </a:cubicBezTo>
                    <a:lnTo>
                      <a:pt x="118094" y="707031"/>
                    </a:lnTo>
                    <a:cubicBezTo>
                      <a:pt x="52872" y="707031"/>
                      <a:pt x="0" y="654159"/>
                      <a:pt x="0" y="588937"/>
                    </a:cubicBezTo>
                    <a:lnTo>
                      <a:pt x="0" y="118094"/>
                    </a:lnTo>
                    <a:cubicBezTo>
                      <a:pt x="0" y="52872"/>
                      <a:pt x="52872" y="0"/>
                      <a:pt x="118094" y="0"/>
                    </a:cubicBezTo>
                    <a:close/>
                  </a:path>
                </a:pathLst>
              </a:custGeom>
              <a:solidFill>
                <a:srgbClr val="FFFFFF"/>
              </a:solidFill>
              <a:ln cap="rnd">
                <a:noFill/>
                <a:prstDash val="solid"/>
                <a:round/>
              </a:ln>
            </p:spPr>
          </p:sp>
          <p:sp>
            <p:nvSpPr>
              <p:cNvPr name="TextBox 8" id="8"/>
              <p:cNvSpPr txBox="true"/>
              <p:nvPr/>
            </p:nvSpPr>
            <p:spPr>
              <a:xfrm>
                <a:off x="0" y="-38100"/>
                <a:ext cx="927680" cy="745131"/>
              </a:xfrm>
              <a:prstGeom prst="rect">
                <a:avLst/>
              </a:prstGeom>
            </p:spPr>
            <p:txBody>
              <a:bodyPr anchor="ctr" rtlCol="false" tIns="48220" lIns="48220" bIns="48220" rIns="48220"/>
              <a:lstStyle/>
              <a:p>
                <a:pPr algn="ctr" marL="0" indent="0" lvl="0">
                  <a:lnSpc>
                    <a:spcPts val="1853"/>
                  </a:lnSpc>
                  <a:spcBef>
                    <a:spcPct val="0"/>
                  </a:spcBef>
                </a:pPr>
              </a:p>
              <a:p>
                <a:pPr algn="ctr" marL="0" indent="0" lvl="0">
                  <a:lnSpc>
                    <a:spcPts val="1853"/>
                  </a:lnSpc>
                  <a:spcBef>
                    <a:spcPct val="0"/>
                  </a:spcBef>
                </a:pPr>
              </a:p>
              <a:p>
                <a:pPr algn="ctr" marL="0" indent="0" lvl="0">
                  <a:lnSpc>
                    <a:spcPts val="1853"/>
                  </a:lnSpc>
                  <a:spcBef>
                    <a:spcPct val="0"/>
                  </a:spcBef>
                </a:pPr>
              </a:p>
            </p:txBody>
          </p:sp>
        </p:grpSp>
        <p:grpSp>
          <p:nvGrpSpPr>
            <p:cNvPr name="Group 9" id="9"/>
            <p:cNvGrpSpPr/>
            <p:nvPr/>
          </p:nvGrpSpPr>
          <p:grpSpPr>
            <a:xfrm rot="0">
              <a:off x="18064463" y="1334482"/>
              <a:ext cx="2392010" cy="1865053"/>
              <a:chOff x="0" y="0"/>
              <a:chExt cx="497773" cy="388115"/>
            </a:xfrm>
          </p:grpSpPr>
          <p:sp>
            <p:nvSpPr>
              <p:cNvPr name="Freeform 10" id="10"/>
              <p:cNvSpPr/>
              <p:nvPr/>
            </p:nvSpPr>
            <p:spPr>
              <a:xfrm flipH="false" flipV="false" rot="0">
                <a:off x="0" y="0"/>
                <a:ext cx="497773" cy="388115"/>
              </a:xfrm>
              <a:custGeom>
                <a:avLst/>
                <a:gdLst/>
                <a:ahLst/>
                <a:cxnLst/>
                <a:rect r="r" b="b" t="t" l="l"/>
                <a:pathLst>
                  <a:path h="388115" w="497773">
                    <a:moveTo>
                      <a:pt x="0" y="0"/>
                    </a:moveTo>
                    <a:lnTo>
                      <a:pt x="497773" y="0"/>
                    </a:lnTo>
                    <a:lnTo>
                      <a:pt x="497773" y="388115"/>
                    </a:lnTo>
                    <a:lnTo>
                      <a:pt x="0" y="388115"/>
                    </a:lnTo>
                    <a:close/>
                  </a:path>
                </a:pathLst>
              </a:custGeom>
              <a:solidFill>
                <a:srgbClr val="FFFFFF"/>
              </a:solidFill>
              <a:ln cap="sq">
                <a:noFill/>
                <a:prstDash val="solid"/>
                <a:miter/>
              </a:ln>
            </p:spPr>
          </p:sp>
          <p:sp>
            <p:nvSpPr>
              <p:cNvPr name="TextBox 11" id="11"/>
              <p:cNvSpPr txBox="true"/>
              <p:nvPr/>
            </p:nvSpPr>
            <p:spPr>
              <a:xfrm>
                <a:off x="0" y="-38100"/>
                <a:ext cx="497773" cy="426215"/>
              </a:xfrm>
              <a:prstGeom prst="rect">
                <a:avLst/>
              </a:prstGeom>
            </p:spPr>
            <p:txBody>
              <a:bodyPr anchor="ctr" rtlCol="false" tIns="48220" lIns="48220" bIns="48220" rIns="48220"/>
              <a:lstStyle/>
              <a:p>
                <a:pPr algn="ctr" marL="0" indent="0" lvl="0">
                  <a:lnSpc>
                    <a:spcPts val="1853"/>
                  </a:lnSpc>
                  <a:spcBef>
                    <a:spcPct val="0"/>
                  </a:spcBef>
                </a:pPr>
              </a:p>
              <a:p>
                <a:pPr algn="ctr" marL="0" indent="0" lvl="0">
                  <a:lnSpc>
                    <a:spcPts val="1853"/>
                  </a:lnSpc>
                  <a:spcBef>
                    <a:spcPct val="0"/>
                  </a:spcBef>
                </a:pPr>
              </a:p>
              <a:p>
                <a:pPr algn="ctr" marL="0" indent="0" lvl="0">
                  <a:lnSpc>
                    <a:spcPts val="1853"/>
                  </a:lnSpc>
                  <a:spcBef>
                    <a:spcPct val="0"/>
                  </a:spcBef>
                </a:pPr>
              </a:p>
            </p:txBody>
          </p:sp>
        </p:grpSp>
        <p:grpSp>
          <p:nvGrpSpPr>
            <p:cNvPr name="Group 12" id="12"/>
            <p:cNvGrpSpPr/>
            <p:nvPr/>
          </p:nvGrpSpPr>
          <p:grpSpPr>
            <a:xfrm rot="0">
              <a:off x="16059231" y="0"/>
              <a:ext cx="2504831" cy="1727243"/>
              <a:chOff x="0" y="0"/>
              <a:chExt cx="521251" cy="359436"/>
            </a:xfrm>
          </p:grpSpPr>
          <p:sp>
            <p:nvSpPr>
              <p:cNvPr name="Freeform 13" id="13"/>
              <p:cNvSpPr/>
              <p:nvPr/>
            </p:nvSpPr>
            <p:spPr>
              <a:xfrm flipH="false" flipV="false" rot="0">
                <a:off x="0" y="0"/>
                <a:ext cx="521251" cy="359436"/>
              </a:xfrm>
              <a:custGeom>
                <a:avLst/>
                <a:gdLst/>
                <a:ahLst/>
                <a:cxnLst/>
                <a:rect r="r" b="b" t="t" l="l"/>
                <a:pathLst>
                  <a:path h="359436" w="521251">
                    <a:moveTo>
                      <a:pt x="179718" y="0"/>
                    </a:moveTo>
                    <a:lnTo>
                      <a:pt x="341533" y="0"/>
                    </a:lnTo>
                    <a:cubicBezTo>
                      <a:pt x="440789" y="0"/>
                      <a:pt x="521251" y="80463"/>
                      <a:pt x="521251" y="179718"/>
                    </a:cubicBezTo>
                    <a:lnTo>
                      <a:pt x="521251" y="179718"/>
                    </a:lnTo>
                    <a:cubicBezTo>
                      <a:pt x="521251" y="227382"/>
                      <a:pt x="502317" y="273094"/>
                      <a:pt x="468613" y="306798"/>
                    </a:cubicBezTo>
                    <a:cubicBezTo>
                      <a:pt x="434909" y="340502"/>
                      <a:pt x="389197" y="359436"/>
                      <a:pt x="341533" y="359436"/>
                    </a:cubicBezTo>
                    <a:lnTo>
                      <a:pt x="179718" y="359436"/>
                    </a:lnTo>
                    <a:cubicBezTo>
                      <a:pt x="132054" y="359436"/>
                      <a:pt x="86342" y="340502"/>
                      <a:pt x="52638" y="306798"/>
                    </a:cubicBezTo>
                    <a:cubicBezTo>
                      <a:pt x="18935" y="273094"/>
                      <a:pt x="0" y="227382"/>
                      <a:pt x="0" y="179718"/>
                    </a:cubicBezTo>
                    <a:lnTo>
                      <a:pt x="0" y="179718"/>
                    </a:lnTo>
                    <a:cubicBezTo>
                      <a:pt x="0" y="132054"/>
                      <a:pt x="18935" y="86342"/>
                      <a:pt x="52638" y="52638"/>
                    </a:cubicBezTo>
                    <a:cubicBezTo>
                      <a:pt x="86342" y="18935"/>
                      <a:pt x="132054" y="0"/>
                      <a:pt x="179718" y="0"/>
                    </a:cubicBezTo>
                    <a:close/>
                  </a:path>
                </a:pathLst>
              </a:custGeom>
              <a:solidFill>
                <a:srgbClr val="5170FF"/>
              </a:solidFill>
              <a:ln cap="rnd">
                <a:noFill/>
                <a:prstDash val="solid"/>
                <a:round/>
              </a:ln>
            </p:spPr>
          </p:sp>
          <p:sp>
            <p:nvSpPr>
              <p:cNvPr name="TextBox 14" id="14"/>
              <p:cNvSpPr txBox="true"/>
              <p:nvPr/>
            </p:nvSpPr>
            <p:spPr>
              <a:xfrm>
                <a:off x="0" y="-38100"/>
                <a:ext cx="521251" cy="397536"/>
              </a:xfrm>
              <a:prstGeom prst="rect">
                <a:avLst/>
              </a:prstGeom>
            </p:spPr>
            <p:txBody>
              <a:bodyPr anchor="ctr" rtlCol="false" tIns="48220" lIns="48220" bIns="48220" rIns="48220"/>
              <a:lstStyle/>
              <a:p>
                <a:pPr algn="ctr" marL="0" indent="0" lvl="0">
                  <a:lnSpc>
                    <a:spcPts val="1853"/>
                  </a:lnSpc>
                  <a:spcBef>
                    <a:spcPct val="0"/>
                  </a:spcBef>
                </a:pPr>
              </a:p>
              <a:p>
                <a:pPr algn="ctr" marL="0" indent="0" lvl="0">
                  <a:lnSpc>
                    <a:spcPts val="1853"/>
                  </a:lnSpc>
                  <a:spcBef>
                    <a:spcPct val="0"/>
                  </a:spcBef>
                </a:pPr>
              </a:p>
              <a:p>
                <a:pPr algn="ctr" marL="0" indent="0" lvl="0">
                  <a:lnSpc>
                    <a:spcPts val="1853"/>
                  </a:lnSpc>
                  <a:spcBef>
                    <a:spcPct val="0"/>
                  </a:spcBef>
                </a:pPr>
              </a:p>
            </p:txBody>
          </p:sp>
        </p:grpSp>
      </p:grpSp>
      <p:sp>
        <p:nvSpPr>
          <p:cNvPr name="Freeform 15" id="15"/>
          <p:cNvSpPr/>
          <p:nvPr/>
        </p:nvSpPr>
        <p:spPr>
          <a:xfrm flipH="false" flipV="false" rot="0">
            <a:off x="820604" y="843344"/>
            <a:ext cx="334731" cy="334731"/>
          </a:xfrm>
          <a:custGeom>
            <a:avLst/>
            <a:gdLst/>
            <a:ahLst/>
            <a:cxnLst/>
            <a:rect r="r" b="b" t="t" l="l"/>
            <a:pathLst>
              <a:path h="334731" w="334731">
                <a:moveTo>
                  <a:pt x="0" y="0"/>
                </a:moveTo>
                <a:lnTo>
                  <a:pt x="334731" y="0"/>
                </a:lnTo>
                <a:lnTo>
                  <a:pt x="334731" y="334731"/>
                </a:lnTo>
                <a:lnTo>
                  <a:pt x="0" y="334731"/>
                </a:lnTo>
                <a:lnTo>
                  <a:pt x="0" y="0"/>
                </a:lnTo>
                <a:close/>
              </a:path>
            </a:pathLst>
          </a:custGeom>
          <a:blipFill>
            <a:blip r:embed="rId3">
              <a:extLst>
                <a:ext uri="{96DAC541-7B7A-43D3-8B79-37D633B846F1}">
                  <asvg:svgBlip xmlns:asvg="http://schemas.microsoft.com/office/drawing/2016/SVG/main" r:embed="rId4"/>
                </a:ext>
              </a:extLst>
            </a:blip>
            <a:stretch>
              <a:fillRect l="0" t="0" r="0" b="0"/>
            </a:stretch>
          </a:blipFill>
        </p:spPr>
      </p:sp>
      <p:grpSp>
        <p:nvGrpSpPr>
          <p:cNvPr name="Group 16" id="16"/>
          <p:cNvGrpSpPr/>
          <p:nvPr/>
        </p:nvGrpSpPr>
        <p:grpSpPr>
          <a:xfrm rot="0">
            <a:off x="10472784" y="6346709"/>
            <a:ext cx="5384961" cy="2252671"/>
            <a:chOff x="0" y="0"/>
            <a:chExt cx="7179948" cy="3003561"/>
          </a:xfrm>
        </p:grpSpPr>
        <p:grpSp>
          <p:nvGrpSpPr>
            <p:cNvPr name="Group 17" id="17"/>
            <p:cNvGrpSpPr/>
            <p:nvPr/>
          </p:nvGrpSpPr>
          <p:grpSpPr>
            <a:xfrm rot="0">
              <a:off x="0" y="0"/>
              <a:ext cx="7179948" cy="3003561"/>
              <a:chOff x="0" y="0"/>
              <a:chExt cx="1418261" cy="593296"/>
            </a:xfrm>
          </p:grpSpPr>
          <p:sp>
            <p:nvSpPr>
              <p:cNvPr name="Freeform 18" id="18"/>
              <p:cNvSpPr/>
              <p:nvPr/>
            </p:nvSpPr>
            <p:spPr>
              <a:xfrm flipH="false" flipV="false" rot="0">
                <a:off x="0" y="0"/>
                <a:ext cx="1418261" cy="593296"/>
              </a:xfrm>
              <a:custGeom>
                <a:avLst/>
                <a:gdLst/>
                <a:ahLst/>
                <a:cxnLst/>
                <a:rect r="r" b="b" t="t" l="l"/>
                <a:pathLst>
                  <a:path h="593296" w="1418261">
                    <a:moveTo>
                      <a:pt x="21565" y="0"/>
                    </a:moveTo>
                    <a:lnTo>
                      <a:pt x="1396696" y="0"/>
                    </a:lnTo>
                    <a:cubicBezTo>
                      <a:pt x="1408606" y="0"/>
                      <a:pt x="1418261" y="9655"/>
                      <a:pt x="1418261" y="21565"/>
                    </a:cubicBezTo>
                    <a:lnTo>
                      <a:pt x="1418261" y="571731"/>
                    </a:lnTo>
                    <a:cubicBezTo>
                      <a:pt x="1418261" y="577450"/>
                      <a:pt x="1415989" y="582935"/>
                      <a:pt x="1411945" y="586980"/>
                    </a:cubicBezTo>
                    <a:cubicBezTo>
                      <a:pt x="1407901" y="591024"/>
                      <a:pt x="1402415" y="593296"/>
                      <a:pt x="1396696" y="593296"/>
                    </a:cubicBezTo>
                    <a:lnTo>
                      <a:pt x="21565" y="593296"/>
                    </a:lnTo>
                    <a:cubicBezTo>
                      <a:pt x="9655" y="593296"/>
                      <a:pt x="0" y="583641"/>
                      <a:pt x="0" y="571731"/>
                    </a:cubicBezTo>
                    <a:lnTo>
                      <a:pt x="0" y="21565"/>
                    </a:lnTo>
                    <a:cubicBezTo>
                      <a:pt x="0" y="9655"/>
                      <a:pt x="9655" y="0"/>
                      <a:pt x="21565" y="0"/>
                    </a:cubicBezTo>
                    <a:close/>
                  </a:path>
                </a:pathLst>
              </a:custGeom>
              <a:solidFill>
                <a:srgbClr val="EAEAEA"/>
              </a:solidFill>
              <a:ln cap="sq">
                <a:noFill/>
                <a:prstDash val="solid"/>
                <a:miter/>
              </a:ln>
            </p:spPr>
          </p:sp>
          <p:sp>
            <p:nvSpPr>
              <p:cNvPr name="TextBox 19" id="19"/>
              <p:cNvSpPr txBox="true"/>
              <p:nvPr/>
            </p:nvSpPr>
            <p:spPr>
              <a:xfrm>
                <a:off x="0" y="19050"/>
                <a:ext cx="1418261" cy="574246"/>
              </a:xfrm>
              <a:prstGeom prst="rect">
                <a:avLst/>
              </a:prstGeom>
            </p:spPr>
            <p:txBody>
              <a:bodyPr anchor="ctr" rtlCol="false" tIns="50800" lIns="50800" bIns="50800" rIns="50800"/>
              <a:lstStyle/>
              <a:p>
                <a:pPr algn="ctr">
                  <a:lnSpc>
                    <a:spcPts val="2743"/>
                  </a:lnSpc>
                </a:pPr>
              </a:p>
            </p:txBody>
          </p:sp>
        </p:grpSp>
        <p:sp>
          <p:nvSpPr>
            <p:cNvPr name="Freeform 20" id="20"/>
            <p:cNvSpPr/>
            <p:nvPr/>
          </p:nvSpPr>
          <p:spPr>
            <a:xfrm flipH="false" flipV="false" rot="0">
              <a:off x="741639" y="709385"/>
              <a:ext cx="189653" cy="144610"/>
            </a:xfrm>
            <a:custGeom>
              <a:avLst/>
              <a:gdLst/>
              <a:ahLst/>
              <a:cxnLst/>
              <a:rect r="r" b="b" t="t" l="l"/>
              <a:pathLst>
                <a:path h="144610" w="189653">
                  <a:moveTo>
                    <a:pt x="0" y="0"/>
                  </a:moveTo>
                  <a:lnTo>
                    <a:pt x="189653" y="0"/>
                  </a:lnTo>
                  <a:lnTo>
                    <a:pt x="189653" y="144610"/>
                  </a:lnTo>
                  <a:lnTo>
                    <a:pt x="0" y="144610"/>
                  </a:lnTo>
                  <a:lnTo>
                    <a:pt x="0" y="0"/>
                  </a:lnTo>
                  <a:close/>
                </a:path>
              </a:pathLst>
            </a:custGeom>
            <a:blipFill>
              <a:blip r:embed="rId5">
                <a:extLst>
                  <a:ext uri="{96DAC541-7B7A-43D3-8B79-37D633B846F1}">
                    <asvg:svgBlip xmlns:asvg="http://schemas.microsoft.com/office/drawing/2016/SVG/main" r:embed="rId6"/>
                  </a:ext>
                </a:extLst>
              </a:blip>
              <a:stretch>
                <a:fillRect l="0" t="0" r="0" b="0"/>
              </a:stretch>
            </a:blipFill>
          </p:spPr>
        </p:sp>
        <p:sp>
          <p:nvSpPr>
            <p:cNvPr name="TextBox 21" id="21"/>
            <p:cNvSpPr txBox="true"/>
            <p:nvPr/>
          </p:nvSpPr>
          <p:spPr>
            <a:xfrm rot="0">
              <a:off x="1045128" y="502290"/>
              <a:ext cx="6134820" cy="482600"/>
            </a:xfrm>
            <a:prstGeom prst="rect">
              <a:avLst/>
            </a:prstGeom>
          </p:spPr>
          <p:txBody>
            <a:bodyPr anchor="t" rtlCol="false" tIns="0" lIns="0" bIns="0" rIns="0">
              <a:spAutoFit/>
            </a:bodyPr>
            <a:lstStyle/>
            <a:p>
              <a:pPr algn="l" marL="0" indent="0" lvl="0">
                <a:lnSpc>
                  <a:spcPts val="3000"/>
                </a:lnSpc>
                <a:spcBef>
                  <a:spcPct val="0"/>
                </a:spcBef>
              </a:pPr>
              <a:r>
                <a:rPr lang="en-US" b="true" sz="2000" spc="-40" strike="noStrike" u="none">
                  <a:solidFill>
                    <a:srgbClr val="333333">
                      <a:alpha val="89804"/>
                    </a:srgbClr>
                  </a:solidFill>
                  <a:latin typeface="프리젠테이션 Bold"/>
                  <a:ea typeface="프리젠테이션 Bold"/>
                  <a:cs typeface="프리젠테이션 Bold"/>
                  <a:sym typeface="프리젠테이션 Bold"/>
                </a:rPr>
                <a:t>결과 모양이 매번 같아짐</a:t>
              </a:r>
            </a:p>
          </p:txBody>
        </p:sp>
        <p:sp>
          <p:nvSpPr>
            <p:cNvPr name="Freeform 22" id="22"/>
            <p:cNvSpPr/>
            <p:nvPr/>
          </p:nvSpPr>
          <p:spPr>
            <a:xfrm flipH="false" flipV="false" rot="0">
              <a:off x="741639" y="1418045"/>
              <a:ext cx="189653" cy="144610"/>
            </a:xfrm>
            <a:custGeom>
              <a:avLst/>
              <a:gdLst/>
              <a:ahLst/>
              <a:cxnLst/>
              <a:rect r="r" b="b" t="t" l="l"/>
              <a:pathLst>
                <a:path h="144610" w="189653">
                  <a:moveTo>
                    <a:pt x="0" y="0"/>
                  </a:moveTo>
                  <a:lnTo>
                    <a:pt x="189653" y="0"/>
                  </a:lnTo>
                  <a:lnTo>
                    <a:pt x="189653" y="144611"/>
                  </a:lnTo>
                  <a:lnTo>
                    <a:pt x="0" y="144611"/>
                  </a:lnTo>
                  <a:lnTo>
                    <a:pt x="0" y="0"/>
                  </a:lnTo>
                  <a:close/>
                </a:path>
              </a:pathLst>
            </a:custGeom>
            <a:blipFill>
              <a:blip r:embed="rId5">
                <a:extLst>
                  <a:ext uri="{96DAC541-7B7A-43D3-8B79-37D633B846F1}">
                    <asvg:svgBlip xmlns:asvg="http://schemas.microsoft.com/office/drawing/2016/SVG/main" r:embed="rId6"/>
                  </a:ext>
                </a:extLst>
              </a:blip>
              <a:stretch>
                <a:fillRect l="0" t="0" r="0" b="0"/>
              </a:stretch>
            </a:blipFill>
          </p:spPr>
        </p:sp>
        <p:sp>
          <p:nvSpPr>
            <p:cNvPr name="TextBox 23" id="23"/>
            <p:cNvSpPr txBox="true"/>
            <p:nvPr/>
          </p:nvSpPr>
          <p:spPr>
            <a:xfrm rot="0">
              <a:off x="1045128" y="1210950"/>
              <a:ext cx="6134820" cy="482600"/>
            </a:xfrm>
            <a:prstGeom prst="rect">
              <a:avLst/>
            </a:prstGeom>
          </p:spPr>
          <p:txBody>
            <a:bodyPr anchor="t" rtlCol="false" tIns="0" lIns="0" bIns="0" rIns="0">
              <a:spAutoFit/>
            </a:bodyPr>
            <a:lstStyle/>
            <a:p>
              <a:pPr algn="l" marL="0" indent="0" lvl="0">
                <a:lnSpc>
                  <a:spcPts val="3000"/>
                </a:lnSpc>
                <a:spcBef>
                  <a:spcPct val="0"/>
                </a:spcBef>
              </a:pPr>
              <a:r>
                <a:rPr lang="en-US" b="true" sz="2000" spc="-40" strike="noStrike" u="none">
                  <a:solidFill>
                    <a:srgbClr val="333333">
                      <a:alpha val="89804"/>
                    </a:srgbClr>
                  </a:solidFill>
                  <a:latin typeface="프리젠테이션 Bold"/>
                  <a:ea typeface="프리젠테이션 Bold"/>
                  <a:cs typeface="프리젠테이션 Bold"/>
                  <a:sym typeface="프리젠테이션 Bold"/>
                </a:rPr>
                <a:t>양식은 복사해서 재사용</a:t>
              </a:r>
            </a:p>
          </p:txBody>
        </p:sp>
        <p:sp>
          <p:nvSpPr>
            <p:cNvPr name="Freeform 24" id="24"/>
            <p:cNvSpPr/>
            <p:nvPr/>
          </p:nvSpPr>
          <p:spPr>
            <a:xfrm flipH="false" flipV="false" rot="0">
              <a:off x="741639" y="2126706"/>
              <a:ext cx="189653" cy="144610"/>
            </a:xfrm>
            <a:custGeom>
              <a:avLst/>
              <a:gdLst/>
              <a:ahLst/>
              <a:cxnLst/>
              <a:rect r="r" b="b" t="t" l="l"/>
              <a:pathLst>
                <a:path h="144610" w="189653">
                  <a:moveTo>
                    <a:pt x="0" y="0"/>
                  </a:moveTo>
                  <a:lnTo>
                    <a:pt x="189653" y="0"/>
                  </a:lnTo>
                  <a:lnTo>
                    <a:pt x="189653" y="144610"/>
                  </a:lnTo>
                  <a:lnTo>
                    <a:pt x="0" y="144610"/>
                  </a:lnTo>
                  <a:lnTo>
                    <a:pt x="0" y="0"/>
                  </a:lnTo>
                  <a:close/>
                </a:path>
              </a:pathLst>
            </a:custGeom>
            <a:blipFill>
              <a:blip r:embed="rId5">
                <a:extLst>
                  <a:ext uri="{96DAC541-7B7A-43D3-8B79-37D633B846F1}">
                    <asvg:svgBlip xmlns:asvg="http://schemas.microsoft.com/office/drawing/2016/SVG/main" r:embed="rId6"/>
                  </a:ext>
                </a:extLst>
              </a:blip>
              <a:stretch>
                <a:fillRect l="0" t="0" r="0" b="0"/>
              </a:stretch>
            </a:blipFill>
          </p:spPr>
        </p:sp>
        <p:sp>
          <p:nvSpPr>
            <p:cNvPr name="TextBox 25" id="25"/>
            <p:cNvSpPr txBox="true"/>
            <p:nvPr/>
          </p:nvSpPr>
          <p:spPr>
            <a:xfrm rot="0">
              <a:off x="1045128" y="1919611"/>
              <a:ext cx="6134820" cy="482600"/>
            </a:xfrm>
            <a:prstGeom prst="rect">
              <a:avLst/>
            </a:prstGeom>
          </p:spPr>
          <p:txBody>
            <a:bodyPr anchor="t" rtlCol="false" tIns="0" lIns="0" bIns="0" rIns="0">
              <a:spAutoFit/>
            </a:bodyPr>
            <a:lstStyle/>
            <a:p>
              <a:pPr algn="l" marL="0" indent="0" lvl="0">
                <a:lnSpc>
                  <a:spcPts val="3000"/>
                </a:lnSpc>
                <a:spcBef>
                  <a:spcPct val="0"/>
                </a:spcBef>
              </a:pPr>
              <a:r>
                <a:rPr lang="en-US" b="true" sz="2000" spc="-40" strike="noStrike" u="none">
                  <a:solidFill>
                    <a:srgbClr val="333333">
                      <a:alpha val="89804"/>
                    </a:srgbClr>
                  </a:solidFill>
                  <a:latin typeface="프리젠테이션 Bold"/>
                  <a:ea typeface="프리젠테이션 Bold"/>
                  <a:cs typeface="프리젠테이션 Bold"/>
                  <a:sym typeface="프리젠테이션 Bold"/>
                </a:rPr>
                <a:t>2차시 Markdown 기호 활용!</a:t>
              </a:r>
            </a:p>
          </p:txBody>
        </p:sp>
      </p:grpSp>
      <p:grpSp>
        <p:nvGrpSpPr>
          <p:cNvPr name="Group 26" id="26"/>
          <p:cNvGrpSpPr/>
          <p:nvPr/>
        </p:nvGrpSpPr>
        <p:grpSpPr>
          <a:xfrm rot="0">
            <a:off x="10472784" y="2884234"/>
            <a:ext cx="3903318" cy="547878"/>
            <a:chOff x="0" y="0"/>
            <a:chExt cx="5204424" cy="730504"/>
          </a:xfrm>
        </p:grpSpPr>
        <p:sp>
          <p:nvSpPr>
            <p:cNvPr name="Freeform 27" id="27"/>
            <p:cNvSpPr/>
            <p:nvPr/>
          </p:nvSpPr>
          <p:spPr>
            <a:xfrm flipH="false" flipV="false" rot="0">
              <a:off x="0" y="192339"/>
              <a:ext cx="355986" cy="355986"/>
            </a:xfrm>
            <a:custGeom>
              <a:avLst/>
              <a:gdLst/>
              <a:ahLst/>
              <a:cxnLst/>
              <a:rect r="r" b="b" t="t" l="l"/>
              <a:pathLst>
                <a:path h="355986" w="355986">
                  <a:moveTo>
                    <a:pt x="0" y="0"/>
                  </a:moveTo>
                  <a:lnTo>
                    <a:pt x="355986" y="0"/>
                  </a:lnTo>
                  <a:lnTo>
                    <a:pt x="355986" y="355986"/>
                  </a:lnTo>
                  <a:lnTo>
                    <a:pt x="0" y="355986"/>
                  </a:lnTo>
                  <a:lnTo>
                    <a:pt x="0" y="0"/>
                  </a:lnTo>
                  <a:close/>
                </a:path>
              </a:pathLst>
            </a:custGeom>
            <a:blipFill>
              <a:blip r:embed="rId7">
                <a:extLst>
                  <a:ext uri="{96DAC541-7B7A-43D3-8B79-37D633B846F1}">
                    <asvg:svgBlip xmlns:asvg="http://schemas.microsoft.com/office/drawing/2016/SVG/main" r:embed="rId8"/>
                  </a:ext>
                </a:extLst>
              </a:blip>
              <a:stretch>
                <a:fillRect l="0" t="0" r="0" b="0"/>
              </a:stretch>
            </a:blipFill>
          </p:spPr>
        </p:sp>
        <p:sp>
          <p:nvSpPr>
            <p:cNvPr name="TextBox 28" id="28"/>
            <p:cNvSpPr txBox="true"/>
            <p:nvPr/>
          </p:nvSpPr>
          <p:spPr>
            <a:xfrm rot="0">
              <a:off x="500339" y="76200"/>
              <a:ext cx="4704085" cy="654304"/>
            </a:xfrm>
            <a:prstGeom prst="rect">
              <a:avLst/>
            </a:prstGeom>
          </p:spPr>
          <p:txBody>
            <a:bodyPr anchor="t" rtlCol="false" tIns="0" lIns="0" bIns="0" rIns="0">
              <a:spAutoFit/>
            </a:bodyPr>
            <a:lstStyle/>
            <a:p>
              <a:pPr algn="l" marL="0" indent="0" lvl="0">
                <a:lnSpc>
                  <a:spcPts val="3456"/>
                </a:lnSpc>
                <a:spcBef>
                  <a:spcPct val="0"/>
                </a:spcBef>
              </a:pPr>
              <a:r>
                <a:rPr lang="en-US" b="true" sz="3600" spc="-72" strike="noStrike" u="none">
                  <a:solidFill>
                    <a:srgbClr val="333333"/>
                  </a:solidFill>
                  <a:latin typeface="프리젠테이션 Bold"/>
                  <a:ea typeface="프리젠테이션 Bold"/>
                  <a:cs typeface="프리젠테이션 Bold"/>
                  <a:sym typeface="프리젠테이션 Bold"/>
                </a:rPr>
                <a:t>틀을 정해서 요청</a:t>
              </a:r>
            </a:p>
          </p:txBody>
        </p:sp>
      </p:grpSp>
      <p:sp>
        <p:nvSpPr>
          <p:cNvPr name="TextBox 29" id="29"/>
          <p:cNvSpPr txBox="true"/>
          <p:nvPr/>
        </p:nvSpPr>
        <p:spPr>
          <a:xfrm rot="0">
            <a:off x="1355167" y="696396"/>
            <a:ext cx="12295240" cy="685800"/>
          </a:xfrm>
          <a:prstGeom prst="rect">
            <a:avLst/>
          </a:prstGeom>
        </p:spPr>
        <p:txBody>
          <a:bodyPr anchor="t" rtlCol="false" tIns="0" lIns="0" bIns="0" rIns="0">
            <a:spAutoFit/>
          </a:bodyPr>
          <a:lstStyle/>
          <a:p>
            <a:pPr algn="l" marL="0" indent="0" lvl="0">
              <a:lnSpc>
                <a:spcPts val="5100"/>
              </a:lnSpc>
              <a:spcBef>
                <a:spcPct val="0"/>
              </a:spcBef>
            </a:pPr>
            <a:r>
              <a:rPr lang="en-US" b="true" sz="5000" spc="-100" strike="noStrike" u="none">
                <a:solidFill>
                  <a:srgbClr val="FFFFFF"/>
                </a:solidFill>
                <a:latin typeface="프리젠테이션 Bold"/>
                <a:ea typeface="프리젠테이션 Bold"/>
                <a:cs typeface="프리젠테이션 Bold"/>
                <a:sym typeface="프리젠테이션 Bold"/>
              </a:rPr>
              <a:t>기법 ② 형식 지정</a:t>
            </a:r>
          </a:p>
        </p:txBody>
      </p:sp>
      <p:sp>
        <p:nvSpPr>
          <p:cNvPr name="TextBox 30" id="30"/>
          <p:cNvSpPr txBox="true"/>
          <p:nvPr/>
        </p:nvSpPr>
        <p:spPr>
          <a:xfrm rot="0">
            <a:off x="10472784" y="3604117"/>
            <a:ext cx="7086813" cy="1365885"/>
          </a:xfrm>
          <a:prstGeom prst="rect">
            <a:avLst/>
          </a:prstGeom>
        </p:spPr>
        <p:txBody>
          <a:bodyPr anchor="t" rtlCol="false" tIns="0" lIns="0" bIns="0" rIns="0">
            <a:spAutoFit/>
          </a:bodyPr>
          <a:lstStyle/>
          <a:p>
            <a:pPr algn="l" marL="0" indent="0" lvl="0">
              <a:lnSpc>
                <a:spcPts val="3600"/>
              </a:lnSpc>
              <a:spcBef>
                <a:spcPct val="0"/>
              </a:spcBef>
            </a:pPr>
            <a:r>
              <a:rPr lang="en-US" b="true" sz="2400" spc="-48" strike="noStrike" u="none">
                <a:solidFill>
                  <a:srgbClr val="000000">
                    <a:alpha val="69804"/>
                  </a:srgbClr>
                </a:solidFill>
                <a:latin typeface="프리젠테이션 Bold"/>
                <a:ea typeface="프리젠테이션 Bold"/>
                <a:cs typeface="프리젠테이션 Bold"/>
                <a:sym typeface="프리젠테이션 Bold"/>
              </a:rPr>
              <a:t>① #명령문: 무엇을 할지</a:t>
            </a:r>
          </a:p>
          <a:p>
            <a:pPr algn="l" marL="0" indent="0" lvl="0">
              <a:lnSpc>
                <a:spcPts val="3600"/>
              </a:lnSpc>
              <a:spcBef>
                <a:spcPct val="0"/>
              </a:spcBef>
            </a:pPr>
            <a:r>
              <a:rPr lang="en-US" b="true" sz="2400" spc="-48" strike="noStrike" u="none">
                <a:solidFill>
                  <a:srgbClr val="000000">
                    <a:alpha val="69804"/>
                  </a:srgbClr>
                </a:solidFill>
                <a:latin typeface="프리젠테이션 Bold"/>
                <a:ea typeface="프리젠테이션 Bold"/>
                <a:cs typeface="프리젠테이션 Bold"/>
                <a:sym typeface="프리젠테이션 Bold"/>
              </a:rPr>
              <a:t>② #제약조건: 지켜야 할 규칙</a:t>
            </a:r>
          </a:p>
          <a:p>
            <a:pPr algn="l" marL="0" indent="0" lvl="0">
              <a:lnSpc>
                <a:spcPts val="3600"/>
              </a:lnSpc>
              <a:spcBef>
                <a:spcPct val="0"/>
              </a:spcBef>
            </a:pPr>
            <a:r>
              <a:rPr lang="en-US" b="true" sz="2400" spc="-48" strike="noStrike" u="none">
                <a:solidFill>
                  <a:srgbClr val="000000">
                    <a:alpha val="69804"/>
                  </a:srgbClr>
                </a:solidFill>
                <a:latin typeface="프리젠테이션 Bold"/>
                <a:ea typeface="프리젠테이션 Bold"/>
                <a:cs typeface="프리젠테이션 Bold"/>
                <a:sym typeface="프리젠테이션 Bold"/>
              </a:rPr>
              <a:t>③ #입력문·#출력형식: 재료와 모양</a:t>
            </a:r>
          </a:p>
        </p:txBody>
      </p:sp>
      <p:sp>
        <p:nvSpPr>
          <p:cNvPr name="TextBox 31" id="31"/>
          <p:cNvSpPr txBox="true"/>
          <p:nvPr/>
        </p:nvSpPr>
        <p:spPr>
          <a:xfrm rot="0">
            <a:off x="14694520" y="1353621"/>
            <a:ext cx="2865076" cy="325120"/>
          </a:xfrm>
          <a:prstGeom prst="rect">
            <a:avLst/>
          </a:prstGeom>
        </p:spPr>
        <p:txBody>
          <a:bodyPr anchor="t" rtlCol="false" tIns="0" lIns="0" bIns="0" rIns="0">
            <a:spAutoFit/>
          </a:bodyPr>
          <a:lstStyle/>
          <a:p>
            <a:pPr algn="ctr" marL="0" indent="0" lvl="0">
              <a:lnSpc>
                <a:spcPts val="2540"/>
              </a:lnSpc>
              <a:spcBef>
                <a:spcPct val="0"/>
              </a:spcBef>
            </a:pPr>
            <a:r>
              <a:rPr lang="en-US" b="true" sz="2000" spc="122" strike="noStrike" u="none">
                <a:solidFill>
                  <a:srgbClr val="5170FF"/>
                </a:solidFill>
                <a:latin typeface="프리젠테이션 Bold"/>
                <a:ea typeface="프리젠테이션 Bold"/>
                <a:cs typeface="프리젠테이션 Bold"/>
                <a:sym typeface="프리젠테이션 Bold"/>
              </a:rPr>
              <a:t>해달 바이브코딩 기초반</a:t>
            </a:r>
          </a:p>
        </p:txBody>
      </p:sp>
      <p:grpSp>
        <p:nvGrpSpPr>
          <p:cNvPr name="Group 32" id="32"/>
          <p:cNvGrpSpPr/>
          <p:nvPr/>
        </p:nvGrpSpPr>
        <p:grpSpPr>
          <a:xfrm rot="0">
            <a:off x="1714500" y="2895600"/>
            <a:ext cx="8201025" cy="5695950"/>
            <a:chOff x="0" y="0"/>
            <a:chExt cx="10934700" cy="7594600"/>
          </a:xfrm>
        </p:grpSpPr>
        <p:sp>
          <p:nvSpPr>
            <p:cNvPr name="Freeform 33" id="33"/>
            <p:cNvSpPr/>
            <p:nvPr/>
          </p:nvSpPr>
          <p:spPr>
            <a:xfrm flipH="false" flipV="false" rot="0">
              <a:off x="0" y="0"/>
              <a:ext cx="10934700" cy="7594600"/>
            </a:xfrm>
            <a:custGeom>
              <a:avLst/>
              <a:gdLst/>
              <a:ahLst/>
              <a:cxnLst/>
              <a:rect r="r" b="b" t="t" l="l"/>
              <a:pathLst>
                <a:path h="7594600" w="10934700">
                  <a:moveTo>
                    <a:pt x="35401" y="0"/>
                  </a:moveTo>
                  <a:lnTo>
                    <a:pt x="10899299" y="0"/>
                  </a:lnTo>
                  <a:cubicBezTo>
                    <a:pt x="10918851" y="0"/>
                    <a:pt x="10934700" y="15849"/>
                    <a:pt x="10934700" y="35401"/>
                  </a:cubicBezTo>
                  <a:lnTo>
                    <a:pt x="10934700" y="7559199"/>
                  </a:lnTo>
                  <a:cubicBezTo>
                    <a:pt x="10934700" y="7578751"/>
                    <a:pt x="10918851" y="7594600"/>
                    <a:pt x="10899299" y="7594600"/>
                  </a:cubicBezTo>
                  <a:lnTo>
                    <a:pt x="35401" y="7594600"/>
                  </a:lnTo>
                  <a:cubicBezTo>
                    <a:pt x="15849" y="7594600"/>
                    <a:pt x="0" y="7578751"/>
                    <a:pt x="0" y="7559199"/>
                  </a:cubicBezTo>
                  <a:lnTo>
                    <a:pt x="0" y="35401"/>
                  </a:lnTo>
                  <a:cubicBezTo>
                    <a:pt x="0" y="15849"/>
                    <a:pt x="15849" y="0"/>
                    <a:pt x="35401" y="0"/>
                  </a:cubicBezTo>
                  <a:close/>
                </a:path>
              </a:pathLst>
            </a:custGeom>
            <a:solidFill>
              <a:srgbClr val="1E2233"/>
            </a:solidFill>
          </p:spPr>
        </p:sp>
        <p:sp>
          <p:nvSpPr>
            <p:cNvPr name="TextBox 34" id="34"/>
            <p:cNvSpPr txBox="true"/>
            <p:nvPr/>
          </p:nvSpPr>
          <p:spPr>
            <a:xfrm>
              <a:off x="0" y="-38100"/>
              <a:ext cx="10934700" cy="7632700"/>
            </a:xfrm>
            <a:prstGeom prst="rect">
              <a:avLst/>
            </a:prstGeom>
          </p:spPr>
          <p:txBody>
            <a:bodyPr anchor="ctr" rtlCol="false" tIns="50800" lIns="50800" bIns="50800" rIns="50800"/>
            <a:lstStyle/>
            <a:p>
              <a:pPr algn="l">
                <a:lnSpc>
                  <a:spcPts val="1679"/>
                </a:lnSpc>
              </a:pPr>
            </a:p>
          </p:txBody>
        </p:sp>
      </p:grpSp>
      <p:grpSp>
        <p:nvGrpSpPr>
          <p:cNvPr name="Group 35" id="35"/>
          <p:cNvGrpSpPr/>
          <p:nvPr/>
        </p:nvGrpSpPr>
        <p:grpSpPr>
          <a:xfrm rot="0">
            <a:off x="1714500" y="2895600"/>
            <a:ext cx="8201025" cy="609600"/>
            <a:chOff x="0" y="0"/>
            <a:chExt cx="10934700" cy="812800"/>
          </a:xfrm>
        </p:grpSpPr>
        <p:sp>
          <p:nvSpPr>
            <p:cNvPr name="Freeform 36" id="36"/>
            <p:cNvSpPr/>
            <p:nvPr/>
          </p:nvSpPr>
          <p:spPr>
            <a:xfrm flipH="false" flipV="false" rot="0">
              <a:off x="0" y="0"/>
              <a:ext cx="10934700" cy="812800"/>
            </a:xfrm>
            <a:custGeom>
              <a:avLst/>
              <a:gdLst/>
              <a:ahLst/>
              <a:cxnLst/>
              <a:rect r="r" b="b" t="t" l="l"/>
              <a:pathLst>
                <a:path h="812800" w="10934700">
                  <a:moveTo>
                    <a:pt x="35401" y="0"/>
                  </a:moveTo>
                  <a:lnTo>
                    <a:pt x="10899299" y="0"/>
                  </a:lnTo>
                  <a:cubicBezTo>
                    <a:pt x="10918851" y="0"/>
                    <a:pt x="10934700" y="15849"/>
                    <a:pt x="10934700" y="35401"/>
                  </a:cubicBezTo>
                  <a:lnTo>
                    <a:pt x="10934700" y="777399"/>
                  </a:lnTo>
                  <a:cubicBezTo>
                    <a:pt x="10934700" y="796951"/>
                    <a:pt x="10918851" y="812800"/>
                    <a:pt x="10899299" y="812800"/>
                  </a:cubicBezTo>
                  <a:lnTo>
                    <a:pt x="35401" y="812800"/>
                  </a:lnTo>
                  <a:cubicBezTo>
                    <a:pt x="15849" y="812800"/>
                    <a:pt x="0" y="796951"/>
                    <a:pt x="0" y="777399"/>
                  </a:cubicBezTo>
                  <a:lnTo>
                    <a:pt x="0" y="35401"/>
                  </a:lnTo>
                  <a:cubicBezTo>
                    <a:pt x="0" y="15849"/>
                    <a:pt x="15849" y="0"/>
                    <a:pt x="35401" y="0"/>
                  </a:cubicBezTo>
                  <a:close/>
                </a:path>
              </a:pathLst>
            </a:custGeom>
            <a:solidFill>
              <a:srgbClr val="2D3350"/>
            </a:solidFill>
          </p:spPr>
        </p:sp>
        <p:sp>
          <p:nvSpPr>
            <p:cNvPr name="TextBox 37" id="37"/>
            <p:cNvSpPr txBox="true"/>
            <p:nvPr/>
          </p:nvSpPr>
          <p:spPr>
            <a:xfrm>
              <a:off x="0" y="-38100"/>
              <a:ext cx="10934700" cy="850900"/>
            </a:xfrm>
            <a:prstGeom prst="rect">
              <a:avLst/>
            </a:prstGeom>
          </p:spPr>
          <p:txBody>
            <a:bodyPr anchor="ctr" rtlCol="false" tIns="50800" lIns="50800" bIns="50800" rIns="50800"/>
            <a:lstStyle/>
            <a:p>
              <a:pPr algn="l">
                <a:lnSpc>
                  <a:spcPts val="1679"/>
                </a:lnSpc>
              </a:pPr>
            </a:p>
          </p:txBody>
        </p:sp>
      </p:grpSp>
      <p:sp>
        <p:nvSpPr>
          <p:cNvPr name="TextBox 38" id="38"/>
          <p:cNvSpPr txBox="true"/>
          <p:nvPr/>
        </p:nvSpPr>
        <p:spPr>
          <a:xfrm rot="0">
            <a:off x="2047875" y="2971800"/>
            <a:ext cx="7429500" cy="350520"/>
          </a:xfrm>
          <a:prstGeom prst="rect">
            <a:avLst/>
          </a:prstGeom>
        </p:spPr>
        <p:txBody>
          <a:bodyPr anchor="t" rtlCol="false" tIns="0" lIns="0" bIns="0" rIns="0">
            <a:spAutoFit/>
          </a:bodyPr>
          <a:lstStyle/>
          <a:p>
            <a:pPr algn="l" marL="0" indent="0" lvl="0">
              <a:lnSpc>
                <a:spcPts val="2729"/>
              </a:lnSpc>
              <a:spcBef>
                <a:spcPct val="0"/>
              </a:spcBef>
            </a:pPr>
            <a:r>
              <a:rPr lang="en-US" b="true" sz="1950" strike="noStrike" u="none">
                <a:solidFill>
                  <a:srgbClr val="A9B8FF"/>
                </a:solidFill>
                <a:latin typeface="Arimo Bold"/>
                <a:ea typeface="Arimo Bold"/>
                <a:cs typeface="Arimo Bold"/>
                <a:sym typeface="Arimo Bold"/>
              </a:rPr>
              <a:t>💬 4단락 템플릿</a:t>
            </a:r>
          </a:p>
        </p:txBody>
      </p:sp>
      <p:sp>
        <p:nvSpPr>
          <p:cNvPr name="TextBox 39" id="39"/>
          <p:cNvSpPr txBox="true"/>
          <p:nvPr/>
        </p:nvSpPr>
        <p:spPr>
          <a:xfrm rot="0">
            <a:off x="2143125" y="3752850"/>
            <a:ext cx="7524750" cy="4465320"/>
          </a:xfrm>
          <a:prstGeom prst="rect">
            <a:avLst/>
          </a:prstGeom>
        </p:spPr>
        <p:txBody>
          <a:bodyPr anchor="t" rtlCol="false" tIns="0" lIns="0" bIns="0" rIns="0">
            <a:spAutoFit/>
          </a:bodyPr>
          <a:lstStyle/>
          <a:p>
            <a:pPr algn="l" marL="0" indent="0" lvl="0">
              <a:lnSpc>
                <a:spcPts val="2729"/>
              </a:lnSpc>
              <a:spcBef>
                <a:spcPct val="0"/>
              </a:spcBef>
            </a:pPr>
            <a:r>
              <a:rPr lang="en-US" sz="1950" strike="noStrike" u="none">
                <a:solidFill>
                  <a:srgbClr val="EEF1FF"/>
                </a:solidFill>
                <a:latin typeface="Arimo"/>
                <a:ea typeface="Arimo"/>
                <a:cs typeface="Arimo"/>
                <a:sym typeface="Arimo"/>
              </a:rPr>
              <a:t>#명령문</a:t>
            </a:r>
          </a:p>
          <a:p>
            <a:pPr algn="l" marL="0" indent="0" lvl="0">
              <a:lnSpc>
                <a:spcPts val="2729"/>
              </a:lnSpc>
              <a:spcBef>
                <a:spcPct val="0"/>
              </a:spcBef>
            </a:pPr>
            <a:r>
              <a:rPr lang="en-US" sz="1950" strike="noStrike" u="none">
                <a:solidFill>
                  <a:srgbClr val="EEF1FF"/>
                </a:solidFill>
                <a:latin typeface="Arimo"/>
                <a:ea typeface="Arimo"/>
                <a:cs typeface="Arimo"/>
                <a:sym typeface="Arimo"/>
              </a:rPr>
              <a:t>당신은 여행 작가입니다.</a:t>
            </a:r>
          </a:p>
          <a:p>
            <a:pPr algn="l" marL="0" indent="0" lvl="0">
              <a:lnSpc>
                <a:spcPts val="2729"/>
              </a:lnSpc>
              <a:spcBef>
                <a:spcPct val="0"/>
              </a:spcBef>
            </a:pPr>
            <a:r>
              <a:rPr lang="en-US" sz="1950" strike="noStrike" u="none">
                <a:solidFill>
                  <a:srgbClr val="EEF1FF"/>
                </a:solidFill>
                <a:latin typeface="Arimo"/>
                <a:ea typeface="Arimo"/>
                <a:cs typeface="Arimo"/>
                <a:sym typeface="Arimo"/>
              </a:rPr>
              <a:t>조건에 맞게 여행지를 추천해 주세요.</a:t>
            </a:r>
          </a:p>
          <a:p>
            <a:pPr algn="l" marL="0" indent="0" lvl="0">
              <a:lnSpc>
                <a:spcPts val="2729"/>
              </a:lnSpc>
              <a:spcBef>
                <a:spcPct val="0"/>
              </a:spcBef>
            </a:pPr>
          </a:p>
          <a:p>
            <a:pPr algn="l" marL="0" indent="0" lvl="0">
              <a:lnSpc>
                <a:spcPts val="2729"/>
              </a:lnSpc>
              <a:spcBef>
                <a:spcPct val="0"/>
              </a:spcBef>
            </a:pPr>
            <a:r>
              <a:rPr lang="en-US" sz="1950" strike="noStrike" u="none">
                <a:solidFill>
                  <a:srgbClr val="EEF1FF"/>
                </a:solidFill>
                <a:latin typeface="Arimo"/>
                <a:ea typeface="Arimo"/>
                <a:cs typeface="Arimo"/>
                <a:sym typeface="Arimo"/>
              </a:rPr>
              <a:t>#제약조건</a:t>
            </a:r>
          </a:p>
          <a:p>
            <a:pPr algn="l" marL="0" indent="0" lvl="0">
              <a:lnSpc>
                <a:spcPts val="2729"/>
              </a:lnSpc>
              <a:spcBef>
                <a:spcPct val="0"/>
              </a:spcBef>
            </a:pPr>
            <a:r>
              <a:rPr lang="en-US" sz="1950" strike="noStrike" u="none">
                <a:solidFill>
                  <a:srgbClr val="EEF1FF"/>
                </a:solidFill>
                <a:latin typeface="Arimo"/>
                <a:ea typeface="Arimo"/>
                <a:cs typeface="Arimo"/>
                <a:sym typeface="Arimo"/>
              </a:rPr>
              <a:t>- 국내 여행지 3곳만</a:t>
            </a:r>
          </a:p>
          <a:p>
            <a:pPr algn="l" marL="0" indent="0" lvl="0">
              <a:lnSpc>
                <a:spcPts val="2729"/>
              </a:lnSpc>
              <a:spcBef>
                <a:spcPct val="0"/>
              </a:spcBef>
            </a:pPr>
            <a:r>
              <a:rPr lang="en-US" sz="1950" strike="noStrike" u="none">
                <a:solidFill>
                  <a:srgbClr val="EEF1FF"/>
                </a:solidFill>
                <a:latin typeface="Arimo"/>
                <a:ea typeface="Arimo"/>
                <a:cs typeface="Arimo"/>
                <a:sym typeface="Arimo"/>
              </a:rPr>
              <a:t>- 한 곳당 2줄 이내</a:t>
            </a:r>
          </a:p>
          <a:p>
            <a:pPr algn="l" marL="0" indent="0" lvl="0">
              <a:lnSpc>
                <a:spcPts val="2729"/>
              </a:lnSpc>
              <a:spcBef>
                <a:spcPct val="0"/>
              </a:spcBef>
            </a:pPr>
          </a:p>
          <a:p>
            <a:pPr algn="l" marL="0" indent="0" lvl="0">
              <a:lnSpc>
                <a:spcPts val="2729"/>
              </a:lnSpc>
              <a:spcBef>
                <a:spcPct val="0"/>
              </a:spcBef>
            </a:pPr>
            <a:r>
              <a:rPr lang="en-US" sz="1950" strike="noStrike" u="none">
                <a:solidFill>
                  <a:srgbClr val="EEF1FF"/>
                </a:solidFill>
                <a:latin typeface="Arimo"/>
                <a:ea typeface="Arimo"/>
                <a:cs typeface="Arimo"/>
                <a:sym typeface="Arimo"/>
              </a:rPr>
              <a:t>#입력문</a:t>
            </a:r>
          </a:p>
          <a:p>
            <a:pPr algn="l" marL="0" indent="0" lvl="0">
              <a:lnSpc>
                <a:spcPts val="2729"/>
              </a:lnSpc>
              <a:spcBef>
                <a:spcPct val="0"/>
              </a:spcBef>
            </a:pPr>
            <a:r>
              <a:rPr lang="en-US" sz="1950" strike="noStrike" u="none">
                <a:solidFill>
                  <a:srgbClr val="EEF1FF"/>
                </a:solidFill>
                <a:latin typeface="Arimo"/>
                <a:ea typeface="Arimo"/>
                <a:cs typeface="Arimo"/>
                <a:sym typeface="Arimo"/>
              </a:rPr>
              <a:t>- 기간: 1박 2일 / 인원: 친구 2명</a:t>
            </a:r>
          </a:p>
          <a:p>
            <a:pPr algn="l" marL="0" indent="0" lvl="0">
              <a:lnSpc>
                <a:spcPts val="2729"/>
              </a:lnSpc>
              <a:spcBef>
                <a:spcPct val="0"/>
              </a:spcBef>
            </a:pPr>
          </a:p>
          <a:p>
            <a:pPr algn="l" marL="0" indent="0" lvl="0">
              <a:lnSpc>
                <a:spcPts val="2729"/>
              </a:lnSpc>
              <a:spcBef>
                <a:spcPct val="0"/>
              </a:spcBef>
            </a:pPr>
            <a:r>
              <a:rPr lang="en-US" sz="1950" strike="noStrike" u="none">
                <a:solidFill>
                  <a:srgbClr val="EEF1FF"/>
                </a:solidFill>
                <a:latin typeface="Arimo"/>
                <a:ea typeface="Arimo"/>
                <a:cs typeface="Arimo"/>
                <a:sym typeface="Arimo"/>
              </a:rPr>
              <a:t>#출력형식</a:t>
            </a:r>
          </a:p>
          <a:p>
            <a:pPr algn="l" marL="0" indent="0" lvl="0">
              <a:lnSpc>
                <a:spcPts val="2729"/>
              </a:lnSpc>
              <a:spcBef>
                <a:spcPct val="0"/>
              </a:spcBef>
            </a:pPr>
            <a:r>
              <a:rPr lang="en-US" sz="1950" strike="noStrike" u="none">
                <a:solidFill>
                  <a:srgbClr val="EEF1FF"/>
                </a:solidFill>
                <a:latin typeface="Arimo"/>
                <a:ea typeface="Arimo"/>
                <a:cs typeface="Arimo"/>
                <a:sym typeface="Arimo"/>
              </a:rPr>
              <a:t>[여행지 이름] : [추천 이유]</a:t>
            </a:r>
          </a:p>
        </p:txBody>
      </p:sp>
      <p:sp>
        <p:nvSpPr>
          <p:cNvPr name="TextBox 40" id="40"/>
          <p:cNvSpPr txBox="true"/>
          <p:nvPr/>
        </p:nvSpPr>
        <p:spPr>
          <a:xfrm rot="0">
            <a:off x="8382000" y="8899525"/>
            <a:ext cx="1524000" cy="358775"/>
          </a:xfrm>
          <a:prstGeom prst="rect">
            <a:avLst/>
          </a:prstGeom>
        </p:spPr>
        <p:txBody>
          <a:bodyPr anchor="t" rtlCol="false" tIns="0" lIns="0" bIns="0" rIns="0">
            <a:spAutoFit/>
          </a:bodyPr>
          <a:lstStyle/>
          <a:p>
            <a:pPr algn="ctr" marL="0" indent="0" lvl="0">
              <a:lnSpc>
                <a:spcPts val="2800"/>
              </a:lnSpc>
              <a:spcBef>
                <a:spcPct val="0"/>
              </a:spcBef>
            </a:pPr>
            <a:r>
              <a:rPr lang="en-US" b="true" sz="2000" strike="noStrike" u="none">
                <a:solidFill>
                  <a:srgbClr val="4165C1"/>
                </a:solidFill>
                <a:latin typeface="프리젠테이션 Bold"/>
                <a:ea typeface="프리젠테이션 Bold"/>
                <a:cs typeface="프리젠테이션 Bold"/>
                <a:sym typeface="프리젠테이션 Bold"/>
              </a:rPr>
              <a:t>- 14 -</a:t>
            </a:r>
          </a:p>
        </p:txBody>
      </p:sp>
    </p:spTree>
  </p:cSld>
  <p:clrMapOvr>
    <a:masterClrMapping/>
  </p:clrMapOvr>
</p:sld>
</file>

<file path=ppt/slides/slide15.xml><?xml version="1.0" encoding="utf-8"?>
<p:sld xmlns:p="http://schemas.openxmlformats.org/presentationml/2006/main" xmlns:a="http://schemas.openxmlformats.org/drawingml/2006/main" xmlns:r="http://schemas.openxmlformats.org/officeDocument/2006/relationships">
  <p:cSld>
    <p:bg>
      <p:bgPr>
        <a:solidFill>
          <a:srgbClr val="5170FF"/>
        </a:solidFill>
      </p:bgPr>
    </p:bg>
    <p:spTree>
      <p:nvGrpSpPr>
        <p:cNvPr id="1" name=""/>
        <p:cNvGrpSpPr/>
        <p:nvPr/>
      </p:nvGrpSpPr>
      <p:grpSpPr>
        <a:xfrm>
          <a:off x="0" y="0"/>
          <a:ext cx="0" cy="0"/>
          <a:chOff x="0" y="0"/>
          <a:chExt cx="0" cy="0"/>
        </a:xfrm>
      </p:grpSpPr>
      <p:grpSp>
        <p:nvGrpSpPr>
          <p:cNvPr name="Group 2" id="2"/>
          <p:cNvGrpSpPr/>
          <p:nvPr/>
        </p:nvGrpSpPr>
        <p:grpSpPr>
          <a:xfrm rot="0">
            <a:off x="534854" y="457200"/>
            <a:ext cx="17218292" cy="9294946"/>
            <a:chOff x="0" y="0"/>
            <a:chExt cx="22957723" cy="12393261"/>
          </a:xfrm>
        </p:grpSpPr>
        <p:grpSp>
          <p:nvGrpSpPr>
            <p:cNvPr name="Group 3" id="3"/>
            <p:cNvGrpSpPr/>
            <p:nvPr/>
          </p:nvGrpSpPr>
          <p:grpSpPr>
            <a:xfrm rot="0">
              <a:off x="0" y="1727243"/>
              <a:ext cx="22957723" cy="10666019"/>
              <a:chOff x="0" y="0"/>
              <a:chExt cx="4777465" cy="2219581"/>
            </a:xfrm>
          </p:grpSpPr>
          <p:sp>
            <p:nvSpPr>
              <p:cNvPr name="Freeform 4" id="4"/>
              <p:cNvSpPr/>
              <p:nvPr/>
            </p:nvSpPr>
            <p:spPr>
              <a:xfrm flipH="false" flipV="false" rot="0">
                <a:off x="0" y="0"/>
                <a:ext cx="4777465" cy="2219581"/>
              </a:xfrm>
              <a:custGeom>
                <a:avLst/>
                <a:gdLst/>
                <a:ahLst/>
                <a:cxnLst/>
                <a:rect r="r" b="b" t="t" l="l"/>
                <a:pathLst>
                  <a:path h="2219581" w="4777465">
                    <a:moveTo>
                      <a:pt x="22931" y="0"/>
                    </a:moveTo>
                    <a:lnTo>
                      <a:pt x="4754534" y="0"/>
                    </a:lnTo>
                    <a:cubicBezTo>
                      <a:pt x="4767199" y="0"/>
                      <a:pt x="4777465" y="10267"/>
                      <a:pt x="4777465" y="22931"/>
                    </a:cubicBezTo>
                    <a:lnTo>
                      <a:pt x="4777465" y="2196650"/>
                    </a:lnTo>
                    <a:cubicBezTo>
                      <a:pt x="4777465" y="2202732"/>
                      <a:pt x="4775049" y="2208564"/>
                      <a:pt x="4770749" y="2212865"/>
                    </a:cubicBezTo>
                    <a:cubicBezTo>
                      <a:pt x="4766449" y="2217165"/>
                      <a:pt x="4760616" y="2219581"/>
                      <a:pt x="4754534" y="2219581"/>
                    </a:cubicBezTo>
                    <a:lnTo>
                      <a:pt x="22931" y="2219581"/>
                    </a:lnTo>
                    <a:cubicBezTo>
                      <a:pt x="10267" y="2219581"/>
                      <a:pt x="0" y="2209315"/>
                      <a:pt x="0" y="2196650"/>
                    </a:cubicBezTo>
                    <a:lnTo>
                      <a:pt x="0" y="22931"/>
                    </a:lnTo>
                    <a:cubicBezTo>
                      <a:pt x="0" y="10267"/>
                      <a:pt x="10267" y="0"/>
                      <a:pt x="22931" y="0"/>
                    </a:cubicBezTo>
                    <a:close/>
                  </a:path>
                </a:pathLst>
              </a:custGeom>
              <a:solidFill>
                <a:srgbClr val="FFFFFF"/>
              </a:solidFill>
              <a:ln cap="rnd">
                <a:noFill/>
                <a:prstDash val="solid"/>
                <a:round/>
              </a:ln>
            </p:spPr>
          </p:sp>
          <p:sp>
            <p:nvSpPr>
              <p:cNvPr name="TextBox 5" id="5"/>
              <p:cNvSpPr txBox="true"/>
              <p:nvPr/>
            </p:nvSpPr>
            <p:spPr>
              <a:xfrm>
                <a:off x="0" y="-38100"/>
                <a:ext cx="4777465" cy="2257681"/>
              </a:xfrm>
              <a:prstGeom prst="rect">
                <a:avLst/>
              </a:prstGeom>
            </p:spPr>
            <p:txBody>
              <a:bodyPr anchor="ctr" rtlCol="false" tIns="48220" lIns="48220" bIns="48220" rIns="48220"/>
              <a:lstStyle/>
              <a:p>
                <a:pPr algn="ctr" marL="0" indent="0" lvl="0">
                  <a:lnSpc>
                    <a:spcPts val="1853"/>
                  </a:lnSpc>
                  <a:spcBef>
                    <a:spcPct val="0"/>
                  </a:spcBef>
                </a:pPr>
              </a:p>
              <a:p>
                <a:pPr algn="ctr" marL="0" indent="0" lvl="0">
                  <a:lnSpc>
                    <a:spcPts val="1853"/>
                  </a:lnSpc>
                  <a:spcBef>
                    <a:spcPct val="0"/>
                  </a:spcBef>
                </a:pPr>
              </a:p>
              <a:p>
                <a:pPr algn="ctr" marL="0" indent="0" lvl="0">
                  <a:lnSpc>
                    <a:spcPts val="1853"/>
                  </a:lnSpc>
                  <a:spcBef>
                    <a:spcPct val="0"/>
                  </a:spcBef>
                </a:pPr>
              </a:p>
            </p:txBody>
          </p:sp>
        </p:grpSp>
        <p:grpSp>
          <p:nvGrpSpPr>
            <p:cNvPr name="Group 6" id="6"/>
            <p:cNvGrpSpPr/>
            <p:nvPr/>
          </p:nvGrpSpPr>
          <p:grpSpPr>
            <a:xfrm rot="0">
              <a:off x="18499830" y="891712"/>
              <a:ext cx="4457893" cy="3397582"/>
              <a:chOff x="0" y="0"/>
              <a:chExt cx="927680" cy="707031"/>
            </a:xfrm>
          </p:grpSpPr>
          <p:sp>
            <p:nvSpPr>
              <p:cNvPr name="Freeform 7" id="7"/>
              <p:cNvSpPr/>
              <p:nvPr/>
            </p:nvSpPr>
            <p:spPr>
              <a:xfrm flipH="false" flipV="false" rot="0">
                <a:off x="0" y="0"/>
                <a:ext cx="927680" cy="707031"/>
              </a:xfrm>
              <a:custGeom>
                <a:avLst/>
                <a:gdLst/>
                <a:ahLst/>
                <a:cxnLst/>
                <a:rect r="r" b="b" t="t" l="l"/>
                <a:pathLst>
                  <a:path h="707031" w="927680">
                    <a:moveTo>
                      <a:pt x="118094" y="0"/>
                    </a:moveTo>
                    <a:lnTo>
                      <a:pt x="809586" y="0"/>
                    </a:lnTo>
                    <a:cubicBezTo>
                      <a:pt x="874808" y="0"/>
                      <a:pt x="927680" y="52872"/>
                      <a:pt x="927680" y="118094"/>
                    </a:cubicBezTo>
                    <a:lnTo>
                      <a:pt x="927680" y="588937"/>
                    </a:lnTo>
                    <a:cubicBezTo>
                      <a:pt x="927680" y="654159"/>
                      <a:pt x="874808" y="707031"/>
                      <a:pt x="809586" y="707031"/>
                    </a:cubicBezTo>
                    <a:lnTo>
                      <a:pt x="118094" y="707031"/>
                    </a:lnTo>
                    <a:cubicBezTo>
                      <a:pt x="52872" y="707031"/>
                      <a:pt x="0" y="654159"/>
                      <a:pt x="0" y="588937"/>
                    </a:cubicBezTo>
                    <a:lnTo>
                      <a:pt x="0" y="118094"/>
                    </a:lnTo>
                    <a:cubicBezTo>
                      <a:pt x="0" y="52872"/>
                      <a:pt x="52872" y="0"/>
                      <a:pt x="118094" y="0"/>
                    </a:cubicBezTo>
                    <a:close/>
                  </a:path>
                </a:pathLst>
              </a:custGeom>
              <a:solidFill>
                <a:srgbClr val="FFFFFF"/>
              </a:solidFill>
              <a:ln cap="rnd">
                <a:noFill/>
                <a:prstDash val="solid"/>
                <a:round/>
              </a:ln>
            </p:spPr>
          </p:sp>
          <p:sp>
            <p:nvSpPr>
              <p:cNvPr name="TextBox 8" id="8"/>
              <p:cNvSpPr txBox="true"/>
              <p:nvPr/>
            </p:nvSpPr>
            <p:spPr>
              <a:xfrm>
                <a:off x="0" y="-38100"/>
                <a:ext cx="927680" cy="745131"/>
              </a:xfrm>
              <a:prstGeom prst="rect">
                <a:avLst/>
              </a:prstGeom>
            </p:spPr>
            <p:txBody>
              <a:bodyPr anchor="ctr" rtlCol="false" tIns="48220" lIns="48220" bIns="48220" rIns="48220"/>
              <a:lstStyle/>
              <a:p>
                <a:pPr algn="ctr" marL="0" indent="0" lvl="0">
                  <a:lnSpc>
                    <a:spcPts val="1853"/>
                  </a:lnSpc>
                  <a:spcBef>
                    <a:spcPct val="0"/>
                  </a:spcBef>
                </a:pPr>
              </a:p>
              <a:p>
                <a:pPr algn="ctr" marL="0" indent="0" lvl="0">
                  <a:lnSpc>
                    <a:spcPts val="1853"/>
                  </a:lnSpc>
                  <a:spcBef>
                    <a:spcPct val="0"/>
                  </a:spcBef>
                </a:pPr>
              </a:p>
              <a:p>
                <a:pPr algn="ctr" marL="0" indent="0" lvl="0">
                  <a:lnSpc>
                    <a:spcPts val="1853"/>
                  </a:lnSpc>
                  <a:spcBef>
                    <a:spcPct val="0"/>
                  </a:spcBef>
                </a:pPr>
              </a:p>
            </p:txBody>
          </p:sp>
        </p:grpSp>
        <p:grpSp>
          <p:nvGrpSpPr>
            <p:cNvPr name="Group 9" id="9"/>
            <p:cNvGrpSpPr/>
            <p:nvPr/>
          </p:nvGrpSpPr>
          <p:grpSpPr>
            <a:xfrm rot="0">
              <a:off x="18064463" y="1334482"/>
              <a:ext cx="2392010" cy="1865053"/>
              <a:chOff x="0" y="0"/>
              <a:chExt cx="497773" cy="388115"/>
            </a:xfrm>
          </p:grpSpPr>
          <p:sp>
            <p:nvSpPr>
              <p:cNvPr name="Freeform 10" id="10"/>
              <p:cNvSpPr/>
              <p:nvPr/>
            </p:nvSpPr>
            <p:spPr>
              <a:xfrm flipH="false" flipV="false" rot="0">
                <a:off x="0" y="0"/>
                <a:ext cx="497773" cy="388115"/>
              </a:xfrm>
              <a:custGeom>
                <a:avLst/>
                <a:gdLst/>
                <a:ahLst/>
                <a:cxnLst/>
                <a:rect r="r" b="b" t="t" l="l"/>
                <a:pathLst>
                  <a:path h="388115" w="497773">
                    <a:moveTo>
                      <a:pt x="0" y="0"/>
                    </a:moveTo>
                    <a:lnTo>
                      <a:pt x="497773" y="0"/>
                    </a:lnTo>
                    <a:lnTo>
                      <a:pt x="497773" y="388115"/>
                    </a:lnTo>
                    <a:lnTo>
                      <a:pt x="0" y="388115"/>
                    </a:lnTo>
                    <a:close/>
                  </a:path>
                </a:pathLst>
              </a:custGeom>
              <a:solidFill>
                <a:srgbClr val="FFFFFF"/>
              </a:solidFill>
              <a:ln cap="sq">
                <a:noFill/>
                <a:prstDash val="solid"/>
                <a:miter/>
              </a:ln>
            </p:spPr>
          </p:sp>
          <p:sp>
            <p:nvSpPr>
              <p:cNvPr name="TextBox 11" id="11"/>
              <p:cNvSpPr txBox="true"/>
              <p:nvPr/>
            </p:nvSpPr>
            <p:spPr>
              <a:xfrm>
                <a:off x="0" y="-38100"/>
                <a:ext cx="497773" cy="426215"/>
              </a:xfrm>
              <a:prstGeom prst="rect">
                <a:avLst/>
              </a:prstGeom>
            </p:spPr>
            <p:txBody>
              <a:bodyPr anchor="ctr" rtlCol="false" tIns="48220" lIns="48220" bIns="48220" rIns="48220"/>
              <a:lstStyle/>
              <a:p>
                <a:pPr algn="ctr" marL="0" indent="0" lvl="0">
                  <a:lnSpc>
                    <a:spcPts val="1853"/>
                  </a:lnSpc>
                  <a:spcBef>
                    <a:spcPct val="0"/>
                  </a:spcBef>
                </a:pPr>
              </a:p>
              <a:p>
                <a:pPr algn="ctr" marL="0" indent="0" lvl="0">
                  <a:lnSpc>
                    <a:spcPts val="1853"/>
                  </a:lnSpc>
                  <a:spcBef>
                    <a:spcPct val="0"/>
                  </a:spcBef>
                </a:pPr>
              </a:p>
              <a:p>
                <a:pPr algn="ctr" marL="0" indent="0" lvl="0">
                  <a:lnSpc>
                    <a:spcPts val="1853"/>
                  </a:lnSpc>
                  <a:spcBef>
                    <a:spcPct val="0"/>
                  </a:spcBef>
                </a:pPr>
              </a:p>
            </p:txBody>
          </p:sp>
        </p:grpSp>
        <p:grpSp>
          <p:nvGrpSpPr>
            <p:cNvPr name="Group 12" id="12"/>
            <p:cNvGrpSpPr/>
            <p:nvPr/>
          </p:nvGrpSpPr>
          <p:grpSpPr>
            <a:xfrm rot="0">
              <a:off x="16059231" y="0"/>
              <a:ext cx="2504831" cy="1727243"/>
              <a:chOff x="0" y="0"/>
              <a:chExt cx="521251" cy="359436"/>
            </a:xfrm>
          </p:grpSpPr>
          <p:sp>
            <p:nvSpPr>
              <p:cNvPr name="Freeform 13" id="13"/>
              <p:cNvSpPr/>
              <p:nvPr/>
            </p:nvSpPr>
            <p:spPr>
              <a:xfrm flipH="false" flipV="false" rot="0">
                <a:off x="0" y="0"/>
                <a:ext cx="521251" cy="359436"/>
              </a:xfrm>
              <a:custGeom>
                <a:avLst/>
                <a:gdLst/>
                <a:ahLst/>
                <a:cxnLst/>
                <a:rect r="r" b="b" t="t" l="l"/>
                <a:pathLst>
                  <a:path h="359436" w="521251">
                    <a:moveTo>
                      <a:pt x="179718" y="0"/>
                    </a:moveTo>
                    <a:lnTo>
                      <a:pt x="341533" y="0"/>
                    </a:lnTo>
                    <a:cubicBezTo>
                      <a:pt x="440789" y="0"/>
                      <a:pt x="521251" y="80463"/>
                      <a:pt x="521251" y="179718"/>
                    </a:cubicBezTo>
                    <a:lnTo>
                      <a:pt x="521251" y="179718"/>
                    </a:lnTo>
                    <a:cubicBezTo>
                      <a:pt x="521251" y="227382"/>
                      <a:pt x="502317" y="273094"/>
                      <a:pt x="468613" y="306798"/>
                    </a:cubicBezTo>
                    <a:cubicBezTo>
                      <a:pt x="434909" y="340502"/>
                      <a:pt x="389197" y="359436"/>
                      <a:pt x="341533" y="359436"/>
                    </a:cubicBezTo>
                    <a:lnTo>
                      <a:pt x="179718" y="359436"/>
                    </a:lnTo>
                    <a:cubicBezTo>
                      <a:pt x="132054" y="359436"/>
                      <a:pt x="86342" y="340502"/>
                      <a:pt x="52638" y="306798"/>
                    </a:cubicBezTo>
                    <a:cubicBezTo>
                      <a:pt x="18935" y="273094"/>
                      <a:pt x="0" y="227382"/>
                      <a:pt x="0" y="179718"/>
                    </a:cubicBezTo>
                    <a:lnTo>
                      <a:pt x="0" y="179718"/>
                    </a:lnTo>
                    <a:cubicBezTo>
                      <a:pt x="0" y="132054"/>
                      <a:pt x="18935" y="86342"/>
                      <a:pt x="52638" y="52638"/>
                    </a:cubicBezTo>
                    <a:cubicBezTo>
                      <a:pt x="86342" y="18935"/>
                      <a:pt x="132054" y="0"/>
                      <a:pt x="179718" y="0"/>
                    </a:cubicBezTo>
                    <a:close/>
                  </a:path>
                </a:pathLst>
              </a:custGeom>
              <a:solidFill>
                <a:srgbClr val="5170FF"/>
              </a:solidFill>
              <a:ln cap="rnd">
                <a:noFill/>
                <a:prstDash val="solid"/>
                <a:round/>
              </a:ln>
            </p:spPr>
          </p:sp>
          <p:sp>
            <p:nvSpPr>
              <p:cNvPr name="TextBox 14" id="14"/>
              <p:cNvSpPr txBox="true"/>
              <p:nvPr/>
            </p:nvSpPr>
            <p:spPr>
              <a:xfrm>
                <a:off x="0" y="-38100"/>
                <a:ext cx="521251" cy="397536"/>
              </a:xfrm>
              <a:prstGeom prst="rect">
                <a:avLst/>
              </a:prstGeom>
            </p:spPr>
            <p:txBody>
              <a:bodyPr anchor="ctr" rtlCol="false" tIns="48220" lIns="48220" bIns="48220" rIns="48220"/>
              <a:lstStyle/>
              <a:p>
                <a:pPr algn="ctr" marL="0" indent="0" lvl="0">
                  <a:lnSpc>
                    <a:spcPts val="1853"/>
                  </a:lnSpc>
                  <a:spcBef>
                    <a:spcPct val="0"/>
                  </a:spcBef>
                </a:pPr>
              </a:p>
              <a:p>
                <a:pPr algn="ctr" marL="0" indent="0" lvl="0">
                  <a:lnSpc>
                    <a:spcPts val="1853"/>
                  </a:lnSpc>
                  <a:spcBef>
                    <a:spcPct val="0"/>
                  </a:spcBef>
                </a:pPr>
              </a:p>
              <a:p>
                <a:pPr algn="ctr" marL="0" indent="0" lvl="0">
                  <a:lnSpc>
                    <a:spcPts val="1853"/>
                  </a:lnSpc>
                  <a:spcBef>
                    <a:spcPct val="0"/>
                  </a:spcBef>
                </a:pPr>
              </a:p>
            </p:txBody>
          </p:sp>
        </p:grpSp>
      </p:grpSp>
      <p:sp>
        <p:nvSpPr>
          <p:cNvPr name="TextBox 15" id="15"/>
          <p:cNvSpPr txBox="true"/>
          <p:nvPr/>
        </p:nvSpPr>
        <p:spPr>
          <a:xfrm rot="0">
            <a:off x="1355167" y="696396"/>
            <a:ext cx="12295240" cy="685800"/>
          </a:xfrm>
          <a:prstGeom prst="rect">
            <a:avLst/>
          </a:prstGeom>
        </p:spPr>
        <p:txBody>
          <a:bodyPr anchor="t" rtlCol="false" tIns="0" lIns="0" bIns="0" rIns="0">
            <a:spAutoFit/>
          </a:bodyPr>
          <a:lstStyle/>
          <a:p>
            <a:pPr algn="l" marL="0" indent="0" lvl="0">
              <a:lnSpc>
                <a:spcPts val="5100"/>
              </a:lnSpc>
              <a:spcBef>
                <a:spcPct val="0"/>
              </a:spcBef>
            </a:pPr>
            <a:r>
              <a:rPr lang="en-US" b="true" sz="5000" spc="-100" strike="noStrike" u="none">
                <a:solidFill>
                  <a:srgbClr val="FFFFFF"/>
                </a:solidFill>
                <a:latin typeface="프리젠테이션 Bold"/>
                <a:ea typeface="프리젠테이션 Bold"/>
                <a:cs typeface="프리젠테이션 Bold"/>
                <a:sym typeface="프리젠테이션 Bold"/>
              </a:rPr>
              <a:t>기법 ③ 생각하게 하기: CoT · ReAct</a:t>
            </a:r>
          </a:p>
        </p:txBody>
      </p:sp>
      <p:sp>
        <p:nvSpPr>
          <p:cNvPr name="Freeform 16" id="16"/>
          <p:cNvSpPr/>
          <p:nvPr/>
        </p:nvSpPr>
        <p:spPr>
          <a:xfrm flipH="false" flipV="false" rot="0">
            <a:off x="820604" y="843344"/>
            <a:ext cx="334731" cy="334731"/>
          </a:xfrm>
          <a:custGeom>
            <a:avLst/>
            <a:gdLst/>
            <a:ahLst/>
            <a:cxnLst/>
            <a:rect r="r" b="b" t="t" l="l"/>
            <a:pathLst>
              <a:path h="334731" w="334731">
                <a:moveTo>
                  <a:pt x="0" y="0"/>
                </a:moveTo>
                <a:lnTo>
                  <a:pt x="334731" y="0"/>
                </a:lnTo>
                <a:lnTo>
                  <a:pt x="334731" y="334731"/>
                </a:lnTo>
                <a:lnTo>
                  <a:pt x="0" y="334731"/>
                </a:lnTo>
                <a:lnTo>
                  <a:pt x="0" y="0"/>
                </a:lnTo>
                <a:close/>
              </a:path>
            </a:pathLst>
          </a:custGeom>
          <a:blipFill>
            <a:blip r:embed="rId3">
              <a:extLst>
                <a:ext uri="{96DAC541-7B7A-43D3-8B79-37D633B846F1}">
                  <asvg:svgBlip xmlns:asvg="http://schemas.microsoft.com/office/drawing/2016/SVG/main" r:embed="rId4"/>
                </a:ext>
              </a:extLst>
            </a:blip>
            <a:stretch>
              <a:fillRect l="0" t="0" r="0" b="0"/>
            </a:stretch>
          </a:blipFill>
        </p:spPr>
      </p:sp>
      <p:graphicFrame>
        <p:nvGraphicFramePr>
          <p:cNvPr name="Table 17" id="17"/>
          <p:cNvGraphicFramePr>
            <a:graphicFrameLocks noGrp="true"/>
          </p:cNvGraphicFramePr>
          <p:nvPr/>
        </p:nvGraphicFramePr>
        <p:xfrm>
          <a:off x="1717296" y="3731994"/>
          <a:ext cx="14853407" cy="3917157"/>
        </p:xfrm>
        <a:graphic>
          <a:graphicData uri="http://schemas.openxmlformats.org/drawingml/2006/table">
            <a:tbl>
              <a:tblPr/>
              <a:tblGrid>
                <a:gridCol w="3495006"/>
                <a:gridCol w="3931697"/>
                <a:gridCol w="7426704"/>
              </a:tblGrid>
              <a:tr h="899920">
                <a:tc>
                  <a:txBody>
                    <a:bodyPr anchor="t" rtlCol="false"/>
                    <a:lstStyle/>
                    <a:p>
                      <a:pPr algn="ctr" marL="0" indent="0" lvl="0">
                        <a:lnSpc>
                          <a:spcPts val="3359"/>
                        </a:lnSpc>
                        <a:spcBef>
                          <a:spcPct val="0"/>
                        </a:spcBef>
                        <a:defRPr/>
                      </a:pPr>
                      <a:r>
                        <a:rPr lang="en-US" b="true" sz="2400" strike="noStrike" u="none">
                          <a:solidFill>
                            <a:srgbClr val="FEFEFE"/>
                          </a:solidFill>
                          <a:latin typeface="프리젠테이션 Bold"/>
                          <a:ea typeface="프리젠테이션 Bold"/>
                          <a:cs typeface="프리젠테이션 Bold"/>
                          <a:sym typeface="프리젠테이션 Bold"/>
                        </a:rPr>
                        <a:t>구분</a:t>
                      </a:r>
                      <a:endParaRPr lang="en-US" sz="1100"/>
                    </a:p>
                  </a:txBody>
                  <a:tcPr marL="190500" marR="190500" marT="190500" marB="190500" anchor="ctr">
                    <a:lnL cmpd="sng" algn="ctr" cap="flat" w="9525">
                      <a:solidFill>
                        <a:srgbClr val="B3B3B3"/>
                      </a:solidFill>
                      <a:prstDash val="solid"/>
                      <a:round/>
                      <a:headEnd type="none" w="med" len="med"/>
                      <a:tailEnd type="none" w="med" len="med"/>
                    </a:lnL>
                    <a:lnR cmpd="sng" algn="ctr" cap="flat" w="9525">
                      <a:solidFill>
                        <a:srgbClr val="B3B3B3"/>
                      </a:solidFill>
                      <a:prstDash val="solid"/>
                      <a:round/>
                      <a:headEnd type="none" w="med" len="med"/>
                      <a:tailEnd type="none" w="med" len="med"/>
                    </a:lnR>
                    <a:lnT cmpd="sng" algn="ctr" cap="flat" w="9525">
                      <a:solidFill>
                        <a:srgbClr val="B3B3B3"/>
                      </a:solidFill>
                      <a:prstDash val="solid"/>
                      <a:round/>
                      <a:headEnd type="none" w="med" len="med"/>
                      <a:tailEnd type="none" w="med" len="med"/>
                    </a:lnT>
                    <a:lnB cmpd="sng" algn="ctr" cap="flat" w="9525">
                      <a:solidFill>
                        <a:srgbClr val="B3B3B3"/>
                      </a:solidFill>
                      <a:prstDash val="solid"/>
                      <a:round/>
                      <a:headEnd type="none" w="med" len="med"/>
                      <a:tailEnd type="none" w="med" len="med"/>
                    </a:lnB>
                    <a:solidFill>
                      <a:srgbClr val="5170FF"/>
                    </a:solidFill>
                  </a:tcPr>
                </a:tc>
                <a:tc>
                  <a:txBody>
                    <a:bodyPr anchor="t" rtlCol="false"/>
                    <a:lstStyle/>
                    <a:p>
                      <a:pPr algn="ctr" marL="0" indent="0" lvl="0">
                        <a:lnSpc>
                          <a:spcPts val="3359"/>
                        </a:lnSpc>
                        <a:spcBef>
                          <a:spcPct val="0"/>
                        </a:spcBef>
                        <a:defRPr/>
                      </a:pPr>
                      <a:r>
                        <a:rPr lang="en-US" b="true" sz="2400" strike="noStrike" u="none">
                          <a:solidFill>
                            <a:srgbClr val="FEFEFE"/>
                          </a:solidFill>
                          <a:latin typeface="프리젠테이션 Bold"/>
                          <a:ea typeface="프리젠테이션 Bold"/>
                          <a:cs typeface="프리젠테이션 Bold"/>
                          <a:sym typeface="프리젠테이션 Bold"/>
                        </a:rPr>
                        <a:t>CoT (생각의 사슬)</a:t>
                      </a:r>
                      <a:endParaRPr lang="en-US" sz="1100"/>
                    </a:p>
                  </a:txBody>
                  <a:tcPr marL="190500" marR="190500" marT="190500" marB="190500" anchor="ctr">
                    <a:lnL cmpd="sng" algn="ctr" cap="flat" w="9525">
                      <a:solidFill>
                        <a:srgbClr val="B3B3B3"/>
                      </a:solidFill>
                      <a:prstDash val="solid"/>
                      <a:round/>
                      <a:headEnd type="none" w="med" len="med"/>
                      <a:tailEnd type="none" w="med" len="med"/>
                    </a:lnL>
                    <a:lnR cmpd="sng" algn="ctr" cap="flat" w="9525">
                      <a:solidFill>
                        <a:srgbClr val="B3B3B3"/>
                      </a:solidFill>
                      <a:prstDash val="solid"/>
                      <a:round/>
                      <a:headEnd type="none" w="med" len="med"/>
                      <a:tailEnd type="none" w="med" len="med"/>
                    </a:lnR>
                    <a:lnT cmpd="sng" algn="ctr" cap="flat" w="9525">
                      <a:solidFill>
                        <a:srgbClr val="B3B3B3"/>
                      </a:solidFill>
                      <a:prstDash val="solid"/>
                      <a:round/>
                      <a:headEnd type="none" w="med" len="med"/>
                      <a:tailEnd type="none" w="med" len="med"/>
                    </a:lnT>
                    <a:lnB cmpd="sng" algn="ctr" cap="flat" w="9525">
                      <a:solidFill>
                        <a:srgbClr val="B3B3B3"/>
                      </a:solidFill>
                      <a:prstDash val="solid"/>
                      <a:round/>
                      <a:headEnd type="none" w="med" len="med"/>
                      <a:tailEnd type="none" w="med" len="med"/>
                    </a:lnB>
                    <a:solidFill>
                      <a:srgbClr val="5170FF"/>
                    </a:solidFill>
                  </a:tcPr>
                </a:tc>
                <a:tc>
                  <a:txBody>
                    <a:bodyPr anchor="t" rtlCol="false"/>
                    <a:lstStyle/>
                    <a:p>
                      <a:pPr algn="ctr" marL="0" indent="0" lvl="0">
                        <a:lnSpc>
                          <a:spcPts val="3359"/>
                        </a:lnSpc>
                        <a:spcBef>
                          <a:spcPct val="0"/>
                        </a:spcBef>
                        <a:defRPr/>
                      </a:pPr>
                      <a:r>
                        <a:rPr lang="en-US" b="true" sz="2400" strike="noStrike" u="none">
                          <a:solidFill>
                            <a:srgbClr val="FEFEFE"/>
                          </a:solidFill>
                          <a:latin typeface="프리젠테이션 Bold"/>
                          <a:ea typeface="프리젠테이션 Bold"/>
                          <a:cs typeface="프리젠테이션 Bold"/>
                          <a:sym typeface="프리젠테이션 Bold"/>
                        </a:rPr>
                        <a:t>ReAct (생각 + 행동)</a:t>
                      </a:r>
                      <a:endParaRPr lang="en-US" sz="1100"/>
                    </a:p>
                  </a:txBody>
                  <a:tcPr marL="190500" marR="190500" marT="190500" marB="190500" anchor="ctr">
                    <a:lnL cmpd="sng" algn="ctr" cap="flat" w="9525">
                      <a:solidFill>
                        <a:srgbClr val="B3B3B3"/>
                      </a:solidFill>
                      <a:prstDash val="solid"/>
                      <a:round/>
                      <a:headEnd type="none" w="med" len="med"/>
                      <a:tailEnd type="none" w="med" len="med"/>
                    </a:lnL>
                    <a:lnR cmpd="sng" algn="ctr" cap="flat" w="9525">
                      <a:solidFill>
                        <a:srgbClr val="B3B3B3"/>
                      </a:solidFill>
                      <a:prstDash val="solid"/>
                      <a:round/>
                      <a:headEnd type="none" w="med" len="med"/>
                      <a:tailEnd type="none" w="med" len="med"/>
                    </a:lnR>
                    <a:lnT cmpd="sng" algn="ctr" cap="flat" w="9525">
                      <a:solidFill>
                        <a:srgbClr val="B3B3B3"/>
                      </a:solidFill>
                      <a:prstDash val="solid"/>
                      <a:round/>
                      <a:headEnd type="none" w="med" len="med"/>
                      <a:tailEnd type="none" w="med" len="med"/>
                    </a:lnT>
                    <a:lnB cmpd="sng" algn="ctr" cap="flat" w="9525">
                      <a:solidFill>
                        <a:srgbClr val="B3B3B3"/>
                      </a:solidFill>
                      <a:prstDash val="solid"/>
                      <a:round/>
                      <a:headEnd type="none" w="med" len="med"/>
                      <a:tailEnd type="none" w="med" len="med"/>
                    </a:lnB>
                    <a:solidFill>
                      <a:srgbClr val="5170FF"/>
                    </a:solidFill>
                  </a:tcPr>
                </a:tc>
              </a:tr>
              <a:tr h="754309">
                <a:tc>
                  <a:txBody>
                    <a:bodyPr anchor="t" rtlCol="false"/>
                    <a:lstStyle/>
                    <a:p>
                      <a:pPr algn="ctr" marL="0" indent="0" lvl="0">
                        <a:lnSpc>
                          <a:spcPts val="2800"/>
                        </a:lnSpc>
                        <a:spcBef>
                          <a:spcPct val="0"/>
                        </a:spcBef>
                        <a:defRPr/>
                      </a:pPr>
                      <a:r>
                        <a:rPr lang="en-US" b="true" sz="2000" strike="noStrike" u="none">
                          <a:solidFill>
                            <a:srgbClr val="333333"/>
                          </a:solidFill>
                          <a:latin typeface="프리젠테이션 Bold"/>
                          <a:ea typeface="프리젠테이션 Bold"/>
                          <a:cs typeface="프리젠테이션 Bold"/>
                          <a:sym typeface="프리젠테이션 Bold"/>
                        </a:rPr>
                        <a:t>핵심 아이디어</a:t>
                      </a:r>
                      <a:endParaRPr lang="en-US" sz="1100"/>
                    </a:p>
                  </a:txBody>
                  <a:tcPr marL="190500" marR="190500" marT="190500" marB="190500" anchor="ctr">
                    <a:lnL cmpd="sng" algn="ctr" cap="flat" w="9525">
                      <a:solidFill>
                        <a:srgbClr val="B3B3B3"/>
                      </a:solidFill>
                      <a:prstDash val="solid"/>
                      <a:round/>
                      <a:headEnd type="none" w="med" len="med"/>
                      <a:tailEnd type="none" w="med" len="med"/>
                    </a:lnL>
                    <a:lnR cmpd="sng" algn="ctr" cap="flat" w="9525">
                      <a:solidFill>
                        <a:srgbClr val="B3B3B3"/>
                      </a:solidFill>
                      <a:prstDash val="solid"/>
                      <a:round/>
                      <a:headEnd type="none" w="med" len="med"/>
                      <a:tailEnd type="none" w="med" len="med"/>
                    </a:lnR>
                    <a:lnT cmpd="sng" algn="ctr" cap="flat" w="9525">
                      <a:solidFill>
                        <a:srgbClr val="B3B3B3"/>
                      </a:solidFill>
                      <a:prstDash val="solid"/>
                      <a:round/>
                      <a:headEnd type="none" w="med" len="med"/>
                      <a:tailEnd type="none" w="med" len="med"/>
                    </a:lnT>
                    <a:lnB cmpd="sng" algn="ctr" cap="flat" w="9525">
                      <a:solidFill>
                        <a:srgbClr val="B3B3B3"/>
                      </a:solidFill>
                      <a:prstDash val="solid"/>
                      <a:round/>
                      <a:headEnd type="none" w="med" len="med"/>
                      <a:tailEnd type="none" w="med" len="med"/>
                    </a:lnB>
                    <a:solidFill>
                      <a:srgbClr val="F5F5F5"/>
                    </a:solidFill>
                  </a:tcPr>
                </a:tc>
                <a:tc>
                  <a:txBody>
                    <a:bodyPr anchor="t" rtlCol="false"/>
                    <a:lstStyle/>
                    <a:p>
                      <a:pPr algn="ctr" marL="0" indent="0" lvl="0">
                        <a:lnSpc>
                          <a:spcPts val="2729"/>
                        </a:lnSpc>
                        <a:spcBef>
                          <a:spcPct val="0"/>
                        </a:spcBef>
                        <a:defRPr/>
                      </a:pPr>
                      <a:r>
                        <a:rPr lang="en-US" b="true" sz="1950" strike="noStrike" u="none">
                          <a:solidFill>
                            <a:srgbClr val="333333"/>
                          </a:solidFill>
                          <a:latin typeface="프리젠테이션 Bold"/>
                          <a:ea typeface="프리젠테이션 Bold"/>
                          <a:cs typeface="프리젠테이션 Bold"/>
                          <a:sym typeface="프리젠테이션 Bold"/>
                        </a:rPr>
                        <a:t>풀이 과정을 단계별로</a:t>
                      </a:r>
                      <a:endParaRPr lang="en-US" sz="1100"/>
                    </a:p>
                  </a:txBody>
                  <a:tcPr marL="190500" marR="190500" marT="190500" marB="190500" anchor="ctr">
                    <a:lnL cmpd="sng" algn="ctr" cap="flat" w="9525">
                      <a:solidFill>
                        <a:srgbClr val="B3B3B3"/>
                      </a:solidFill>
                      <a:prstDash val="solid"/>
                      <a:round/>
                      <a:headEnd type="none" w="med" len="med"/>
                      <a:tailEnd type="none" w="med" len="med"/>
                    </a:lnL>
                    <a:lnR cmpd="sng" algn="ctr" cap="flat" w="9525">
                      <a:solidFill>
                        <a:srgbClr val="B3B3B3"/>
                      </a:solidFill>
                      <a:prstDash val="solid"/>
                      <a:round/>
                      <a:headEnd type="none" w="med" len="med"/>
                      <a:tailEnd type="none" w="med" len="med"/>
                    </a:lnR>
                    <a:lnT cmpd="sng" algn="ctr" cap="flat" w="9525">
                      <a:solidFill>
                        <a:srgbClr val="B3B3B3"/>
                      </a:solidFill>
                      <a:prstDash val="solid"/>
                      <a:round/>
                      <a:headEnd type="none" w="med" len="med"/>
                      <a:tailEnd type="none" w="med" len="med"/>
                    </a:lnT>
                    <a:lnB cmpd="sng" algn="ctr" cap="flat" w="9525">
                      <a:solidFill>
                        <a:srgbClr val="B3B3B3"/>
                      </a:solidFill>
                      <a:prstDash val="solid"/>
                      <a:round/>
                      <a:headEnd type="none" w="med" len="med"/>
                      <a:tailEnd type="none" w="med" len="med"/>
                    </a:lnB>
                  </a:tcPr>
                </a:tc>
                <a:tc>
                  <a:txBody>
                    <a:bodyPr anchor="t" rtlCol="false"/>
                    <a:lstStyle/>
                    <a:p>
                      <a:pPr algn="ctr" marL="0" indent="0" lvl="0">
                        <a:lnSpc>
                          <a:spcPts val="2729"/>
                        </a:lnSpc>
                        <a:spcBef>
                          <a:spcPct val="0"/>
                        </a:spcBef>
                        <a:defRPr/>
                      </a:pPr>
                      <a:r>
                        <a:rPr lang="en-US" sz="1950" strike="noStrike" u="none">
                          <a:solidFill>
                            <a:srgbClr val="333333"/>
                          </a:solidFill>
                          <a:latin typeface="프리젠테이션"/>
                          <a:ea typeface="프리젠테이션"/>
                          <a:cs typeface="프리젠테이션"/>
                          <a:sym typeface="프리젠테이션"/>
                        </a:rPr>
                        <a:t>생각 → 행동(검색) → 관찰을 반복</a:t>
                      </a:r>
                      <a:endParaRPr lang="en-US" sz="1100"/>
                    </a:p>
                  </a:txBody>
                  <a:tcPr marL="190500" marR="190500" marT="190500" marB="190500" anchor="ctr">
                    <a:lnL cmpd="sng" algn="ctr" cap="flat" w="9525">
                      <a:solidFill>
                        <a:srgbClr val="B3B3B3"/>
                      </a:solidFill>
                      <a:prstDash val="solid"/>
                      <a:round/>
                      <a:headEnd type="none" w="med" len="med"/>
                      <a:tailEnd type="none" w="med" len="med"/>
                    </a:lnL>
                    <a:lnR cmpd="sng" algn="ctr" cap="flat" w="9525">
                      <a:solidFill>
                        <a:srgbClr val="B3B3B3"/>
                      </a:solidFill>
                      <a:prstDash val="solid"/>
                      <a:round/>
                      <a:headEnd type="none" w="med" len="med"/>
                      <a:tailEnd type="none" w="med" len="med"/>
                    </a:lnR>
                    <a:lnT cmpd="sng" algn="ctr" cap="flat" w="9525">
                      <a:solidFill>
                        <a:srgbClr val="B3B3B3"/>
                      </a:solidFill>
                      <a:prstDash val="solid"/>
                      <a:round/>
                      <a:headEnd type="none" w="med" len="med"/>
                      <a:tailEnd type="none" w="med" len="med"/>
                    </a:lnT>
                    <a:lnB cmpd="sng" algn="ctr" cap="flat" w="9525">
                      <a:solidFill>
                        <a:srgbClr val="B3B3B3"/>
                      </a:solidFill>
                      <a:prstDash val="solid"/>
                      <a:round/>
                      <a:headEnd type="none" w="med" len="med"/>
                      <a:tailEnd type="none" w="med" len="med"/>
                    </a:lnB>
                  </a:tcPr>
                </a:tc>
              </a:tr>
              <a:tr h="754309">
                <a:tc>
                  <a:txBody>
                    <a:bodyPr anchor="t" rtlCol="false"/>
                    <a:lstStyle/>
                    <a:p>
                      <a:pPr algn="ctr" marL="0" indent="0" lvl="0">
                        <a:lnSpc>
                          <a:spcPts val="2800"/>
                        </a:lnSpc>
                        <a:spcBef>
                          <a:spcPct val="0"/>
                        </a:spcBef>
                        <a:defRPr/>
                      </a:pPr>
                      <a:r>
                        <a:rPr lang="en-US" b="true" sz="2000" strike="noStrike" u="none">
                          <a:solidFill>
                            <a:srgbClr val="333333"/>
                          </a:solidFill>
                          <a:latin typeface="프리젠테이션 Bold"/>
                          <a:ea typeface="프리젠테이션 Bold"/>
                          <a:cs typeface="프리젠테이션 Bold"/>
                          <a:sym typeface="프리젠테이션 Bold"/>
                        </a:rPr>
                        <a:t>마법의 한 줄</a:t>
                      </a:r>
                      <a:endParaRPr lang="en-US" sz="1100"/>
                    </a:p>
                  </a:txBody>
                  <a:tcPr marL="190500" marR="190500" marT="190500" marB="190500" anchor="ctr">
                    <a:lnL cmpd="sng" algn="ctr" cap="flat" w="9525">
                      <a:solidFill>
                        <a:srgbClr val="B3B3B3"/>
                      </a:solidFill>
                      <a:prstDash val="solid"/>
                      <a:round/>
                      <a:headEnd type="none" w="med" len="med"/>
                      <a:tailEnd type="none" w="med" len="med"/>
                    </a:lnL>
                    <a:lnR cmpd="sng" algn="ctr" cap="flat" w="9525">
                      <a:solidFill>
                        <a:srgbClr val="B3B3B3"/>
                      </a:solidFill>
                      <a:prstDash val="solid"/>
                      <a:round/>
                      <a:headEnd type="none" w="med" len="med"/>
                      <a:tailEnd type="none" w="med" len="med"/>
                    </a:lnR>
                    <a:lnT cmpd="sng" algn="ctr" cap="flat" w="9525">
                      <a:solidFill>
                        <a:srgbClr val="B3B3B3"/>
                      </a:solidFill>
                      <a:prstDash val="solid"/>
                      <a:round/>
                      <a:headEnd type="none" w="med" len="med"/>
                      <a:tailEnd type="none" w="med" len="med"/>
                    </a:lnT>
                    <a:lnB cmpd="sng" algn="ctr" cap="flat" w="9525">
                      <a:solidFill>
                        <a:srgbClr val="B3B3B3"/>
                      </a:solidFill>
                      <a:prstDash val="solid"/>
                      <a:round/>
                      <a:headEnd type="none" w="med" len="med"/>
                      <a:tailEnd type="none" w="med" len="med"/>
                    </a:lnB>
                    <a:solidFill>
                      <a:srgbClr val="F5F5F5"/>
                    </a:solidFill>
                  </a:tcPr>
                </a:tc>
                <a:tc>
                  <a:txBody>
                    <a:bodyPr anchor="t" rtlCol="false"/>
                    <a:lstStyle/>
                    <a:p>
                      <a:pPr algn="ctr" marL="0" indent="0" lvl="0">
                        <a:lnSpc>
                          <a:spcPts val="2729"/>
                        </a:lnSpc>
                        <a:spcBef>
                          <a:spcPct val="0"/>
                        </a:spcBef>
                        <a:defRPr/>
                      </a:pPr>
                      <a:r>
                        <a:rPr lang="en-US" b="true" sz="1950" strike="noStrike" u="none">
                          <a:solidFill>
                            <a:srgbClr val="333333"/>
                          </a:solidFill>
                          <a:latin typeface="프리젠테이션 Bold"/>
                          <a:ea typeface="프리젠테이션 Bold"/>
                          <a:cs typeface="프리젠테이션 Bold"/>
                          <a:sym typeface="프리젠테이션 Bold"/>
                        </a:rPr>
                        <a:t>"단계별로 생각해줘"</a:t>
                      </a:r>
                      <a:endParaRPr lang="en-US" sz="1100"/>
                    </a:p>
                  </a:txBody>
                  <a:tcPr marL="190500" marR="190500" marT="190500" marB="190500" anchor="ctr">
                    <a:lnL cmpd="sng" algn="ctr" cap="flat" w="9525">
                      <a:solidFill>
                        <a:srgbClr val="B3B3B3"/>
                      </a:solidFill>
                      <a:prstDash val="solid"/>
                      <a:round/>
                      <a:headEnd type="none" w="med" len="med"/>
                      <a:tailEnd type="none" w="med" len="med"/>
                    </a:lnL>
                    <a:lnR cmpd="sng" algn="ctr" cap="flat" w="9525">
                      <a:solidFill>
                        <a:srgbClr val="B3B3B3"/>
                      </a:solidFill>
                      <a:prstDash val="solid"/>
                      <a:round/>
                      <a:headEnd type="none" w="med" len="med"/>
                      <a:tailEnd type="none" w="med" len="med"/>
                    </a:lnR>
                    <a:lnT cmpd="sng" algn="ctr" cap="flat" w="9525">
                      <a:solidFill>
                        <a:srgbClr val="B3B3B3"/>
                      </a:solidFill>
                      <a:prstDash val="solid"/>
                      <a:round/>
                      <a:headEnd type="none" w="med" len="med"/>
                      <a:tailEnd type="none" w="med" len="med"/>
                    </a:lnT>
                    <a:lnB cmpd="sng" algn="ctr" cap="flat" w="9525">
                      <a:solidFill>
                        <a:srgbClr val="B3B3B3"/>
                      </a:solidFill>
                      <a:prstDash val="solid"/>
                      <a:round/>
                      <a:headEnd type="none" w="med" len="med"/>
                      <a:tailEnd type="none" w="med" len="med"/>
                    </a:lnB>
                  </a:tcPr>
                </a:tc>
                <a:tc>
                  <a:txBody>
                    <a:bodyPr anchor="t" rtlCol="false"/>
                    <a:lstStyle/>
                    <a:p>
                      <a:pPr algn="ctr" marL="0" indent="0" lvl="0">
                        <a:lnSpc>
                          <a:spcPts val="2729"/>
                        </a:lnSpc>
                        <a:spcBef>
                          <a:spcPct val="0"/>
                        </a:spcBef>
                        <a:defRPr/>
                      </a:pPr>
                      <a:r>
                        <a:rPr lang="en-US" sz="1950" strike="noStrike" u="none">
                          <a:solidFill>
                            <a:srgbClr val="333333"/>
                          </a:solidFill>
                          <a:latin typeface="프리젠테이션"/>
                          <a:ea typeface="프리젠테이션"/>
                          <a:cs typeface="프리젠테이션"/>
                          <a:sym typeface="프리젠테이션"/>
                        </a:rPr>
                        <a:t>"필요하면 찾아보고, 이유를 말하면서 답해줘"</a:t>
                      </a:r>
                      <a:endParaRPr lang="en-US" sz="1100"/>
                    </a:p>
                  </a:txBody>
                  <a:tcPr marL="190500" marR="190500" marT="190500" marB="190500" anchor="ctr">
                    <a:lnL cmpd="sng" algn="ctr" cap="flat" w="9525">
                      <a:solidFill>
                        <a:srgbClr val="B3B3B3"/>
                      </a:solidFill>
                      <a:prstDash val="solid"/>
                      <a:round/>
                      <a:headEnd type="none" w="med" len="med"/>
                      <a:tailEnd type="none" w="med" len="med"/>
                    </a:lnL>
                    <a:lnR cmpd="sng" algn="ctr" cap="flat" w="9525">
                      <a:solidFill>
                        <a:srgbClr val="B3B3B3"/>
                      </a:solidFill>
                      <a:prstDash val="solid"/>
                      <a:round/>
                      <a:headEnd type="none" w="med" len="med"/>
                      <a:tailEnd type="none" w="med" len="med"/>
                    </a:lnR>
                    <a:lnT cmpd="sng" algn="ctr" cap="flat" w="9525">
                      <a:solidFill>
                        <a:srgbClr val="B3B3B3"/>
                      </a:solidFill>
                      <a:prstDash val="solid"/>
                      <a:round/>
                      <a:headEnd type="none" w="med" len="med"/>
                      <a:tailEnd type="none" w="med" len="med"/>
                    </a:lnT>
                    <a:lnB cmpd="sng" algn="ctr" cap="flat" w="9525">
                      <a:solidFill>
                        <a:srgbClr val="B3B3B3"/>
                      </a:solidFill>
                      <a:prstDash val="solid"/>
                      <a:round/>
                      <a:headEnd type="none" w="med" len="med"/>
                      <a:tailEnd type="none" w="med" len="med"/>
                    </a:lnB>
                  </a:tcPr>
                </a:tc>
              </a:tr>
              <a:tr h="754309">
                <a:tc>
                  <a:txBody>
                    <a:bodyPr anchor="t" rtlCol="false"/>
                    <a:lstStyle/>
                    <a:p>
                      <a:pPr algn="ctr" marL="0" indent="0" lvl="0">
                        <a:lnSpc>
                          <a:spcPts val="2800"/>
                        </a:lnSpc>
                        <a:spcBef>
                          <a:spcPct val="0"/>
                        </a:spcBef>
                        <a:defRPr/>
                      </a:pPr>
                      <a:r>
                        <a:rPr lang="en-US" b="true" sz="2000" strike="noStrike" u="none">
                          <a:solidFill>
                            <a:srgbClr val="333333"/>
                          </a:solidFill>
                          <a:latin typeface="프리젠테이션 Bold"/>
                          <a:ea typeface="프리젠테이션 Bold"/>
                          <a:cs typeface="프리젠테이션 Bold"/>
                          <a:sym typeface="프리젠테이션 Bold"/>
                        </a:rPr>
                        <a:t>잘 맞는 일</a:t>
                      </a:r>
                      <a:endParaRPr lang="en-US" sz="1100"/>
                    </a:p>
                  </a:txBody>
                  <a:tcPr marL="190500" marR="190500" marT="190500" marB="190500" anchor="ctr">
                    <a:lnL cmpd="sng" algn="ctr" cap="flat" w="9525">
                      <a:solidFill>
                        <a:srgbClr val="B3B3B3"/>
                      </a:solidFill>
                      <a:prstDash val="solid"/>
                      <a:round/>
                      <a:headEnd type="none" w="med" len="med"/>
                      <a:tailEnd type="none" w="med" len="med"/>
                    </a:lnL>
                    <a:lnR cmpd="sng" algn="ctr" cap="flat" w="9525">
                      <a:solidFill>
                        <a:srgbClr val="B3B3B3"/>
                      </a:solidFill>
                      <a:prstDash val="solid"/>
                      <a:round/>
                      <a:headEnd type="none" w="med" len="med"/>
                      <a:tailEnd type="none" w="med" len="med"/>
                    </a:lnR>
                    <a:lnT cmpd="sng" algn="ctr" cap="flat" w="9525">
                      <a:solidFill>
                        <a:srgbClr val="B3B3B3"/>
                      </a:solidFill>
                      <a:prstDash val="solid"/>
                      <a:round/>
                      <a:headEnd type="none" w="med" len="med"/>
                      <a:tailEnd type="none" w="med" len="med"/>
                    </a:lnT>
                    <a:lnB cmpd="sng" algn="ctr" cap="flat" w="9525">
                      <a:solidFill>
                        <a:srgbClr val="B3B3B3"/>
                      </a:solidFill>
                      <a:prstDash val="solid"/>
                      <a:round/>
                      <a:headEnd type="none" w="med" len="med"/>
                      <a:tailEnd type="none" w="med" len="med"/>
                    </a:lnB>
                    <a:solidFill>
                      <a:srgbClr val="F5F5F5"/>
                    </a:solidFill>
                  </a:tcPr>
                </a:tc>
                <a:tc>
                  <a:txBody>
                    <a:bodyPr anchor="t" rtlCol="false"/>
                    <a:lstStyle/>
                    <a:p>
                      <a:pPr algn="ctr" marL="0" indent="0" lvl="0">
                        <a:lnSpc>
                          <a:spcPts val="2729"/>
                        </a:lnSpc>
                        <a:spcBef>
                          <a:spcPct val="0"/>
                        </a:spcBef>
                        <a:defRPr/>
                      </a:pPr>
                      <a:r>
                        <a:rPr lang="en-US" b="true" sz="1950" strike="noStrike" u="none">
                          <a:solidFill>
                            <a:srgbClr val="333333"/>
                          </a:solidFill>
                          <a:latin typeface="프리젠테이션 Bold"/>
                          <a:ea typeface="프리젠테이션 Bold"/>
                          <a:cs typeface="프리젠테이션 Bold"/>
                          <a:sym typeface="프리젠테이션 Bold"/>
                        </a:rPr>
                        <a:t>계산 · 논리 문제</a:t>
                      </a:r>
                      <a:endParaRPr lang="en-US" sz="1100"/>
                    </a:p>
                  </a:txBody>
                  <a:tcPr marL="190500" marR="190500" marT="190500" marB="190500" anchor="ctr">
                    <a:lnL cmpd="sng" algn="ctr" cap="flat" w="9525">
                      <a:solidFill>
                        <a:srgbClr val="B3B3B3"/>
                      </a:solidFill>
                      <a:prstDash val="solid"/>
                      <a:round/>
                      <a:headEnd type="none" w="med" len="med"/>
                      <a:tailEnd type="none" w="med" len="med"/>
                    </a:lnL>
                    <a:lnR cmpd="sng" algn="ctr" cap="flat" w="9525">
                      <a:solidFill>
                        <a:srgbClr val="B3B3B3"/>
                      </a:solidFill>
                      <a:prstDash val="solid"/>
                      <a:round/>
                      <a:headEnd type="none" w="med" len="med"/>
                      <a:tailEnd type="none" w="med" len="med"/>
                    </a:lnR>
                    <a:lnT cmpd="sng" algn="ctr" cap="flat" w="9525">
                      <a:solidFill>
                        <a:srgbClr val="B3B3B3"/>
                      </a:solidFill>
                      <a:prstDash val="solid"/>
                      <a:round/>
                      <a:headEnd type="none" w="med" len="med"/>
                      <a:tailEnd type="none" w="med" len="med"/>
                    </a:lnT>
                    <a:lnB cmpd="sng" algn="ctr" cap="flat" w="9525">
                      <a:solidFill>
                        <a:srgbClr val="B3B3B3"/>
                      </a:solidFill>
                      <a:prstDash val="solid"/>
                      <a:round/>
                      <a:headEnd type="none" w="med" len="med"/>
                      <a:tailEnd type="none" w="med" len="med"/>
                    </a:lnB>
                  </a:tcPr>
                </a:tc>
                <a:tc>
                  <a:txBody>
                    <a:bodyPr anchor="t" rtlCol="false"/>
                    <a:lstStyle/>
                    <a:p>
                      <a:pPr algn="ctr" marL="0" indent="0" lvl="0">
                        <a:lnSpc>
                          <a:spcPts val="2729"/>
                        </a:lnSpc>
                        <a:spcBef>
                          <a:spcPct val="0"/>
                        </a:spcBef>
                        <a:defRPr/>
                      </a:pPr>
                      <a:r>
                        <a:rPr lang="en-US" sz="1950" strike="noStrike" u="none">
                          <a:solidFill>
                            <a:srgbClr val="333333"/>
                          </a:solidFill>
                          <a:latin typeface="프리젠테이션"/>
                          <a:ea typeface="프리젠테이션"/>
                          <a:cs typeface="프리젠테이션"/>
                          <a:sym typeface="프리젠테이션"/>
                        </a:rPr>
                        <a:t>최신 정보나 자료 확인이 필요한 질문</a:t>
                      </a:r>
                      <a:endParaRPr lang="en-US" sz="1100"/>
                    </a:p>
                  </a:txBody>
                  <a:tcPr marL="190500" marR="190500" marT="190500" marB="190500" anchor="ctr">
                    <a:lnL cmpd="sng" algn="ctr" cap="flat" w="9525">
                      <a:solidFill>
                        <a:srgbClr val="B3B3B3"/>
                      </a:solidFill>
                      <a:prstDash val="solid"/>
                      <a:round/>
                      <a:headEnd type="none" w="med" len="med"/>
                      <a:tailEnd type="none" w="med" len="med"/>
                    </a:lnL>
                    <a:lnR cmpd="sng" algn="ctr" cap="flat" w="9525">
                      <a:solidFill>
                        <a:srgbClr val="B3B3B3"/>
                      </a:solidFill>
                      <a:prstDash val="solid"/>
                      <a:round/>
                      <a:headEnd type="none" w="med" len="med"/>
                      <a:tailEnd type="none" w="med" len="med"/>
                    </a:lnR>
                    <a:lnT cmpd="sng" algn="ctr" cap="flat" w="9525">
                      <a:solidFill>
                        <a:srgbClr val="B3B3B3"/>
                      </a:solidFill>
                      <a:prstDash val="solid"/>
                      <a:round/>
                      <a:headEnd type="none" w="med" len="med"/>
                      <a:tailEnd type="none" w="med" len="med"/>
                    </a:lnT>
                    <a:lnB cmpd="sng" algn="ctr" cap="flat" w="9525">
                      <a:solidFill>
                        <a:srgbClr val="B3B3B3"/>
                      </a:solidFill>
                      <a:prstDash val="solid"/>
                      <a:round/>
                      <a:headEnd type="none" w="med" len="med"/>
                      <a:tailEnd type="none" w="med" len="med"/>
                    </a:lnB>
                  </a:tcPr>
                </a:tc>
              </a:tr>
              <a:tr h="754309">
                <a:tc>
                  <a:txBody>
                    <a:bodyPr anchor="t" rtlCol="false"/>
                    <a:lstStyle/>
                    <a:p>
                      <a:pPr algn="ctr" marL="0" indent="0" lvl="0">
                        <a:lnSpc>
                          <a:spcPts val="2800"/>
                        </a:lnSpc>
                        <a:spcBef>
                          <a:spcPct val="0"/>
                        </a:spcBef>
                        <a:defRPr/>
                      </a:pPr>
                      <a:r>
                        <a:rPr lang="en-US" b="true" sz="2000" strike="noStrike" u="none">
                          <a:solidFill>
                            <a:srgbClr val="333333"/>
                          </a:solidFill>
                          <a:latin typeface="프리젠테이션 Bold"/>
                          <a:ea typeface="프리젠테이션 Bold"/>
                          <a:cs typeface="프리젠테이션 Bold"/>
                          <a:sym typeface="프리젠테이션 Bold"/>
                        </a:rPr>
                        <a:t>더 알아보기</a:t>
                      </a:r>
                      <a:endParaRPr lang="en-US" sz="1100"/>
                    </a:p>
                  </a:txBody>
                  <a:tcPr marL="190500" marR="190500" marT="190500" marB="190500" anchor="ctr">
                    <a:lnL cmpd="sng" algn="ctr" cap="flat" w="9525">
                      <a:solidFill>
                        <a:srgbClr val="B3B3B3"/>
                      </a:solidFill>
                      <a:prstDash val="solid"/>
                      <a:round/>
                      <a:headEnd type="none" w="med" len="med"/>
                      <a:tailEnd type="none" w="med" len="med"/>
                    </a:lnL>
                    <a:lnR cmpd="sng" algn="ctr" cap="flat" w="9525">
                      <a:solidFill>
                        <a:srgbClr val="B3B3B3"/>
                      </a:solidFill>
                      <a:prstDash val="solid"/>
                      <a:round/>
                      <a:headEnd type="none" w="med" len="med"/>
                      <a:tailEnd type="none" w="med" len="med"/>
                    </a:lnR>
                    <a:lnT cmpd="sng" algn="ctr" cap="flat" w="9525">
                      <a:solidFill>
                        <a:srgbClr val="B3B3B3"/>
                      </a:solidFill>
                      <a:prstDash val="solid"/>
                      <a:round/>
                      <a:headEnd type="none" w="med" len="med"/>
                      <a:tailEnd type="none" w="med" len="med"/>
                    </a:lnT>
                    <a:lnB cmpd="sng" algn="ctr" cap="flat" w="9525">
                      <a:solidFill>
                        <a:srgbClr val="B3B3B3"/>
                      </a:solidFill>
                      <a:prstDash val="solid"/>
                      <a:round/>
                      <a:headEnd type="none" w="med" len="med"/>
                      <a:tailEnd type="none" w="med" len="med"/>
                    </a:lnB>
                    <a:solidFill>
                      <a:srgbClr val="F5F5F5"/>
                    </a:solidFill>
                  </a:tcPr>
                </a:tc>
                <a:tc>
                  <a:txBody>
                    <a:bodyPr anchor="t" rtlCol="false"/>
                    <a:lstStyle/>
                    <a:p>
                      <a:pPr algn="ctr" marL="0" indent="0" lvl="0">
                        <a:lnSpc>
                          <a:spcPts val="2310"/>
                        </a:lnSpc>
                        <a:spcBef>
                          <a:spcPct val="0"/>
                        </a:spcBef>
                        <a:defRPr/>
                      </a:pPr>
                      <a:r>
                        <a:rPr lang="en-US" b="true" sz="1650" strike="noStrike" u="none">
                          <a:solidFill>
                            <a:srgbClr val="333333"/>
                          </a:solidFill>
                          <a:latin typeface="프리젠테이션 Bold"/>
                          <a:ea typeface="프리젠테이션 Bold"/>
                          <a:cs typeface="프리젠테이션 Bold"/>
                          <a:sym typeface="프리젠테이션 Bold"/>
                        </a:rPr>
                        <a:t>Zero-shot CoT · Self-Consistency</a:t>
                      </a:r>
                      <a:endParaRPr lang="en-US" sz="1100"/>
                    </a:p>
                  </a:txBody>
                  <a:tcPr marL="190500" marR="190500" marT="190500" marB="190500" anchor="ctr">
                    <a:lnL cmpd="sng" algn="ctr" cap="flat" w="9525">
                      <a:solidFill>
                        <a:srgbClr val="B3B3B3"/>
                      </a:solidFill>
                      <a:prstDash val="solid"/>
                      <a:round/>
                      <a:headEnd type="none" w="med" len="med"/>
                      <a:tailEnd type="none" w="med" len="med"/>
                    </a:lnL>
                    <a:lnR cmpd="sng" algn="ctr" cap="flat" w="9525">
                      <a:solidFill>
                        <a:srgbClr val="B3B3B3"/>
                      </a:solidFill>
                      <a:prstDash val="solid"/>
                      <a:round/>
                      <a:headEnd type="none" w="med" len="med"/>
                      <a:tailEnd type="none" w="med" len="med"/>
                    </a:lnR>
                    <a:lnT cmpd="sng" algn="ctr" cap="flat" w="9525">
                      <a:solidFill>
                        <a:srgbClr val="B3B3B3"/>
                      </a:solidFill>
                      <a:prstDash val="solid"/>
                      <a:round/>
                      <a:headEnd type="none" w="med" len="med"/>
                      <a:tailEnd type="none" w="med" len="med"/>
                    </a:lnT>
                    <a:lnB cmpd="sng" algn="ctr" cap="flat" w="9525">
                      <a:solidFill>
                        <a:srgbClr val="B3B3B3"/>
                      </a:solidFill>
                      <a:prstDash val="solid"/>
                      <a:round/>
                      <a:headEnd type="none" w="med" len="med"/>
                      <a:tailEnd type="none" w="med" len="med"/>
                    </a:lnB>
                  </a:tcPr>
                </a:tc>
                <a:tc>
                  <a:txBody>
                    <a:bodyPr anchor="t" rtlCol="false"/>
                    <a:lstStyle/>
                    <a:p>
                      <a:pPr algn="ctr" marL="0" indent="0" lvl="0">
                        <a:lnSpc>
                          <a:spcPts val="2729"/>
                        </a:lnSpc>
                        <a:spcBef>
                          <a:spcPct val="0"/>
                        </a:spcBef>
                        <a:defRPr/>
                      </a:pPr>
                      <a:r>
                        <a:rPr lang="en-US" sz="1950" strike="noStrike" u="none">
                          <a:solidFill>
                            <a:srgbClr val="333333"/>
                          </a:solidFill>
                          <a:latin typeface="프리젠테이션"/>
                          <a:ea typeface="프리젠테이션"/>
                          <a:cs typeface="프리젠테이션"/>
                          <a:sym typeface="프리젠테이션"/>
                        </a:rPr>
                        <a:t>Antigravity 같은 에이전트가 일하는 방식!</a:t>
                      </a:r>
                      <a:endParaRPr lang="en-US" sz="1100"/>
                    </a:p>
                  </a:txBody>
                  <a:tcPr marL="190500" marR="190500" marT="190500" marB="190500" anchor="ctr">
                    <a:lnL cmpd="sng" algn="ctr" cap="flat" w="9525">
                      <a:solidFill>
                        <a:srgbClr val="B3B3B3"/>
                      </a:solidFill>
                      <a:prstDash val="solid"/>
                      <a:round/>
                      <a:headEnd type="none" w="med" len="med"/>
                      <a:tailEnd type="none" w="med" len="med"/>
                    </a:lnL>
                    <a:lnR cmpd="sng" algn="ctr" cap="flat" w="9525">
                      <a:solidFill>
                        <a:srgbClr val="B3B3B3"/>
                      </a:solidFill>
                      <a:prstDash val="solid"/>
                      <a:round/>
                      <a:headEnd type="none" w="med" len="med"/>
                      <a:tailEnd type="none" w="med" len="med"/>
                    </a:lnR>
                    <a:lnT cmpd="sng" algn="ctr" cap="flat" w="9525">
                      <a:solidFill>
                        <a:srgbClr val="B3B3B3"/>
                      </a:solidFill>
                      <a:prstDash val="solid"/>
                      <a:round/>
                      <a:headEnd type="none" w="med" len="med"/>
                      <a:tailEnd type="none" w="med" len="med"/>
                    </a:lnT>
                    <a:lnB cmpd="sng" algn="ctr" cap="flat" w="9525">
                      <a:solidFill>
                        <a:srgbClr val="B3B3B3"/>
                      </a:solidFill>
                      <a:prstDash val="solid"/>
                      <a:round/>
                      <a:headEnd type="none" w="med" len="med"/>
                      <a:tailEnd type="none" w="med" len="med"/>
                    </a:lnB>
                  </a:tcPr>
                </a:tc>
              </a:tr>
            </a:tbl>
          </a:graphicData>
        </a:graphic>
      </p:graphicFrame>
      <p:sp>
        <p:nvSpPr>
          <p:cNvPr name="TextBox 18" id="18"/>
          <p:cNvSpPr txBox="true"/>
          <p:nvPr/>
        </p:nvSpPr>
        <p:spPr>
          <a:xfrm rot="0">
            <a:off x="14694520" y="1353621"/>
            <a:ext cx="2865076" cy="325120"/>
          </a:xfrm>
          <a:prstGeom prst="rect">
            <a:avLst/>
          </a:prstGeom>
        </p:spPr>
        <p:txBody>
          <a:bodyPr anchor="t" rtlCol="false" tIns="0" lIns="0" bIns="0" rIns="0">
            <a:spAutoFit/>
          </a:bodyPr>
          <a:lstStyle/>
          <a:p>
            <a:pPr algn="ctr" marL="0" indent="0" lvl="0">
              <a:lnSpc>
                <a:spcPts val="2540"/>
              </a:lnSpc>
              <a:spcBef>
                <a:spcPct val="0"/>
              </a:spcBef>
            </a:pPr>
            <a:r>
              <a:rPr lang="en-US" b="true" sz="2000" spc="122" strike="noStrike" u="none">
                <a:solidFill>
                  <a:srgbClr val="5170FF"/>
                </a:solidFill>
                <a:latin typeface="프리젠테이션 Bold"/>
                <a:ea typeface="프리젠테이션 Bold"/>
                <a:cs typeface="프리젠테이션 Bold"/>
                <a:sym typeface="프리젠테이션 Bold"/>
              </a:rPr>
              <a:t>해달 바이브코딩 기초반</a:t>
            </a:r>
          </a:p>
        </p:txBody>
      </p:sp>
      <p:sp>
        <p:nvSpPr>
          <p:cNvPr name="TextBox 19" id="19"/>
          <p:cNvSpPr txBox="true"/>
          <p:nvPr/>
        </p:nvSpPr>
        <p:spPr>
          <a:xfrm rot="0">
            <a:off x="8382000" y="8899525"/>
            <a:ext cx="1524000" cy="358775"/>
          </a:xfrm>
          <a:prstGeom prst="rect">
            <a:avLst/>
          </a:prstGeom>
        </p:spPr>
        <p:txBody>
          <a:bodyPr anchor="t" rtlCol="false" tIns="0" lIns="0" bIns="0" rIns="0">
            <a:spAutoFit/>
          </a:bodyPr>
          <a:lstStyle/>
          <a:p>
            <a:pPr algn="ctr" marL="0" indent="0" lvl="0">
              <a:lnSpc>
                <a:spcPts val="2800"/>
              </a:lnSpc>
              <a:spcBef>
                <a:spcPct val="0"/>
              </a:spcBef>
            </a:pPr>
            <a:r>
              <a:rPr lang="en-US" b="true" sz="2000" strike="noStrike" u="none">
                <a:solidFill>
                  <a:srgbClr val="4165C1"/>
                </a:solidFill>
                <a:latin typeface="프리젠테이션 Bold"/>
                <a:ea typeface="프리젠테이션 Bold"/>
                <a:cs typeface="프리젠테이션 Bold"/>
                <a:sym typeface="프리젠테이션 Bold"/>
              </a:rPr>
              <a:t>- 15 -</a:t>
            </a:r>
          </a:p>
        </p:txBody>
      </p:sp>
    </p:spTree>
  </p:cSld>
  <p:clrMapOvr>
    <a:masterClrMapping/>
  </p:clrMapOvr>
</p:sld>
</file>

<file path=ppt/slides/slide16.xml><?xml version="1.0" encoding="utf-8"?>
<p:sld xmlns:p="http://schemas.openxmlformats.org/presentationml/2006/main" xmlns:a="http://schemas.openxmlformats.org/drawingml/2006/main" xmlns:r="http://schemas.openxmlformats.org/officeDocument/2006/relationships">
  <p:cSld>
    <p:bg>
      <p:bgPr>
        <a:solidFill>
          <a:srgbClr val="5170FF"/>
        </a:solidFill>
      </p:bgPr>
    </p:bg>
    <p:spTree>
      <p:nvGrpSpPr>
        <p:cNvPr id="1" name=""/>
        <p:cNvGrpSpPr/>
        <p:nvPr/>
      </p:nvGrpSpPr>
      <p:grpSpPr>
        <a:xfrm>
          <a:off x="0" y="0"/>
          <a:ext cx="0" cy="0"/>
          <a:chOff x="0" y="0"/>
          <a:chExt cx="0" cy="0"/>
        </a:xfrm>
      </p:grpSpPr>
      <p:grpSp>
        <p:nvGrpSpPr>
          <p:cNvPr name="Group 2" id="2"/>
          <p:cNvGrpSpPr/>
          <p:nvPr/>
        </p:nvGrpSpPr>
        <p:grpSpPr>
          <a:xfrm rot="0">
            <a:off x="534854" y="457200"/>
            <a:ext cx="17218292" cy="9294946"/>
            <a:chOff x="0" y="0"/>
            <a:chExt cx="22957723" cy="12393261"/>
          </a:xfrm>
        </p:grpSpPr>
        <p:grpSp>
          <p:nvGrpSpPr>
            <p:cNvPr name="Group 3" id="3"/>
            <p:cNvGrpSpPr/>
            <p:nvPr/>
          </p:nvGrpSpPr>
          <p:grpSpPr>
            <a:xfrm rot="0">
              <a:off x="0" y="1727243"/>
              <a:ext cx="22957723" cy="10666019"/>
              <a:chOff x="0" y="0"/>
              <a:chExt cx="4777465" cy="2219581"/>
            </a:xfrm>
          </p:grpSpPr>
          <p:sp>
            <p:nvSpPr>
              <p:cNvPr name="Freeform 4" id="4"/>
              <p:cNvSpPr/>
              <p:nvPr/>
            </p:nvSpPr>
            <p:spPr>
              <a:xfrm flipH="false" flipV="false" rot="0">
                <a:off x="0" y="0"/>
                <a:ext cx="4777465" cy="2219581"/>
              </a:xfrm>
              <a:custGeom>
                <a:avLst/>
                <a:gdLst/>
                <a:ahLst/>
                <a:cxnLst/>
                <a:rect r="r" b="b" t="t" l="l"/>
                <a:pathLst>
                  <a:path h="2219581" w="4777465">
                    <a:moveTo>
                      <a:pt x="22931" y="0"/>
                    </a:moveTo>
                    <a:lnTo>
                      <a:pt x="4754534" y="0"/>
                    </a:lnTo>
                    <a:cubicBezTo>
                      <a:pt x="4767199" y="0"/>
                      <a:pt x="4777465" y="10267"/>
                      <a:pt x="4777465" y="22931"/>
                    </a:cubicBezTo>
                    <a:lnTo>
                      <a:pt x="4777465" y="2196650"/>
                    </a:lnTo>
                    <a:cubicBezTo>
                      <a:pt x="4777465" y="2202732"/>
                      <a:pt x="4775049" y="2208564"/>
                      <a:pt x="4770749" y="2212865"/>
                    </a:cubicBezTo>
                    <a:cubicBezTo>
                      <a:pt x="4766449" y="2217165"/>
                      <a:pt x="4760616" y="2219581"/>
                      <a:pt x="4754534" y="2219581"/>
                    </a:cubicBezTo>
                    <a:lnTo>
                      <a:pt x="22931" y="2219581"/>
                    </a:lnTo>
                    <a:cubicBezTo>
                      <a:pt x="10267" y="2219581"/>
                      <a:pt x="0" y="2209315"/>
                      <a:pt x="0" y="2196650"/>
                    </a:cubicBezTo>
                    <a:lnTo>
                      <a:pt x="0" y="22931"/>
                    </a:lnTo>
                    <a:cubicBezTo>
                      <a:pt x="0" y="10267"/>
                      <a:pt x="10267" y="0"/>
                      <a:pt x="22931" y="0"/>
                    </a:cubicBezTo>
                    <a:close/>
                  </a:path>
                </a:pathLst>
              </a:custGeom>
              <a:solidFill>
                <a:srgbClr val="FFFFFF"/>
              </a:solidFill>
              <a:ln cap="rnd">
                <a:noFill/>
                <a:prstDash val="solid"/>
                <a:round/>
              </a:ln>
            </p:spPr>
          </p:sp>
          <p:sp>
            <p:nvSpPr>
              <p:cNvPr name="TextBox 5" id="5"/>
              <p:cNvSpPr txBox="true"/>
              <p:nvPr/>
            </p:nvSpPr>
            <p:spPr>
              <a:xfrm>
                <a:off x="0" y="-38100"/>
                <a:ext cx="4777465" cy="2257681"/>
              </a:xfrm>
              <a:prstGeom prst="rect">
                <a:avLst/>
              </a:prstGeom>
            </p:spPr>
            <p:txBody>
              <a:bodyPr anchor="ctr" rtlCol="false" tIns="48220" lIns="48220" bIns="48220" rIns="48220"/>
              <a:lstStyle/>
              <a:p>
                <a:pPr algn="ctr" marL="0" indent="0" lvl="0">
                  <a:lnSpc>
                    <a:spcPts val="1853"/>
                  </a:lnSpc>
                  <a:spcBef>
                    <a:spcPct val="0"/>
                  </a:spcBef>
                </a:pPr>
              </a:p>
              <a:p>
                <a:pPr algn="ctr" marL="0" indent="0" lvl="0">
                  <a:lnSpc>
                    <a:spcPts val="1853"/>
                  </a:lnSpc>
                  <a:spcBef>
                    <a:spcPct val="0"/>
                  </a:spcBef>
                </a:pPr>
              </a:p>
              <a:p>
                <a:pPr algn="ctr" marL="0" indent="0" lvl="0">
                  <a:lnSpc>
                    <a:spcPts val="1853"/>
                  </a:lnSpc>
                  <a:spcBef>
                    <a:spcPct val="0"/>
                  </a:spcBef>
                </a:pPr>
              </a:p>
            </p:txBody>
          </p:sp>
        </p:grpSp>
        <p:grpSp>
          <p:nvGrpSpPr>
            <p:cNvPr name="Group 6" id="6"/>
            <p:cNvGrpSpPr/>
            <p:nvPr/>
          </p:nvGrpSpPr>
          <p:grpSpPr>
            <a:xfrm rot="0">
              <a:off x="18499830" y="891712"/>
              <a:ext cx="4457893" cy="3397582"/>
              <a:chOff x="0" y="0"/>
              <a:chExt cx="927680" cy="707031"/>
            </a:xfrm>
          </p:grpSpPr>
          <p:sp>
            <p:nvSpPr>
              <p:cNvPr name="Freeform 7" id="7"/>
              <p:cNvSpPr/>
              <p:nvPr/>
            </p:nvSpPr>
            <p:spPr>
              <a:xfrm flipH="false" flipV="false" rot="0">
                <a:off x="0" y="0"/>
                <a:ext cx="927680" cy="707031"/>
              </a:xfrm>
              <a:custGeom>
                <a:avLst/>
                <a:gdLst/>
                <a:ahLst/>
                <a:cxnLst/>
                <a:rect r="r" b="b" t="t" l="l"/>
                <a:pathLst>
                  <a:path h="707031" w="927680">
                    <a:moveTo>
                      <a:pt x="118094" y="0"/>
                    </a:moveTo>
                    <a:lnTo>
                      <a:pt x="809586" y="0"/>
                    </a:lnTo>
                    <a:cubicBezTo>
                      <a:pt x="874808" y="0"/>
                      <a:pt x="927680" y="52872"/>
                      <a:pt x="927680" y="118094"/>
                    </a:cubicBezTo>
                    <a:lnTo>
                      <a:pt x="927680" y="588937"/>
                    </a:lnTo>
                    <a:cubicBezTo>
                      <a:pt x="927680" y="654159"/>
                      <a:pt x="874808" y="707031"/>
                      <a:pt x="809586" y="707031"/>
                    </a:cubicBezTo>
                    <a:lnTo>
                      <a:pt x="118094" y="707031"/>
                    </a:lnTo>
                    <a:cubicBezTo>
                      <a:pt x="52872" y="707031"/>
                      <a:pt x="0" y="654159"/>
                      <a:pt x="0" y="588937"/>
                    </a:cubicBezTo>
                    <a:lnTo>
                      <a:pt x="0" y="118094"/>
                    </a:lnTo>
                    <a:cubicBezTo>
                      <a:pt x="0" y="52872"/>
                      <a:pt x="52872" y="0"/>
                      <a:pt x="118094" y="0"/>
                    </a:cubicBezTo>
                    <a:close/>
                  </a:path>
                </a:pathLst>
              </a:custGeom>
              <a:solidFill>
                <a:srgbClr val="FFFFFF"/>
              </a:solidFill>
              <a:ln cap="rnd">
                <a:noFill/>
                <a:prstDash val="solid"/>
                <a:round/>
              </a:ln>
            </p:spPr>
          </p:sp>
          <p:sp>
            <p:nvSpPr>
              <p:cNvPr name="TextBox 8" id="8"/>
              <p:cNvSpPr txBox="true"/>
              <p:nvPr/>
            </p:nvSpPr>
            <p:spPr>
              <a:xfrm>
                <a:off x="0" y="-38100"/>
                <a:ext cx="927680" cy="745131"/>
              </a:xfrm>
              <a:prstGeom prst="rect">
                <a:avLst/>
              </a:prstGeom>
            </p:spPr>
            <p:txBody>
              <a:bodyPr anchor="ctr" rtlCol="false" tIns="48220" lIns="48220" bIns="48220" rIns="48220"/>
              <a:lstStyle/>
              <a:p>
                <a:pPr algn="ctr" marL="0" indent="0" lvl="0">
                  <a:lnSpc>
                    <a:spcPts val="1853"/>
                  </a:lnSpc>
                  <a:spcBef>
                    <a:spcPct val="0"/>
                  </a:spcBef>
                </a:pPr>
              </a:p>
              <a:p>
                <a:pPr algn="ctr" marL="0" indent="0" lvl="0">
                  <a:lnSpc>
                    <a:spcPts val="1853"/>
                  </a:lnSpc>
                  <a:spcBef>
                    <a:spcPct val="0"/>
                  </a:spcBef>
                </a:pPr>
              </a:p>
              <a:p>
                <a:pPr algn="ctr" marL="0" indent="0" lvl="0">
                  <a:lnSpc>
                    <a:spcPts val="1853"/>
                  </a:lnSpc>
                  <a:spcBef>
                    <a:spcPct val="0"/>
                  </a:spcBef>
                </a:pPr>
              </a:p>
            </p:txBody>
          </p:sp>
        </p:grpSp>
        <p:grpSp>
          <p:nvGrpSpPr>
            <p:cNvPr name="Group 9" id="9"/>
            <p:cNvGrpSpPr/>
            <p:nvPr/>
          </p:nvGrpSpPr>
          <p:grpSpPr>
            <a:xfrm rot="0">
              <a:off x="18064463" y="1334482"/>
              <a:ext cx="2392010" cy="1865053"/>
              <a:chOff x="0" y="0"/>
              <a:chExt cx="497773" cy="388115"/>
            </a:xfrm>
          </p:grpSpPr>
          <p:sp>
            <p:nvSpPr>
              <p:cNvPr name="Freeform 10" id="10"/>
              <p:cNvSpPr/>
              <p:nvPr/>
            </p:nvSpPr>
            <p:spPr>
              <a:xfrm flipH="false" flipV="false" rot="0">
                <a:off x="0" y="0"/>
                <a:ext cx="497773" cy="388115"/>
              </a:xfrm>
              <a:custGeom>
                <a:avLst/>
                <a:gdLst/>
                <a:ahLst/>
                <a:cxnLst/>
                <a:rect r="r" b="b" t="t" l="l"/>
                <a:pathLst>
                  <a:path h="388115" w="497773">
                    <a:moveTo>
                      <a:pt x="0" y="0"/>
                    </a:moveTo>
                    <a:lnTo>
                      <a:pt x="497773" y="0"/>
                    </a:lnTo>
                    <a:lnTo>
                      <a:pt x="497773" y="388115"/>
                    </a:lnTo>
                    <a:lnTo>
                      <a:pt x="0" y="388115"/>
                    </a:lnTo>
                    <a:close/>
                  </a:path>
                </a:pathLst>
              </a:custGeom>
              <a:solidFill>
                <a:srgbClr val="FFFFFF"/>
              </a:solidFill>
              <a:ln cap="sq">
                <a:noFill/>
                <a:prstDash val="solid"/>
                <a:miter/>
              </a:ln>
            </p:spPr>
          </p:sp>
          <p:sp>
            <p:nvSpPr>
              <p:cNvPr name="TextBox 11" id="11"/>
              <p:cNvSpPr txBox="true"/>
              <p:nvPr/>
            </p:nvSpPr>
            <p:spPr>
              <a:xfrm>
                <a:off x="0" y="-38100"/>
                <a:ext cx="497773" cy="426215"/>
              </a:xfrm>
              <a:prstGeom prst="rect">
                <a:avLst/>
              </a:prstGeom>
            </p:spPr>
            <p:txBody>
              <a:bodyPr anchor="ctr" rtlCol="false" tIns="48220" lIns="48220" bIns="48220" rIns="48220"/>
              <a:lstStyle/>
              <a:p>
                <a:pPr algn="ctr" marL="0" indent="0" lvl="0">
                  <a:lnSpc>
                    <a:spcPts val="1853"/>
                  </a:lnSpc>
                  <a:spcBef>
                    <a:spcPct val="0"/>
                  </a:spcBef>
                </a:pPr>
              </a:p>
              <a:p>
                <a:pPr algn="ctr" marL="0" indent="0" lvl="0">
                  <a:lnSpc>
                    <a:spcPts val="1853"/>
                  </a:lnSpc>
                  <a:spcBef>
                    <a:spcPct val="0"/>
                  </a:spcBef>
                </a:pPr>
              </a:p>
              <a:p>
                <a:pPr algn="ctr" marL="0" indent="0" lvl="0">
                  <a:lnSpc>
                    <a:spcPts val="1853"/>
                  </a:lnSpc>
                  <a:spcBef>
                    <a:spcPct val="0"/>
                  </a:spcBef>
                </a:pPr>
              </a:p>
            </p:txBody>
          </p:sp>
        </p:grpSp>
        <p:grpSp>
          <p:nvGrpSpPr>
            <p:cNvPr name="Group 12" id="12"/>
            <p:cNvGrpSpPr/>
            <p:nvPr/>
          </p:nvGrpSpPr>
          <p:grpSpPr>
            <a:xfrm rot="0">
              <a:off x="16059231" y="0"/>
              <a:ext cx="2504831" cy="1727243"/>
              <a:chOff x="0" y="0"/>
              <a:chExt cx="521251" cy="359436"/>
            </a:xfrm>
          </p:grpSpPr>
          <p:sp>
            <p:nvSpPr>
              <p:cNvPr name="Freeform 13" id="13"/>
              <p:cNvSpPr/>
              <p:nvPr/>
            </p:nvSpPr>
            <p:spPr>
              <a:xfrm flipH="false" flipV="false" rot="0">
                <a:off x="0" y="0"/>
                <a:ext cx="521251" cy="359436"/>
              </a:xfrm>
              <a:custGeom>
                <a:avLst/>
                <a:gdLst/>
                <a:ahLst/>
                <a:cxnLst/>
                <a:rect r="r" b="b" t="t" l="l"/>
                <a:pathLst>
                  <a:path h="359436" w="521251">
                    <a:moveTo>
                      <a:pt x="179718" y="0"/>
                    </a:moveTo>
                    <a:lnTo>
                      <a:pt x="341533" y="0"/>
                    </a:lnTo>
                    <a:cubicBezTo>
                      <a:pt x="440789" y="0"/>
                      <a:pt x="521251" y="80463"/>
                      <a:pt x="521251" y="179718"/>
                    </a:cubicBezTo>
                    <a:lnTo>
                      <a:pt x="521251" y="179718"/>
                    </a:lnTo>
                    <a:cubicBezTo>
                      <a:pt x="521251" y="227382"/>
                      <a:pt x="502317" y="273094"/>
                      <a:pt x="468613" y="306798"/>
                    </a:cubicBezTo>
                    <a:cubicBezTo>
                      <a:pt x="434909" y="340502"/>
                      <a:pt x="389197" y="359436"/>
                      <a:pt x="341533" y="359436"/>
                    </a:cubicBezTo>
                    <a:lnTo>
                      <a:pt x="179718" y="359436"/>
                    </a:lnTo>
                    <a:cubicBezTo>
                      <a:pt x="132054" y="359436"/>
                      <a:pt x="86342" y="340502"/>
                      <a:pt x="52638" y="306798"/>
                    </a:cubicBezTo>
                    <a:cubicBezTo>
                      <a:pt x="18935" y="273094"/>
                      <a:pt x="0" y="227382"/>
                      <a:pt x="0" y="179718"/>
                    </a:cubicBezTo>
                    <a:lnTo>
                      <a:pt x="0" y="179718"/>
                    </a:lnTo>
                    <a:cubicBezTo>
                      <a:pt x="0" y="132054"/>
                      <a:pt x="18935" y="86342"/>
                      <a:pt x="52638" y="52638"/>
                    </a:cubicBezTo>
                    <a:cubicBezTo>
                      <a:pt x="86342" y="18935"/>
                      <a:pt x="132054" y="0"/>
                      <a:pt x="179718" y="0"/>
                    </a:cubicBezTo>
                    <a:close/>
                  </a:path>
                </a:pathLst>
              </a:custGeom>
              <a:solidFill>
                <a:srgbClr val="5170FF"/>
              </a:solidFill>
              <a:ln cap="rnd">
                <a:noFill/>
                <a:prstDash val="solid"/>
                <a:round/>
              </a:ln>
            </p:spPr>
          </p:sp>
          <p:sp>
            <p:nvSpPr>
              <p:cNvPr name="TextBox 14" id="14"/>
              <p:cNvSpPr txBox="true"/>
              <p:nvPr/>
            </p:nvSpPr>
            <p:spPr>
              <a:xfrm>
                <a:off x="0" y="-38100"/>
                <a:ext cx="521251" cy="397536"/>
              </a:xfrm>
              <a:prstGeom prst="rect">
                <a:avLst/>
              </a:prstGeom>
            </p:spPr>
            <p:txBody>
              <a:bodyPr anchor="ctr" rtlCol="false" tIns="48220" lIns="48220" bIns="48220" rIns="48220"/>
              <a:lstStyle/>
              <a:p>
                <a:pPr algn="ctr" marL="0" indent="0" lvl="0">
                  <a:lnSpc>
                    <a:spcPts val="1853"/>
                  </a:lnSpc>
                  <a:spcBef>
                    <a:spcPct val="0"/>
                  </a:spcBef>
                </a:pPr>
              </a:p>
              <a:p>
                <a:pPr algn="ctr" marL="0" indent="0" lvl="0">
                  <a:lnSpc>
                    <a:spcPts val="1853"/>
                  </a:lnSpc>
                  <a:spcBef>
                    <a:spcPct val="0"/>
                  </a:spcBef>
                </a:pPr>
              </a:p>
              <a:p>
                <a:pPr algn="ctr" marL="0" indent="0" lvl="0">
                  <a:lnSpc>
                    <a:spcPts val="1853"/>
                  </a:lnSpc>
                  <a:spcBef>
                    <a:spcPct val="0"/>
                  </a:spcBef>
                </a:pPr>
              </a:p>
            </p:txBody>
          </p:sp>
        </p:grpSp>
      </p:grpSp>
      <p:sp>
        <p:nvSpPr>
          <p:cNvPr name="Freeform 15" id="15"/>
          <p:cNvSpPr/>
          <p:nvPr/>
        </p:nvSpPr>
        <p:spPr>
          <a:xfrm flipH="false" flipV="false" rot="0">
            <a:off x="820604" y="843344"/>
            <a:ext cx="334731" cy="334731"/>
          </a:xfrm>
          <a:custGeom>
            <a:avLst/>
            <a:gdLst/>
            <a:ahLst/>
            <a:cxnLst/>
            <a:rect r="r" b="b" t="t" l="l"/>
            <a:pathLst>
              <a:path h="334731" w="334731">
                <a:moveTo>
                  <a:pt x="0" y="0"/>
                </a:moveTo>
                <a:lnTo>
                  <a:pt x="334731" y="0"/>
                </a:lnTo>
                <a:lnTo>
                  <a:pt x="334731" y="334731"/>
                </a:lnTo>
                <a:lnTo>
                  <a:pt x="0" y="334731"/>
                </a:lnTo>
                <a:lnTo>
                  <a:pt x="0" y="0"/>
                </a:lnTo>
                <a:close/>
              </a:path>
            </a:pathLst>
          </a:custGeom>
          <a:blipFill>
            <a:blip r:embed="rId3">
              <a:extLst>
                <a:ext uri="{96DAC541-7B7A-43D3-8B79-37D633B846F1}">
                  <asvg:svgBlip xmlns:asvg="http://schemas.microsoft.com/office/drawing/2016/SVG/main" r:embed="rId4"/>
                </a:ext>
              </a:extLst>
            </a:blip>
            <a:stretch>
              <a:fillRect l="0" t="0" r="0" b="0"/>
            </a:stretch>
          </a:blipFill>
        </p:spPr>
      </p:sp>
      <p:grpSp>
        <p:nvGrpSpPr>
          <p:cNvPr name="Group 16" id="16"/>
          <p:cNvGrpSpPr/>
          <p:nvPr/>
        </p:nvGrpSpPr>
        <p:grpSpPr>
          <a:xfrm rot="0">
            <a:off x="10472784" y="6346709"/>
            <a:ext cx="5384961" cy="2252671"/>
            <a:chOff x="0" y="0"/>
            <a:chExt cx="7179948" cy="3003561"/>
          </a:xfrm>
        </p:grpSpPr>
        <p:grpSp>
          <p:nvGrpSpPr>
            <p:cNvPr name="Group 17" id="17"/>
            <p:cNvGrpSpPr/>
            <p:nvPr/>
          </p:nvGrpSpPr>
          <p:grpSpPr>
            <a:xfrm rot="0">
              <a:off x="0" y="0"/>
              <a:ext cx="7179948" cy="3003561"/>
              <a:chOff x="0" y="0"/>
              <a:chExt cx="1418261" cy="593296"/>
            </a:xfrm>
          </p:grpSpPr>
          <p:sp>
            <p:nvSpPr>
              <p:cNvPr name="Freeform 18" id="18"/>
              <p:cNvSpPr/>
              <p:nvPr/>
            </p:nvSpPr>
            <p:spPr>
              <a:xfrm flipH="false" flipV="false" rot="0">
                <a:off x="0" y="0"/>
                <a:ext cx="1418261" cy="593296"/>
              </a:xfrm>
              <a:custGeom>
                <a:avLst/>
                <a:gdLst/>
                <a:ahLst/>
                <a:cxnLst/>
                <a:rect r="r" b="b" t="t" l="l"/>
                <a:pathLst>
                  <a:path h="593296" w="1418261">
                    <a:moveTo>
                      <a:pt x="21565" y="0"/>
                    </a:moveTo>
                    <a:lnTo>
                      <a:pt x="1396696" y="0"/>
                    </a:lnTo>
                    <a:cubicBezTo>
                      <a:pt x="1408606" y="0"/>
                      <a:pt x="1418261" y="9655"/>
                      <a:pt x="1418261" y="21565"/>
                    </a:cubicBezTo>
                    <a:lnTo>
                      <a:pt x="1418261" y="571731"/>
                    </a:lnTo>
                    <a:cubicBezTo>
                      <a:pt x="1418261" y="577450"/>
                      <a:pt x="1415989" y="582935"/>
                      <a:pt x="1411945" y="586980"/>
                    </a:cubicBezTo>
                    <a:cubicBezTo>
                      <a:pt x="1407901" y="591024"/>
                      <a:pt x="1402415" y="593296"/>
                      <a:pt x="1396696" y="593296"/>
                    </a:cubicBezTo>
                    <a:lnTo>
                      <a:pt x="21565" y="593296"/>
                    </a:lnTo>
                    <a:cubicBezTo>
                      <a:pt x="9655" y="593296"/>
                      <a:pt x="0" y="583641"/>
                      <a:pt x="0" y="571731"/>
                    </a:cubicBezTo>
                    <a:lnTo>
                      <a:pt x="0" y="21565"/>
                    </a:lnTo>
                    <a:cubicBezTo>
                      <a:pt x="0" y="9655"/>
                      <a:pt x="9655" y="0"/>
                      <a:pt x="21565" y="0"/>
                    </a:cubicBezTo>
                    <a:close/>
                  </a:path>
                </a:pathLst>
              </a:custGeom>
              <a:solidFill>
                <a:srgbClr val="EAEAEA"/>
              </a:solidFill>
              <a:ln cap="sq">
                <a:noFill/>
                <a:prstDash val="solid"/>
                <a:miter/>
              </a:ln>
            </p:spPr>
          </p:sp>
          <p:sp>
            <p:nvSpPr>
              <p:cNvPr name="TextBox 19" id="19"/>
              <p:cNvSpPr txBox="true"/>
              <p:nvPr/>
            </p:nvSpPr>
            <p:spPr>
              <a:xfrm>
                <a:off x="0" y="19050"/>
                <a:ext cx="1418261" cy="574246"/>
              </a:xfrm>
              <a:prstGeom prst="rect">
                <a:avLst/>
              </a:prstGeom>
            </p:spPr>
            <p:txBody>
              <a:bodyPr anchor="ctr" rtlCol="false" tIns="50800" lIns="50800" bIns="50800" rIns="50800"/>
              <a:lstStyle/>
              <a:p>
                <a:pPr algn="ctr">
                  <a:lnSpc>
                    <a:spcPts val="2743"/>
                  </a:lnSpc>
                </a:pPr>
              </a:p>
            </p:txBody>
          </p:sp>
        </p:grpSp>
        <p:sp>
          <p:nvSpPr>
            <p:cNvPr name="Freeform 20" id="20"/>
            <p:cNvSpPr/>
            <p:nvPr/>
          </p:nvSpPr>
          <p:spPr>
            <a:xfrm flipH="false" flipV="false" rot="0">
              <a:off x="741639" y="709385"/>
              <a:ext cx="189653" cy="144610"/>
            </a:xfrm>
            <a:custGeom>
              <a:avLst/>
              <a:gdLst/>
              <a:ahLst/>
              <a:cxnLst/>
              <a:rect r="r" b="b" t="t" l="l"/>
              <a:pathLst>
                <a:path h="144610" w="189653">
                  <a:moveTo>
                    <a:pt x="0" y="0"/>
                  </a:moveTo>
                  <a:lnTo>
                    <a:pt x="189653" y="0"/>
                  </a:lnTo>
                  <a:lnTo>
                    <a:pt x="189653" y="144610"/>
                  </a:lnTo>
                  <a:lnTo>
                    <a:pt x="0" y="144610"/>
                  </a:lnTo>
                  <a:lnTo>
                    <a:pt x="0" y="0"/>
                  </a:lnTo>
                  <a:close/>
                </a:path>
              </a:pathLst>
            </a:custGeom>
            <a:blipFill>
              <a:blip r:embed="rId5">
                <a:extLst>
                  <a:ext uri="{96DAC541-7B7A-43D3-8B79-37D633B846F1}">
                    <asvg:svgBlip xmlns:asvg="http://schemas.microsoft.com/office/drawing/2016/SVG/main" r:embed="rId6"/>
                  </a:ext>
                </a:extLst>
              </a:blip>
              <a:stretch>
                <a:fillRect l="0" t="0" r="0" b="0"/>
              </a:stretch>
            </a:blipFill>
          </p:spPr>
        </p:sp>
        <p:sp>
          <p:nvSpPr>
            <p:cNvPr name="TextBox 21" id="21"/>
            <p:cNvSpPr txBox="true"/>
            <p:nvPr/>
          </p:nvSpPr>
          <p:spPr>
            <a:xfrm rot="0">
              <a:off x="1045128" y="502290"/>
              <a:ext cx="6134820" cy="482600"/>
            </a:xfrm>
            <a:prstGeom prst="rect">
              <a:avLst/>
            </a:prstGeom>
          </p:spPr>
          <p:txBody>
            <a:bodyPr anchor="t" rtlCol="false" tIns="0" lIns="0" bIns="0" rIns="0">
              <a:spAutoFit/>
            </a:bodyPr>
            <a:lstStyle/>
            <a:p>
              <a:pPr algn="l" marL="0" indent="0" lvl="0">
                <a:lnSpc>
                  <a:spcPts val="3000"/>
                </a:lnSpc>
                <a:spcBef>
                  <a:spcPct val="0"/>
                </a:spcBef>
              </a:pPr>
              <a:r>
                <a:rPr lang="en-US" b="true" sz="2000" spc="-40" strike="noStrike" u="none">
                  <a:solidFill>
                    <a:srgbClr val="333333">
                      <a:alpha val="89804"/>
                    </a:srgbClr>
                  </a:solidFill>
                  <a:latin typeface="프리젠테이션 Bold"/>
                  <a:ea typeface="프리젠테이션 Bold"/>
                  <a:cs typeface="프리젠테이션 Bold"/>
                  <a:sym typeface="프리젠테이션 Bold"/>
                </a:rPr>
                <a:t>⏱ 약 5분 소요</a:t>
              </a:r>
            </a:p>
          </p:txBody>
        </p:sp>
        <p:sp>
          <p:nvSpPr>
            <p:cNvPr name="Freeform 22" id="22"/>
            <p:cNvSpPr/>
            <p:nvPr/>
          </p:nvSpPr>
          <p:spPr>
            <a:xfrm flipH="false" flipV="false" rot="0">
              <a:off x="741639" y="1418045"/>
              <a:ext cx="189653" cy="144610"/>
            </a:xfrm>
            <a:custGeom>
              <a:avLst/>
              <a:gdLst/>
              <a:ahLst/>
              <a:cxnLst/>
              <a:rect r="r" b="b" t="t" l="l"/>
              <a:pathLst>
                <a:path h="144610" w="189653">
                  <a:moveTo>
                    <a:pt x="0" y="0"/>
                  </a:moveTo>
                  <a:lnTo>
                    <a:pt x="189653" y="0"/>
                  </a:lnTo>
                  <a:lnTo>
                    <a:pt x="189653" y="144611"/>
                  </a:lnTo>
                  <a:lnTo>
                    <a:pt x="0" y="144611"/>
                  </a:lnTo>
                  <a:lnTo>
                    <a:pt x="0" y="0"/>
                  </a:lnTo>
                  <a:close/>
                </a:path>
              </a:pathLst>
            </a:custGeom>
            <a:blipFill>
              <a:blip r:embed="rId5">
                <a:extLst>
                  <a:ext uri="{96DAC541-7B7A-43D3-8B79-37D633B846F1}">
                    <asvg:svgBlip xmlns:asvg="http://schemas.microsoft.com/office/drawing/2016/SVG/main" r:embed="rId6"/>
                  </a:ext>
                </a:extLst>
              </a:blip>
              <a:stretch>
                <a:fillRect l="0" t="0" r="0" b="0"/>
              </a:stretch>
            </a:blipFill>
          </p:spPr>
        </p:sp>
        <p:sp>
          <p:nvSpPr>
            <p:cNvPr name="TextBox 23" id="23"/>
            <p:cNvSpPr txBox="true"/>
            <p:nvPr/>
          </p:nvSpPr>
          <p:spPr>
            <a:xfrm rot="0">
              <a:off x="1045128" y="1210950"/>
              <a:ext cx="6134820" cy="482600"/>
            </a:xfrm>
            <a:prstGeom prst="rect">
              <a:avLst/>
            </a:prstGeom>
          </p:spPr>
          <p:txBody>
            <a:bodyPr anchor="t" rtlCol="false" tIns="0" lIns="0" bIns="0" rIns="0">
              <a:spAutoFit/>
            </a:bodyPr>
            <a:lstStyle/>
            <a:p>
              <a:pPr algn="l" marL="0" indent="0" lvl="0">
                <a:lnSpc>
                  <a:spcPts val="3000"/>
                </a:lnSpc>
                <a:spcBef>
                  <a:spcPct val="0"/>
                </a:spcBef>
              </a:pPr>
              <a:r>
                <a:rPr lang="en-US" b="true" sz="2000" spc="-40" strike="noStrike" u="none">
                  <a:solidFill>
                    <a:srgbClr val="333333">
                      <a:alpha val="89804"/>
                    </a:srgbClr>
                  </a:solidFill>
                  <a:latin typeface="프리젠테이션 Bold"/>
                  <a:ea typeface="프리젠테이션 Bold"/>
                  <a:cs typeface="프리젠테이션 Bold"/>
                  <a:sym typeface="프리젠테이션 Bold"/>
                </a:rPr>
                <a:t>❌ 버전은 입력하지 않아도 OK</a:t>
              </a:r>
            </a:p>
          </p:txBody>
        </p:sp>
        <p:sp>
          <p:nvSpPr>
            <p:cNvPr name="Freeform 24" id="24"/>
            <p:cNvSpPr/>
            <p:nvPr/>
          </p:nvSpPr>
          <p:spPr>
            <a:xfrm flipH="false" flipV="false" rot="0">
              <a:off x="741639" y="2126706"/>
              <a:ext cx="189653" cy="144610"/>
            </a:xfrm>
            <a:custGeom>
              <a:avLst/>
              <a:gdLst/>
              <a:ahLst/>
              <a:cxnLst/>
              <a:rect r="r" b="b" t="t" l="l"/>
              <a:pathLst>
                <a:path h="144610" w="189653">
                  <a:moveTo>
                    <a:pt x="0" y="0"/>
                  </a:moveTo>
                  <a:lnTo>
                    <a:pt x="189653" y="0"/>
                  </a:lnTo>
                  <a:lnTo>
                    <a:pt x="189653" y="144610"/>
                  </a:lnTo>
                  <a:lnTo>
                    <a:pt x="0" y="144610"/>
                  </a:lnTo>
                  <a:lnTo>
                    <a:pt x="0" y="0"/>
                  </a:lnTo>
                  <a:close/>
                </a:path>
              </a:pathLst>
            </a:custGeom>
            <a:blipFill>
              <a:blip r:embed="rId5">
                <a:extLst>
                  <a:ext uri="{96DAC541-7B7A-43D3-8B79-37D633B846F1}">
                    <asvg:svgBlip xmlns:asvg="http://schemas.microsoft.com/office/drawing/2016/SVG/main" r:embed="rId6"/>
                  </a:ext>
                </a:extLst>
              </a:blip>
              <a:stretch>
                <a:fillRect l="0" t="0" r="0" b="0"/>
              </a:stretch>
            </a:blipFill>
          </p:spPr>
        </p:sp>
        <p:sp>
          <p:nvSpPr>
            <p:cNvPr name="TextBox 25" id="25"/>
            <p:cNvSpPr txBox="true"/>
            <p:nvPr/>
          </p:nvSpPr>
          <p:spPr>
            <a:xfrm rot="0">
              <a:off x="1045128" y="1919611"/>
              <a:ext cx="6134820" cy="482600"/>
            </a:xfrm>
            <a:prstGeom prst="rect">
              <a:avLst/>
            </a:prstGeom>
          </p:spPr>
          <p:txBody>
            <a:bodyPr anchor="t" rtlCol="false" tIns="0" lIns="0" bIns="0" rIns="0">
              <a:spAutoFit/>
            </a:bodyPr>
            <a:lstStyle/>
            <a:p>
              <a:pPr algn="l" marL="0" indent="0" lvl="0">
                <a:lnSpc>
                  <a:spcPts val="3000"/>
                </a:lnSpc>
                <a:spcBef>
                  <a:spcPct val="0"/>
                </a:spcBef>
              </a:pPr>
              <a:r>
                <a:rPr lang="en-US" b="true" sz="2000" spc="-40" strike="noStrike" u="none">
                  <a:solidFill>
                    <a:srgbClr val="333333">
                      <a:alpha val="89804"/>
                    </a:srgbClr>
                  </a:solidFill>
                  <a:latin typeface="프리젠테이션 Bold"/>
                  <a:ea typeface="프리젠테이션 Bold"/>
                  <a:cs typeface="프리젠테이션 Bold"/>
                  <a:sym typeface="프리젠테이션 Bold"/>
                </a:rPr>
                <a:t>5대 원칙이 몇 개 들어갔을까?</a:t>
              </a:r>
            </a:p>
          </p:txBody>
        </p:sp>
      </p:grpSp>
      <p:grpSp>
        <p:nvGrpSpPr>
          <p:cNvPr name="Group 26" id="26"/>
          <p:cNvGrpSpPr/>
          <p:nvPr/>
        </p:nvGrpSpPr>
        <p:grpSpPr>
          <a:xfrm rot="0">
            <a:off x="10472784" y="2884234"/>
            <a:ext cx="3903318" cy="547878"/>
            <a:chOff x="0" y="0"/>
            <a:chExt cx="5204424" cy="730504"/>
          </a:xfrm>
        </p:grpSpPr>
        <p:sp>
          <p:nvSpPr>
            <p:cNvPr name="Freeform 27" id="27"/>
            <p:cNvSpPr/>
            <p:nvPr/>
          </p:nvSpPr>
          <p:spPr>
            <a:xfrm flipH="false" flipV="false" rot="0">
              <a:off x="0" y="192339"/>
              <a:ext cx="355986" cy="355986"/>
            </a:xfrm>
            <a:custGeom>
              <a:avLst/>
              <a:gdLst/>
              <a:ahLst/>
              <a:cxnLst/>
              <a:rect r="r" b="b" t="t" l="l"/>
              <a:pathLst>
                <a:path h="355986" w="355986">
                  <a:moveTo>
                    <a:pt x="0" y="0"/>
                  </a:moveTo>
                  <a:lnTo>
                    <a:pt x="355986" y="0"/>
                  </a:lnTo>
                  <a:lnTo>
                    <a:pt x="355986" y="355986"/>
                  </a:lnTo>
                  <a:lnTo>
                    <a:pt x="0" y="355986"/>
                  </a:lnTo>
                  <a:lnTo>
                    <a:pt x="0" y="0"/>
                  </a:lnTo>
                  <a:close/>
                </a:path>
              </a:pathLst>
            </a:custGeom>
            <a:blipFill>
              <a:blip r:embed="rId7">
                <a:extLst>
                  <a:ext uri="{96DAC541-7B7A-43D3-8B79-37D633B846F1}">
                    <asvg:svgBlip xmlns:asvg="http://schemas.microsoft.com/office/drawing/2016/SVG/main" r:embed="rId8"/>
                  </a:ext>
                </a:extLst>
              </a:blip>
              <a:stretch>
                <a:fillRect l="0" t="0" r="0" b="0"/>
              </a:stretch>
            </a:blipFill>
          </p:spPr>
        </p:sp>
        <p:sp>
          <p:nvSpPr>
            <p:cNvPr name="TextBox 28" id="28"/>
            <p:cNvSpPr txBox="true"/>
            <p:nvPr/>
          </p:nvSpPr>
          <p:spPr>
            <a:xfrm rot="0">
              <a:off x="500339" y="76200"/>
              <a:ext cx="4704085" cy="654304"/>
            </a:xfrm>
            <a:prstGeom prst="rect">
              <a:avLst/>
            </a:prstGeom>
          </p:spPr>
          <p:txBody>
            <a:bodyPr anchor="t" rtlCol="false" tIns="0" lIns="0" bIns="0" rIns="0">
              <a:spAutoFit/>
            </a:bodyPr>
            <a:lstStyle/>
            <a:p>
              <a:pPr algn="l" marL="0" indent="0" lvl="0">
                <a:lnSpc>
                  <a:spcPts val="3456"/>
                </a:lnSpc>
                <a:spcBef>
                  <a:spcPct val="0"/>
                </a:spcBef>
              </a:pPr>
              <a:r>
                <a:rPr lang="en-US" b="true" sz="3600" spc="-72" strike="noStrike" u="none">
                  <a:solidFill>
                    <a:srgbClr val="333333"/>
                  </a:solidFill>
                  <a:latin typeface="프리젠테이션 Bold"/>
                  <a:ea typeface="프리젠테이션 Bold"/>
                  <a:cs typeface="프리젠테이션 Bold"/>
                  <a:sym typeface="프리젠테이션 Bold"/>
                </a:rPr>
                <a:t>실습 순서</a:t>
              </a:r>
            </a:p>
          </p:txBody>
        </p:sp>
      </p:grpSp>
      <p:sp>
        <p:nvSpPr>
          <p:cNvPr name="TextBox 29" id="29"/>
          <p:cNvSpPr txBox="true"/>
          <p:nvPr/>
        </p:nvSpPr>
        <p:spPr>
          <a:xfrm rot="0">
            <a:off x="1355167" y="696396"/>
            <a:ext cx="12295240" cy="685800"/>
          </a:xfrm>
          <a:prstGeom prst="rect">
            <a:avLst/>
          </a:prstGeom>
        </p:spPr>
        <p:txBody>
          <a:bodyPr anchor="t" rtlCol="false" tIns="0" lIns="0" bIns="0" rIns="0">
            <a:spAutoFit/>
          </a:bodyPr>
          <a:lstStyle/>
          <a:p>
            <a:pPr algn="l" marL="0" indent="0" lvl="0">
              <a:lnSpc>
                <a:spcPts val="5100"/>
              </a:lnSpc>
              <a:spcBef>
                <a:spcPct val="0"/>
              </a:spcBef>
            </a:pPr>
            <a:r>
              <a:rPr lang="en-US" b="true" sz="5000" spc="-100" strike="noStrike" u="none">
                <a:solidFill>
                  <a:srgbClr val="FFFFFF"/>
                </a:solidFill>
                <a:latin typeface="프리젠테이션 Bold"/>
                <a:ea typeface="프리젠테이션 Bold"/>
                <a:cs typeface="프리젠테이션 Bold"/>
                <a:sym typeface="프리젠테이션 Bold"/>
              </a:rPr>
              <a:t>[실습 1] 프롬프트 개선하기</a:t>
            </a:r>
          </a:p>
        </p:txBody>
      </p:sp>
      <p:sp>
        <p:nvSpPr>
          <p:cNvPr name="TextBox 30" id="30"/>
          <p:cNvSpPr txBox="true"/>
          <p:nvPr/>
        </p:nvSpPr>
        <p:spPr>
          <a:xfrm rot="0">
            <a:off x="10472784" y="3604117"/>
            <a:ext cx="7086813" cy="1365885"/>
          </a:xfrm>
          <a:prstGeom prst="rect">
            <a:avLst/>
          </a:prstGeom>
        </p:spPr>
        <p:txBody>
          <a:bodyPr anchor="t" rtlCol="false" tIns="0" lIns="0" bIns="0" rIns="0">
            <a:spAutoFit/>
          </a:bodyPr>
          <a:lstStyle/>
          <a:p>
            <a:pPr algn="l" marL="0" indent="0" lvl="0">
              <a:lnSpc>
                <a:spcPts val="3600"/>
              </a:lnSpc>
              <a:spcBef>
                <a:spcPct val="0"/>
              </a:spcBef>
            </a:pPr>
            <a:r>
              <a:rPr lang="en-US" b="true" sz="2400" spc="-48" strike="noStrike" u="none">
                <a:solidFill>
                  <a:srgbClr val="000000">
                    <a:alpha val="69804"/>
                  </a:srgbClr>
                </a:solidFill>
                <a:latin typeface="프리젠테이션 Bold"/>
                <a:ea typeface="프리젠테이션 Bold"/>
                <a:cs typeface="프리젠테이션 Bold"/>
                <a:sym typeface="프리젠테이션 Bold"/>
              </a:rPr>
              <a:t>① my-intro 폴더를 2.0에서 열기</a:t>
            </a:r>
          </a:p>
          <a:p>
            <a:pPr algn="l" marL="0" indent="0" lvl="0">
              <a:lnSpc>
                <a:spcPts val="3600"/>
              </a:lnSpc>
              <a:spcBef>
                <a:spcPct val="0"/>
              </a:spcBef>
            </a:pPr>
            <a:r>
              <a:rPr lang="en-US" b="true" sz="2400" spc="-48" strike="noStrike" u="none">
                <a:solidFill>
                  <a:srgbClr val="000000">
                    <a:alpha val="69804"/>
                  </a:srgbClr>
                </a:solidFill>
                <a:latin typeface="프리젠테이션 Bold"/>
                <a:ea typeface="프리젠테이션 Bold"/>
                <a:cs typeface="프리젠테이션 Bold"/>
                <a:sym typeface="프리젠테이션 Bold"/>
              </a:rPr>
              <a:t>② ✅ 프롬프트만 복사해 입력</a:t>
            </a:r>
          </a:p>
          <a:p>
            <a:pPr algn="l" marL="0" indent="0" lvl="0">
              <a:lnSpc>
                <a:spcPts val="3600"/>
              </a:lnSpc>
              <a:spcBef>
                <a:spcPct val="0"/>
              </a:spcBef>
            </a:pPr>
            <a:r>
              <a:rPr lang="en-US" b="true" sz="2400" spc="-48" strike="noStrike" u="none">
                <a:solidFill>
                  <a:srgbClr val="000000">
                    <a:alpha val="69804"/>
                  </a:srgbClr>
                </a:solidFill>
                <a:latin typeface="프리젠테이션 Bold"/>
                <a:ea typeface="프리젠테이션 Bold"/>
                <a:cs typeface="프리젠테이션 Bold"/>
                <a:sym typeface="프리젠테이션 Bold"/>
              </a:rPr>
              <a:t>③ 브라우저 새로고침(F5)으로 확인</a:t>
            </a:r>
          </a:p>
        </p:txBody>
      </p:sp>
      <p:sp>
        <p:nvSpPr>
          <p:cNvPr name="TextBox 31" id="31"/>
          <p:cNvSpPr txBox="true"/>
          <p:nvPr/>
        </p:nvSpPr>
        <p:spPr>
          <a:xfrm rot="0">
            <a:off x="14694520" y="1353621"/>
            <a:ext cx="2865076" cy="325120"/>
          </a:xfrm>
          <a:prstGeom prst="rect">
            <a:avLst/>
          </a:prstGeom>
        </p:spPr>
        <p:txBody>
          <a:bodyPr anchor="t" rtlCol="false" tIns="0" lIns="0" bIns="0" rIns="0">
            <a:spAutoFit/>
          </a:bodyPr>
          <a:lstStyle/>
          <a:p>
            <a:pPr algn="ctr" marL="0" indent="0" lvl="0">
              <a:lnSpc>
                <a:spcPts val="2540"/>
              </a:lnSpc>
              <a:spcBef>
                <a:spcPct val="0"/>
              </a:spcBef>
            </a:pPr>
            <a:r>
              <a:rPr lang="en-US" b="true" sz="2000" spc="122" strike="noStrike" u="none">
                <a:solidFill>
                  <a:srgbClr val="5170FF"/>
                </a:solidFill>
                <a:latin typeface="프리젠테이션 Bold"/>
                <a:ea typeface="프리젠테이션 Bold"/>
                <a:cs typeface="프리젠테이션 Bold"/>
                <a:sym typeface="프리젠테이션 Bold"/>
              </a:rPr>
              <a:t>해달 바이브코딩 기초반</a:t>
            </a:r>
          </a:p>
        </p:txBody>
      </p:sp>
      <p:grpSp>
        <p:nvGrpSpPr>
          <p:cNvPr name="Group 32" id="32"/>
          <p:cNvGrpSpPr/>
          <p:nvPr/>
        </p:nvGrpSpPr>
        <p:grpSpPr>
          <a:xfrm rot="0">
            <a:off x="1714500" y="2895600"/>
            <a:ext cx="8201025" cy="5695950"/>
            <a:chOff x="0" y="0"/>
            <a:chExt cx="10934700" cy="7594600"/>
          </a:xfrm>
        </p:grpSpPr>
        <p:sp>
          <p:nvSpPr>
            <p:cNvPr name="Freeform 33" id="33"/>
            <p:cNvSpPr/>
            <p:nvPr/>
          </p:nvSpPr>
          <p:spPr>
            <a:xfrm flipH="false" flipV="false" rot="0">
              <a:off x="0" y="0"/>
              <a:ext cx="10934700" cy="7594600"/>
            </a:xfrm>
            <a:custGeom>
              <a:avLst/>
              <a:gdLst/>
              <a:ahLst/>
              <a:cxnLst/>
              <a:rect r="r" b="b" t="t" l="l"/>
              <a:pathLst>
                <a:path h="7594600" w="10934700">
                  <a:moveTo>
                    <a:pt x="35401" y="0"/>
                  </a:moveTo>
                  <a:lnTo>
                    <a:pt x="10899299" y="0"/>
                  </a:lnTo>
                  <a:cubicBezTo>
                    <a:pt x="10918851" y="0"/>
                    <a:pt x="10934700" y="15849"/>
                    <a:pt x="10934700" y="35401"/>
                  </a:cubicBezTo>
                  <a:lnTo>
                    <a:pt x="10934700" y="7559199"/>
                  </a:lnTo>
                  <a:cubicBezTo>
                    <a:pt x="10934700" y="7578751"/>
                    <a:pt x="10918851" y="7594600"/>
                    <a:pt x="10899299" y="7594600"/>
                  </a:cubicBezTo>
                  <a:lnTo>
                    <a:pt x="35401" y="7594600"/>
                  </a:lnTo>
                  <a:cubicBezTo>
                    <a:pt x="15849" y="7594600"/>
                    <a:pt x="0" y="7578751"/>
                    <a:pt x="0" y="7559199"/>
                  </a:cubicBezTo>
                  <a:lnTo>
                    <a:pt x="0" y="35401"/>
                  </a:lnTo>
                  <a:cubicBezTo>
                    <a:pt x="0" y="15849"/>
                    <a:pt x="15849" y="0"/>
                    <a:pt x="35401" y="0"/>
                  </a:cubicBezTo>
                  <a:close/>
                </a:path>
              </a:pathLst>
            </a:custGeom>
            <a:solidFill>
              <a:srgbClr val="1E2233"/>
            </a:solidFill>
          </p:spPr>
        </p:sp>
        <p:sp>
          <p:nvSpPr>
            <p:cNvPr name="TextBox 34" id="34"/>
            <p:cNvSpPr txBox="true"/>
            <p:nvPr/>
          </p:nvSpPr>
          <p:spPr>
            <a:xfrm>
              <a:off x="0" y="-38100"/>
              <a:ext cx="10934700" cy="7632700"/>
            </a:xfrm>
            <a:prstGeom prst="rect">
              <a:avLst/>
            </a:prstGeom>
          </p:spPr>
          <p:txBody>
            <a:bodyPr anchor="ctr" rtlCol="false" tIns="50800" lIns="50800" bIns="50800" rIns="50800"/>
            <a:lstStyle/>
            <a:p>
              <a:pPr algn="l">
                <a:lnSpc>
                  <a:spcPts val="1679"/>
                </a:lnSpc>
              </a:pPr>
            </a:p>
          </p:txBody>
        </p:sp>
      </p:grpSp>
      <p:grpSp>
        <p:nvGrpSpPr>
          <p:cNvPr name="Group 35" id="35"/>
          <p:cNvGrpSpPr/>
          <p:nvPr/>
        </p:nvGrpSpPr>
        <p:grpSpPr>
          <a:xfrm rot="0">
            <a:off x="1714500" y="2895600"/>
            <a:ext cx="8201025" cy="609600"/>
            <a:chOff x="0" y="0"/>
            <a:chExt cx="10934700" cy="812800"/>
          </a:xfrm>
        </p:grpSpPr>
        <p:sp>
          <p:nvSpPr>
            <p:cNvPr name="Freeform 36" id="36"/>
            <p:cNvSpPr/>
            <p:nvPr/>
          </p:nvSpPr>
          <p:spPr>
            <a:xfrm flipH="false" flipV="false" rot="0">
              <a:off x="0" y="0"/>
              <a:ext cx="10934700" cy="812800"/>
            </a:xfrm>
            <a:custGeom>
              <a:avLst/>
              <a:gdLst/>
              <a:ahLst/>
              <a:cxnLst/>
              <a:rect r="r" b="b" t="t" l="l"/>
              <a:pathLst>
                <a:path h="812800" w="10934700">
                  <a:moveTo>
                    <a:pt x="35401" y="0"/>
                  </a:moveTo>
                  <a:lnTo>
                    <a:pt x="10899299" y="0"/>
                  </a:lnTo>
                  <a:cubicBezTo>
                    <a:pt x="10918851" y="0"/>
                    <a:pt x="10934700" y="15849"/>
                    <a:pt x="10934700" y="35401"/>
                  </a:cubicBezTo>
                  <a:lnTo>
                    <a:pt x="10934700" y="777399"/>
                  </a:lnTo>
                  <a:cubicBezTo>
                    <a:pt x="10934700" y="796951"/>
                    <a:pt x="10918851" y="812800"/>
                    <a:pt x="10899299" y="812800"/>
                  </a:cubicBezTo>
                  <a:lnTo>
                    <a:pt x="35401" y="812800"/>
                  </a:lnTo>
                  <a:cubicBezTo>
                    <a:pt x="15849" y="812800"/>
                    <a:pt x="0" y="796951"/>
                    <a:pt x="0" y="777399"/>
                  </a:cubicBezTo>
                  <a:lnTo>
                    <a:pt x="0" y="35401"/>
                  </a:lnTo>
                  <a:cubicBezTo>
                    <a:pt x="0" y="15849"/>
                    <a:pt x="15849" y="0"/>
                    <a:pt x="35401" y="0"/>
                  </a:cubicBezTo>
                  <a:close/>
                </a:path>
              </a:pathLst>
            </a:custGeom>
            <a:solidFill>
              <a:srgbClr val="2D3350"/>
            </a:solidFill>
          </p:spPr>
        </p:sp>
        <p:sp>
          <p:nvSpPr>
            <p:cNvPr name="TextBox 37" id="37"/>
            <p:cNvSpPr txBox="true"/>
            <p:nvPr/>
          </p:nvSpPr>
          <p:spPr>
            <a:xfrm>
              <a:off x="0" y="-38100"/>
              <a:ext cx="10934700" cy="850900"/>
            </a:xfrm>
            <a:prstGeom prst="rect">
              <a:avLst/>
            </a:prstGeom>
          </p:spPr>
          <p:txBody>
            <a:bodyPr anchor="ctr" rtlCol="false" tIns="50800" lIns="50800" bIns="50800" rIns="50800"/>
            <a:lstStyle/>
            <a:p>
              <a:pPr algn="l">
                <a:lnSpc>
                  <a:spcPts val="1679"/>
                </a:lnSpc>
              </a:pPr>
            </a:p>
          </p:txBody>
        </p:sp>
      </p:grpSp>
      <p:sp>
        <p:nvSpPr>
          <p:cNvPr name="TextBox 38" id="38"/>
          <p:cNvSpPr txBox="true"/>
          <p:nvPr/>
        </p:nvSpPr>
        <p:spPr>
          <a:xfrm rot="0">
            <a:off x="2047875" y="2971800"/>
            <a:ext cx="7429500" cy="350520"/>
          </a:xfrm>
          <a:prstGeom prst="rect">
            <a:avLst/>
          </a:prstGeom>
        </p:spPr>
        <p:txBody>
          <a:bodyPr anchor="t" rtlCol="false" tIns="0" lIns="0" bIns="0" rIns="0">
            <a:spAutoFit/>
          </a:bodyPr>
          <a:lstStyle/>
          <a:p>
            <a:pPr algn="l" marL="0" indent="0" lvl="0">
              <a:lnSpc>
                <a:spcPts val="2729"/>
              </a:lnSpc>
              <a:spcBef>
                <a:spcPct val="0"/>
              </a:spcBef>
            </a:pPr>
            <a:r>
              <a:rPr lang="en-US" b="true" sz="1950" strike="noStrike" u="none">
                <a:solidFill>
                  <a:srgbClr val="A9B8FF"/>
                </a:solidFill>
                <a:latin typeface="Arimo Bold"/>
                <a:ea typeface="Arimo Bold"/>
                <a:cs typeface="Arimo Bold"/>
                <a:sym typeface="Arimo Bold"/>
              </a:rPr>
              <a:t>💬 ✅ 프롬프트를 2.0 채팅창에 입력</a:t>
            </a:r>
          </a:p>
        </p:txBody>
      </p:sp>
      <p:sp>
        <p:nvSpPr>
          <p:cNvPr name="TextBox 39" id="39"/>
          <p:cNvSpPr txBox="true"/>
          <p:nvPr/>
        </p:nvSpPr>
        <p:spPr>
          <a:xfrm rot="0">
            <a:off x="2143125" y="3752850"/>
            <a:ext cx="7524750" cy="3436620"/>
          </a:xfrm>
          <a:prstGeom prst="rect">
            <a:avLst/>
          </a:prstGeom>
        </p:spPr>
        <p:txBody>
          <a:bodyPr anchor="t" rtlCol="false" tIns="0" lIns="0" bIns="0" rIns="0">
            <a:spAutoFit/>
          </a:bodyPr>
          <a:lstStyle/>
          <a:p>
            <a:pPr algn="l" marL="0" indent="0" lvl="0">
              <a:lnSpc>
                <a:spcPts val="2729"/>
              </a:lnSpc>
              <a:spcBef>
                <a:spcPct val="0"/>
              </a:spcBef>
            </a:pPr>
            <a:r>
              <a:rPr lang="en-US" sz="1950" strike="noStrike" u="none">
                <a:solidFill>
                  <a:srgbClr val="EEF1FF"/>
                </a:solidFill>
                <a:latin typeface="Arimo"/>
                <a:ea typeface="Arimo"/>
                <a:cs typeface="Arimo"/>
                <a:sym typeface="Arimo"/>
              </a:rPr>
              <a:t>❌ 자기소개 페이지 예쁘게 바꿔줘</a:t>
            </a:r>
          </a:p>
          <a:p>
            <a:pPr algn="l" marL="0" indent="0" lvl="0">
              <a:lnSpc>
                <a:spcPts val="2729"/>
              </a:lnSpc>
              <a:spcBef>
                <a:spcPct val="0"/>
              </a:spcBef>
            </a:pPr>
          </a:p>
          <a:p>
            <a:pPr algn="l" marL="0" indent="0" lvl="0">
              <a:lnSpc>
                <a:spcPts val="2729"/>
              </a:lnSpc>
              <a:spcBef>
                <a:spcPct val="0"/>
              </a:spcBef>
            </a:pPr>
            <a:r>
              <a:rPr lang="en-US" sz="1950" strike="noStrike" u="none">
                <a:solidFill>
                  <a:srgbClr val="EEF1FF"/>
                </a:solidFill>
                <a:latin typeface="Arimo"/>
                <a:ea typeface="Arimo"/>
                <a:cs typeface="Arimo"/>
                <a:sym typeface="Arimo"/>
              </a:rPr>
              <a:t>✅ 너는 웹 디자이너야.</a:t>
            </a:r>
          </a:p>
          <a:p>
            <a:pPr algn="l" marL="0" indent="0" lvl="0">
              <a:lnSpc>
                <a:spcPts val="2729"/>
              </a:lnSpc>
              <a:spcBef>
                <a:spcPct val="0"/>
              </a:spcBef>
            </a:pPr>
            <a:r>
              <a:rPr lang="en-US" sz="1950" strike="noStrike" u="none">
                <a:solidFill>
                  <a:srgbClr val="EEF1FF"/>
                </a:solidFill>
                <a:latin typeface="Arimo"/>
                <a:ea typeface="Arimo"/>
                <a:cs typeface="Arimo"/>
                <a:sym typeface="Arimo"/>
              </a:rPr>
              <a:t>index.html의 자기소개 문단만 수정해줘.</a:t>
            </a:r>
          </a:p>
          <a:p>
            <a:pPr algn="l" marL="0" indent="0" lvl="0">
              <a:lnSpc>
                <a:spcPts val="2729"/>
              </a:lnSpc>
              <a:spcBef>
                <a:spcPct val="0"/>
              </a:spcBef>
            </a:pPr>
            <a:r>
              <a:rPr lang="en-US" sz="1950" strike="noStrike" u="none">
                <a:solidFill>
                  <a:srgbClr val="EEF1FF"/>
                </a:solidFill>
                <a:latin typeface="Arimo"/>
                <a:ea typeface="Arimo"/>
                <a:cs typeface="Arimo"/>
                <a:sym typeface="Arimo"/>
              </a:rPr>
              <a:t>- 관심사 3가지를 목록으로 정리</a:t>
            </a:r>
          </a:p>
          <a:p>
            <a:pPr algn="l" marL="0" indent="0" lvl="0">
              <a:lnSpc>
                <a:spcPts val="2729"/>
              </a:lnSpc>
              <a:spcBef>
                <a:spcPct val="0"/>
              </a:spcBef>
            </a:pPr>
            <a:r>
              <a:rPr lang="en-US" sz="1950" strike="noStrike" u="none">
                <a:solidFill>
                  <a:srgbClr val="EEF1FF"/>
                </a:solidFill>
                <a:latin typeface="Arimo"/>
                <a:ea typeface="Arimo"/>
                <a:cs typeface="Arimo"/>
                <a:sym typeface="Arimo"/>
              </a:rPr>
              <a:t>- 말투는 친근하게, 3문장 이내</a:t>
            </a:r>
          </a:p>
          <a:p>
            <a:pPr algn="l" marL="0" indent="0" lvl="0">
              <a:lnSpc>
                <a:spcPts val="2729"/>
              </a:lnSpc>
              <a:spcBef>
                <a:spcPct val="0"/>
              </a:spcBef>
            </a:pPr>
            <a:r>
              <a:rPr lang="en-US" sz="1950" strike="noStrike" u="none">
                <a:solidFill>
                  <a:srgbClr val="EEF1FF"/>
                </a:solidFill>
                <a:latin typeface="Arimo"/>
                <a:ea typeface="Arimo"/>
                <a:cs typeface="Arimo"/>
                <a:sym typeface="Arimo"/>
              </a:rPr>
              <a:t>- 다른 부분은 건드리지 말 것</a:t>
            </a:r>
          </a:p>
          <a:p>
            <a:pPr algn="l" marL="0" indent="0" lvl="0">
              <a:lnSpc>
                <a:spcPts val="2729"/>
              </a:lnSpc>
              <a:spcBef>
                <a:spcPct val="0"/>
              </a:spcBef>
            </a:pPr>
          </a:p>
          <a:p>
            <a:pPr algn="l" marL="0" indent="0" lvl="0">
              <a:lnSpc>
                <a:spcPts val="2729"/>
              </a:lnSpc>
              <a:spcBef>
                <a:spcPct val="0"/>
              </a:spcBef>
            </a:pPr>
            <a:r>
              <a:rPr lang="en-US" sz="1950" strike="noStrike" u="none">
                <a:solidFill>
                  <a:srgbClr val="EEF1FF"/>
                </a:solidFill>
                <a:latin typeface="Arimo"/>
                <a:ea typeface="Arimo"/>
                <a:cs typeface="Arimo"/>
                <a:sym typeface="Arimo"/>
              </a:rPr>
              <a:t>변경한 부분만 수정하고,</a:t>
            </a:r>
          </a:p>
          <a:p>
            <a:pPr algn="l" marL="0" indent="0" lvl="0">
              <a:lnSpc>
                <a:spcPts val="2729"/>
              </a:lnSpc>
              <a:spcBef>
                <a:spcPct val="0"/>
              </a:spcBef>
            </a:pPr>
            <a:r>
              <a:rPr lang="en-US" sz="1950" strike="noStrike" u="none">
                <a:solidFill>
                  <a:srgbClr val="EEF1FF"/>
                </a:solidFill>
                <a:latin typeface="Arimo"/>
                <a:ea typeface="Arimo"/>
                <a:cs typeface="Arimo"/>
                <a:sym typeface="Arimo"/>
              </a:rPr>
              <a:t>설명은 3줄 이내로.</a:t>
            </a:r>
          </a:p>
        </p:txBody>
      </p:sp>
      <p:sp>
        <p:nvSpPr>
          <p:cNvPr name="TextBox 40" id="40"/>
          <p:cNvSpPr txBox="true"/>
          <p:nvPr/>
        </p:nvSpPr>
        <p:spPr>
          <a:xfrm rot="0">
            <a:off x="8382000" y="8899525"/>
            <a:ext cx="1524000" cy="358775"/>
          </a:xfrm>
          <a:prstGeom prst="rect">
            <a:avLst/>
          </a:prstGeom>
        </p:spPr>
        <p:txBody>
          <a:bodyPr anchor="t" rtlCol="false" tIns="0" lIns="0" bIns="0" rIns="0">
            <a:spAutoFit/>
          </a:bodyPr>
          <a:lstStyle/>
          <a:p>
            <a:pPr algn="ctr" marL="0" indent="0" lvl="0">
              <a:lnSpc>
                <a:spcPts val="2800"/>
              </a:lnSpc>
              <a:spcBef>
                <a:spcPct val="0"/>
              </a:spcBef>
            </a:pPr>
            <a:r>
              <a:rPr lang="en-US" b="true" sz="2000" strike="noStrike" u="none">
                <a:solidFill>
                  <a:srgbClr val="4165C1"/>
                </a:solidFill>
                <a:latin typeface="프리젠테이션 Bold"/>
                <a:ea typeface="프리젠테이션 Bold"/>
                <a:cs typeface="프리젠테이션 Bold"/>
                <a:sym typeface="프리젠테이션 Bold"/>
              </a:rPr>
              <a:t>- 16 -</a:t>
            </a:r>
          </a:p>
        </p:txBody>
      </p:sp>
    </p:spTree>
  </p:cSld>
  <p:clrMapOvr>
    <a:masterClrMapping/>
  </p:clrMapOvr>
</p:sld>
</file>

<file path=ppt/slides/slide17.xml><?xml version="1.0" encoding="utf-8"?>
<p:sld xmlns:p="http://schemas.openxmlformats.org/presentationml/2006/main" xmlns:a="http://schemas.openxmlformats.org/drawingml/2006/main" xmlns:r="http://schemas.openxmlformats.org/officeDocument/2006/relationships">
  <p:cSld>
    <p:bg>
      <p:bgPr>
        <a:solidFill>
          <a:srgbClr val="5170FF"/>
        </a:solidFill>
      </p:bgPr>
    </p:bg>
    <p:spTree>
      <p:nvGrpSpPr>
        <p:cNvPr id="1" name=""/>
        <p:cNvGrpSpPr/>
        <p:nvPr/>
      </p:nvGrpSpPr>
      <p:grpSpPr>
        <a:xfrm>
          <a:off x="0" y="0"/>
          <a:ext cx="0" cy="0"/>
          <a:chOff x="0" y="0"/>
          <a:chExt cx="0" cy="0"/>
        </a:xfrm>
      </p:grpSpPr>
      <p:grpSp>
        <p:nvGrpSpPr>
          <p:cNvPr name="Group 2" id="2"/>
          <p:cNvGrpSpPr/>
          <p:nvPr/>
        </p:nvGrpSpPr>
        <p:grpSpPr>
          <a:xfrm rot="0">
            <a:off x="534854" y="457200"/>
            <a:ext cx="17218292" cy="9294946"/>
            <a:chOff x="0" y="0"/>
            <a:chExt cx="22957723" cy="12393261"/>
          </a:xfrm>
        </p:grpSpPr>
        <p:grpSp>
          <p:nvGrpSpPr>
            <p:cNvPr name="Group 3" id="3"/>
            <p:cNvGrpSpPr/>
            <p:nvPr/>
          </p:nvGrpSpPr>
          <p:grpSpPr>
            <a:xfrm rot="0">
              <a:off x="0" y="1727243"/>
              <a:ext cx="22957723" cy="10666019"/>
              <a:chOff x="0" y="0"/>
              <a:chExt cx="4777465" cy="2219581"/>
            </a:xfrm>
          </p:grpSpPr>
          <p:sp>
            <p:nvSpPr>
              <p:cNvPr name="Freeform 4" id="4"/>
              <p:cNvSpPr/>
              <p:nvPr/>
            </p:nvSpPr>
            <p:spPr>
              <a:xfrm flipH="false" flipV="false" rot="0">
                <a:off x="0" y="0"/>
                <a:ext cx="4777465" cy="2219581"/>
              </a:xfrm>
              <a:custGeom>
                <a:avLst/>
                <a:gdLst/>
                <a:ahLst/>
                <a:cxnLst/>
                <a:rect r="r" b="b" t="t" l="l"/>
                <a:pathLst>
                  <a:path h="2219581" w="4777465">
                    <a:moveTo>
                      <a:pt x="22931" y="0"/>
                    </a:moveTo>
                    <a:lnTo>
                      <a:pt x="4754534" y="0"/>
                    </a:lnTo>
                    <a:cubicBezTo>
                      <a:pt x="4767199" y="0"/>
                      <a:pt x="4777465" y="10267"/>
                      <a:pt x="4777465" y="22931"/>
                    </a:cubicBezTo>
                    <a:lnTo>
                      <a:pt x="4777465" y="2196650"/>
                    </a:lnTo>
                    <a:cubicBezTo>
                      <a:pt x="4777465" y="2202732"/>
                      <a:pt x="4775049" y="2208564"/>
                      <a:pt x="4770749" y="2212865"/>
                    </a:cubicBezTo>
                    <a:cubicBezTo>
                      <a:pt x="4766449" y="2217165"/>
                      <a:pt x="4760616" y="2219581"/>
                      <a:pt x="4754534" y="2219581"/>
                    </a:cubicBezTo>
                    <a:lnTo>
                      <a:pt x="22931" y="2219581"/>
                    </a:lnTo>
                    <a:cubicBezTo>
                      <a:pt x="10267" y="2219581"/>
                      <a:pt x="0" y="2209315"/>
                      <a:pt x="0" y="2196650"/>
                    </a:cubicBezTo>
                    <a:lnTo>
                      <a:pt x="0" y="22931"/>
                    </a:lnTo>
                    <a:cubicBezTo>
                      <a:pt x="0" y="10267"/>
                      <a:pt x="10267" y="0"/>
                      <a:pt x="22931" y="0"/>
                    </a:cubicBezTo>
                    <a:close/>
                  </a:path>
                </a:pathLst>
              </a:custGeom>
              <a:solidFill>
                <a:srgbClr val="FFFFFF"/>
              </a:solidFill>
              <a:ln cap="rnd">
                <a:noFill/>
                <a:prstDash val="solid"/>
                <a:round/>
              </a:ln>
            </p:spPr>
          </p:sp>
          <p:sp>
            <p:nvSpPr>
              <p:cNvPr name="TextBox 5" id="5"/>
              <p:cNvSpPr txBox="true"/>
              <p:nvPr/>
            </p:nvSpPr>
            <p:spPr>
              <a:xfrm>
                <a:off x="0" y="-38100"/>
                <a:ext cx="4777465" cy="2257681"/>
              </a:xfrm>
              <a:prstGeom prst="rect">
                <a:avLst/>
              </a:prstGeom>
            </p:spPr>
            <p:txBody>
              <a:bodyPr anchor="ctr" rtlCol="false" tIns="48220" lIns="48220" bIns="48220" rIns="48220"/>
              <a:lstStyle/>
              <a:p>
                <a:pPr algn="ctr" marL="0" indent="0" lvl="0">
                  <a:lnSpc>
                    <a:spcPts val="1853"/>
                  </a:lnSpc>
                  <a:spcBef>
                    <a:spcPct val="0"/>
                  </a:spcBef>
                </a:pPr>
              </a:p>
              <a:p>
                <a:pPr algn="ctr" marL="0" indent="0" lvl="0">
                  <a:lnSpc>
                    <a:spcPts val="1853"/>
                  </a:lnSpc>
                  <a:spcBef>
                    <a:spcPct val="0"/>
                  </a:spcBef>
                </a:pPr>
              </a:p>
              <a:p>
                <a:pPr algn="ctr" marL="0" indent="0" lvl="0">
                  <a:lnSpc>
                    <a:spcPts val="1853"/>
                  </a:lnSpc>
                  <a:spcBef>
                    <a:spcPct val="0"/>
                  </a:spcBef>
                </a:pPr>
              </a:p>
            </p:txBody>
          </p:sp>
        </p:grpSp>
        <p:grpSp>
          <p:nvGrpSpPr>
            <p:cNvPr name="Group 6" id="6"/>
            <p:cNvGrpSpPr/>
            <p:nvPr/>
          </p:nvGrpSpPr>
          <p:grpSpPr>
            <a:xfrm rot="0">
              <a:off x="18499830" y="891712"/>
              <a:ext cx="4457893" cy="3397582"/>
              <a:chOff x="0" y="0"/>
              <a:chExt cx="927680" cy="707031"/>
            </a:xfrm>
          </p:grpSpPr>
          <p:sp>
            <p:nvSpPr>
              <p:cNvPr name="Freeform 7" id="7"/>
              <p:cNvSpPr/>
              <p:nvPr/>
            </p:nvSpPr>
            <p:spPr>
              <a:xfrm flipH="false" flipV="false" rot="0">
                <a:off x="0" y="0"/>
                <a:ext cx="927680" cy="707031"/>
              </a:xfrm>
              <a:custGeom>
                <a:avLst/>
                <a:gdLst/>
                <a:ahLst/>
                <a:cxnLst/>
                <a:rect r="r" b="b" t="t" l="l"/>
                <a:pathLst>
                  <a:path h="707031" w="927680">
                    <a:moveTo>
                      <a:pt x="118094" y="0"/>
                    </a:moveTo>
                    <a:lnTo>
                      <a:pt x="809586" y="0"/>
                    </a:lnTo>
                    <a:cubicBezTo>
                      <a:pt x="874808" y="0"/>
                      <a:pt x="927680" y="52872"/>
                      <a:pt x="927680" y="118094"/>
                    </a:cubicBezTo>
                    <a:lnTo>
                      <a:pt x="927680" y="588937"/>
                    </a:lnTo>
                    <a:cubicBezTo>
                      <a:pt x="927680" y="654159"/>
                      <a:pt x="874808" y="707031"/>
                      <a:pt x="809586" y="707031"/>
                    </a:cubicBezTo>
                    <a:lnTo>
                      <a:pt x="118094" y="707031"/>
                    </a:lnTo>
                    <a:cubicBezTo>
                      <a:pt x="52872" y="707031"/>
                      <a:pt x="0" y="654159"/>
                      <a:pt x="0" y="588937"/>
                    </a:cubicBezTo>
                    <a:lnTo>
                      <a:pt x="0" y="118094"/>
                    </a:lnTo>
                    <a:cubicBezTo>
                      <a:pt x="0" y="52872"/>
                      <a:pt x="52872" y="0"/>
                      <a:pt x="118094" y="0"/>
                    </a:cubicBezTo>
                    <a:close/>
                  </a:path>
                </a:pathLst>
              </a:custGeom>
              <a:solidFill>
                <a:srgbClr val="FFFFFF"/>
              </a:solidFill>
              <a:ln cap="rnd">
                <a:noFill/>
                <a:prstDash val="solid"/>
                <a:round/>
              </a:ln>
            </p:spPr>
          </p:sp>
          <p:sp>
            <p:nvSpPr>
              <p:cNvPr name="TextBox 8" id="8"/>
              <p:cNvSpPr txBox="true"/>
              <p:nvPr/>
            </p:nvSpPr>
            <p:spPr>
              <a:xfrm>
                <a:off x="0" y="-38100"/>
                <a:ext cx="927680" cy="745131"/>
              </a:xfrm>
              <a:prstGeom prst="rect">
                <a:avLst/>
              </a:prstGeom>
            </p:spPr>
            <p:txBody>
              <a:bodyPr anchor="ctr" rtlCol="false" tIns="48220" lIns="48220" bIns="48220" rIns="48220"/>
              <a:lstStyle/>
              <a:p>
                <a:pPr algn="ctr" marL="0" indent="0" lvl="0">
                  <a:lnSpc>
                    <a:spcPts val="1853"/>
                  </a:lnSpc>
                  <a:spcBef>
                    <a:spcPct val="0"/>
                  </a:spcBef>
                </a:pPr>
              </a:p>
              <a:p>
                <a:pPr algn="ctr" marL="0" indent="0" lvl="0">
                  <a:lnSpc>
                    <a:spcPts val="1853"/>
                  </a:lnSpc>
                  <a:spcBef>
                    <a:spcPct val="0"/>
                  </a:spcBef>
                </a:pPr>
              </a:p>
              <a:p>
                <a:pPr algn="ctr" marL="0" indent="0" lvl="0">
                  <a:lnSpc>
                    <a:spcPts val="1853"/>
                  </a:lnSpc>
                  <a:spcBef>
                    <a:spcPct val="0"/>
                  </a:spcBef>
                </a:pPr>
              </a:p>
            </p:txBody>
          </p:sp>
        </p:grpSp>
        <p:grpSp>
          <p:nvGrpSpPr>
            <p:cNvPr name="Group 9" id="9"/>
            <p:cNvGrpSpPr/>
            <p:nvPr/>
          </p:nvGrpSpPr>
          <p:grpSpPr>
            <a:xfrm rot="0">
              <a:off x="18064463" y="1334482"/>
              <a:ext cx="2392010" cy="1865053"/>
              <a:chOff x="0" y="0"/>
              <a:chExt cx="497773" cy="388115"/>
            </a:xfrm>
          </p:grpSpPr>
          <p:sp>
            <p:nvSpPr>
              <p:cNvPr name="Freeform 10" id="10"/>
              <p:cNvSpPr/>
              <p:nvPr/>
            </p:nvSpPr>
            <p:spPr>
              <a:xfrm flipH="false" flipV="false" rot="0">
                <a:off x="0" y="0"/>
                <a:ext cx="497773" cy="388115"/>
              </a:xfrm>
              <a:custGeom>
                <a:avLst/>
                <a:gdLst/>
                <a:ahLst/>
                <a:cxnLst/>
                <a:rect r="r" b="b" t="t" l="l"/>
                <a:pathLst>
                  <a:path h="388115" w="497773">
                    <a:moveTo>
                      <a:pt x="0" y="0"/>
                    </a:moveTo>
                    <a:lnTo>
                      <a:pt x="497773" y="0"/>
                    </a:lnTo>
                    <a:lnTo>
                      <a:pt x="497773" y="388115"/>
                    </a:lnTo>
                    <a:lnTo>
                      <a:pt x="0" y="388115"/>
                    </a:lnTo>
                    <a:close/>
                  </a:path>
                </a:pathLst>
              </a:custGeom>
              <a:solidFill>
                <a:srgbClr val="FFFFFF"/>
              </a:solidFill>
              <a:ln cap="sq">
                <a:noFill/>
                <a:prstDash val="solid"/>
                <a:miter/>
              </a:ln>
            </p:spPr>
          </p:sp>
          <p:sp>
            <p:nvSpPr>
              <p:cNvPr name="TextBox 11" id="11"/>
              <p:cNvSpPr txBox="true"/>
              <p:nvPr/>
            </p:nvSpPr>
            <p:spPr>
              <a:xfrm>
                <a:off x="0" y="-38100"/>
                <a:ext cx="497773" cy="426215"/>
              </a:xfrm>
              <a:prstGeom prst="rect">
                <a:avLst/>
              </a:prstGeom>
            </p:spPr>
            <p:txBody>
              <a:bodyPr anchor="ctr" rtlCol="false" tIns="48220" lIns="48220" bIns="48220" rIns="48220"/>
              <a:lstStyle/>
              <a:p>
                <a:pPr algn="ctr" marL="0" indent="0" lvl="0">
                  <a:lnSpc>
                    <a:spcPts val="1853"/>
                  </a:lnSpc>
                  <a:spcBef>
                    <a:spcPct val="0"/>
                  </a:spcBef>
                </a:pPr>
              </a:p>
              <a:p>
                <a:pPr algn="ctr" marL="0" indent="0" lvl="0">
                  <a:lnSpc>
                    <a:spcPts val="1853"/>
                  </a:lnSpc>
                  <a:spcBef>
                    <a:spcPct val="0"/>
                  </a:spcBef>
                </a:pPr>
              </a:p>
              <a:p>
                <a:pPr algn="ctr" marL="0" indent="0" lvl="0">
                  <a:lnSpc>
                    <a:spcPts val="1853"/>
                  </a:lnSpc>
                  <a:spcBef>
                    <a:spcPct val="0"/>
                  </a:spcBef>
                </a:pPr>
              </a:p>
            </p:txBody>
          </p:sp>
        </p:grpSp>
        <p:grpSp>
          <p:nvGrpSpPr>
            <p:cNvPr name="Group 12" id="12"/>
            <p:cNvGrpSpPr/>
            <p:nvPr/>
          </p:nvGrpSpPr>
          <p:grpSpPr>
            <a:xfrm rot="0">
              <a:off x="16059231" y="0"/>
              <a:ext cx="2504831" cy="1727243"/>
              <a:chOff x="0" y="0"/>
              <a:chExt cx="521251" cy="359436"/>
            </a:xfrm>
          </p:grpSpPr>
          <p:sp>
            <p:nvSpPr>
              <p:cNvPr name="Freeform 13" id="13"/>
              <p:cNvSpPr/>
              <p:nvPr/>
            </p:nvSpPr>
            <p:spPr>
              <a:xfrm flipH="false" flipV="false" rot="0">
                <a:off x="0" y="0"/>
                <a:ext cx="521251" cy="359436"/>
              </a:xfrm>
              <a:custGeom>
                <a:avLst/>
                <a:gdLst/>
                <a:ahLst/>
                <a:cxnLst/>
                <a:rect r="r" b="b" t="t" l="l"/>
                <a:pathLst>
                  <a:path h="359436" w="521251">
                    <a:moveTo>
                      <a:pt x="179718" y="0"/>
                    </a:moveTo>
                    <a:lnTo>
                      <a:pt x="341533" y="0"/>
                    </a:lnTo>
                    <a:cubicBezTo>
                      <a:pt x="440789" y="0"/>
                      <a:pt x="521251" y="80463"/>
                      <a:pt x="521251" y="179718"/>
                    </a:cubicBezTo>
                    <a:lnTo>
                      <a:pt x="521251" y="179718"/>
                    </a:lnTo>
                    <a:cubicBezTo>
                      <a:pt x="521251" y="227382"/>
                      <a:pt x="502317" y="273094"/>
                      <a:pt x="468613" y="306798"/>
                    </a:cubicBezTo>
                    <a:cubicBezTo>
                      <a:pt x="434909" y="340502"/>
                      <a:pt x="389197" y="359436"/>
                      <a:pt x="341533" y="359436"/>
                    </a:cubicBezTo>
                    <a:lnTo>
                      <a:pt x="179718" y="359436"/>
                    </a:lnTo>
                    <a:cubicBezTo>
                      <a:pt x="132054" y="359436"/>
                      <a:pt x="86342" y="340502"/>
                      <a:pt x="52638" y="306798"/>
                    </a:cubicBezTo>
                    <a:cubicBezTo>
                      <a:pt x="18935" y="273094"/>
                      <a:pt x="0" y="227382"/>
                      <a:pt x="0" y="179718"/>
                    </a:cubicBezTo>
                    <a:lnTo>
                      <a:pt x="0" y="179718"/>
                    </a:lnTo>
                    <a:cubicBezTo>
                      <a:pt x="0" y="132054"/>
                      <a:pt x="18935" y="86342"/>
                      <a:pt x="52638" y="52638"/>
                    </a:cubicBezTo>
                    <a:cubicBezTo>
                      <a:pt x="86342" y="18935"/>
                      <a:pt x="132054" y="0"/>
                      <a:pt x="179718" y="0"/>
                    </a:cubicBezTo>
                    <a:close/>
                  </a:path>
                </a:pathLst>
              </a:custGeom>
              <a:solidFill>
                <a:srgbClr val="5170FF"/>
              </a:solidFill>
              <a:ln cap="rnd">
                <a:noFill/>
                <a:prstDash val="solid"/>
                <a:round/>
              </a:ln>
            </p:spPr>
          </p:sp>
          <p:sp>
            <p:nvSpPr>
              <p:cNvPr name="TextBox 14" id="14"/>
              <p:cNvSpPr txBox="true"/>
              <p:nvPr/>
            </p:nvSpPr>
            <p:spPr>
              <a:xfrm>
                <a:off x="0" y="-38100"/>
                <a:ext cx="521251" cy="397536"/>
              </a:xfrm>
              <a:prstGeom prst="rect">
                <a:avLst/>
              </a:prstGeom>
            </p:spPr>
            <p:txBody>
              <a:bodyPr anchor="ctr" rtlCol="false" tIns="48220" lIns="48220" bIns="48220" rIns="48220"/>
              <a:lstStyle/>
              <a:p>
                <a:pPr algn="ctr" marL="0" indent="0" lvl="0">
                  <a:lnSpc>
                    <a:spcPts val="1853"/>
                  </a:lnSpc>
                  <a:spcBef>
                    <a:spcPct val="0"/>
                  </a:spcBef>
                </a:pPr>
              </a:p>
              <a:p>
                <a:pPr algn="ctr" marL="0" indent="0" lvl="0">
                  <a:lnSpc>
                    <a:spcPts val="1853"/>
                  </a:lnSpc>
                  <a:spcBef>
                    <a:spcPct val="0"/>
                  </a:spcBef>
                </a:pPr>
              </a:p>
              <a:p>
                <a:pPr algn="ctr" marL="0" indent="0" lvl="0">
                  <a:lnSpc>
                    <a:spcPts val="1853"/>
                  </a:lnSpc>
                  <a:spcBef>
                    <a:spcPct val="0"/>
                  </a:spcBef>
                </a:pPr>
              </a:p>
            </p:txBody>
          </p:sp>
        </p:grpSp>
      </p:grpSp>
      <p:sp>
        <p:nvSpPr>
          <p:cNvPr name="TextBox 15" id="15"/>
          <p:cNvSpPr txBox="true"/>
          <p:nvPr/>
        </p:nvSpPr>
        <p:spPr>
          <a:xfrm rot="0">
            <a:off x="1355167" y="696396"/>
            <a:ext cx="12295240" cy="685800"/>
          </a:xfrm>
          <a:prstGeom prst="rect">
            <a:avLst/>
          </a:prstGeom>
        </p:spPr>
        <p:txBody>
          <a:bodyPr anchor="t" rtlCol="false" tIns="0" lIns="0" bIns="0" rIns="0">
            <a:spAutoFit/>
          </a:bodyPr>
          <a:lstStyle/>
          <a:p>
            <a:pPr algn="l" marL="0" indent="0" lvl="0">
              <a:lnSpc>
                <a:spcPts val="5100"/>
              </a:lnSpc>
              <a:spcBef>
                <a:spcPct val="0"/>
              </a:spcBef>
            </a:pPr>
            <a:r>
              <a:rPr lang="en-US" b="true" sz="5000" spc="-100" strike="noStrike" u="none">
                <a:solidFill>
                  <a:srgbClr val="FFFFFF"/>
                </a:solidFill>
                <a:latin typeface="프리젠테이션 Bold"/>
                <a:ea typeface="프리젠테이션 Bold"/>
                <a:cs typeface="프리젠테이션 Bold"/>
                <a:sym typeface="프리젠테이션 Bold"/>
              </a:rPr>
              <a:t>토큰 아끼는 법</a:t>
            </a:r>
          </a:p>
        </p:txBody>
      </p:sp>
      <p:sp>
        <p:nvSpPr>
          <p:cNvPr name="Freeform 16" id="16"/>
          <p:cNvSpPr/>
          <p:nvPr/>
        </p:nvSpPr>
        <p:spPr>
          <a:xfrm flipH="false" flipV="false" rot="0">
            <a:off x="820604" y="843344"/>
            <a:ext cx="334731" cy="334731"/>
          </a:xfrm>
          <a:custGeom>
            <a:avLst/>
            <a:gdLst/>
            <a:ahLst/>
            <a:cxnLst/>
            <a:rect r="r" b="b" t="t" l="l"/>
            <a:pathLst>
              <a:path h="334731" w="334731">
                <a:moveTo>
                  <a:pt x="0" y="0"/>
                </a:moveTo>
                <a:lnTo>
                  <a:pt x="334731" y="0"/>
                </a:lnTo>
                <a:lnTo>
                  <a:pt x="334731" y="334731"/>
                </a:lnTo>
                <a:lnTo>
                  <a:pt x="0" y="334731"/>
                </a:lnTo>
                <a:lnTo>
                  <a:pt x="0" y="0"/>
                </a:lnTo>
                <a:close/>
              </a:path>
            </a:pathLst>
          </a:custGeom>
          <a:blipFill>
            <a:blip r:embed="rId3">
              <a:extLst>
                <a:ext uri="{96DAC541-7B7A-43D3-8B79-37D633B846F1}">
                  <asvg:svgBlip xmlns:asvg="http://schemas.microsoft.com/office/drawing/2016/SVG/main" r:embed="rId4"/>
                </a:ext>
              </a:extLst>
            </a:blip>
            <a:stretch>
              <a:fillRect l="0" t="0" r="0" b="0"/>
            </a:stretch>
          </a:blipFill>
        </p:spPr>
      </p:sp>
      <p:sp>
        <p:nvSpPr>
          <p:cNvPr name="AutoShape 17" id="17"/>
          <p:cNvSpPr/>
          <p:nvPr/>
        </p:nvSpPr>
        <p:spPr>
          <a:xfrm>
            <a:off x="6024486" y="2898323"/>
            <a:ext cx="0" cy="1053640"/>
          </a:xfrm>
          <a:prstGeom prst="line">
            <a:avLst/>
          </a:prstGeom>
          <a:ln cap="flat" w="9525">
            <a:solidFill>
              <a:srgbClr val="50535F"/>
            </a:solidFill>
            <a:prstDash val="solid"/>
            <a:headEnd type="none" len="sm" w="sm"/>
            <a:tailEnd type="none" len="sm" w="sm"/>
          </a:ln>
        </p:spPr>
      </p:sp>
      <p:sp>
        <p:nvSpPr>
          <p:cNvPr name="TextBox 18" id="18"/>
          <p:cNvSpPr txBox="true"/>
          <p:nvPr/>
        </p:nvSpPr>
        <p:spPr>
          <a:xfrm rot="0">
            <a:off x="3048547" y="3118668"/>
            <a:ext cx="2632522" cy="484378"/>
          </a:xfrm>
          <a:prstGeom prst="rect">
            <a:avLst/>
          </a:prstGeom>
        </p:spPr>
        <p:txBody>
          <a:bodyPr anchor="t" rtlCol="false" tIns="0" lIns="0" bIns="0" rIns="0">
            <a:spAutoFit/>
          </a:bodyPr>
          <a:lstStyle/>
          <a:p>
            <a:pPr algn="ctr" marL="0" indent="0" lvl="0">
              <a:lnSpc>
                <a:spcPts val="3776"/>
              </a:lnSpc>
              <a:spcBef>
                <a:spcPct val="0"/>
              </a:spcBef>
            </a:pPr>
            <a:r>
              <a:rPr lang="en-US" b="true" sz="3200" spc="-64" strike="noStrike" u="none">
                <a:solidFill>
                  <a:srgbClr val="333333"/>
                </a:solidFill>
                <a:latin typeface="프리젠테이션 Bold"/>
                <a:ea typeface="프리젠테이션 Bold"/>
                <a:cs typeface="프리젠테이션 Bold"/>
                <a:sym typeface="프리젠테이션 Bold"/>
              </a:rPr>
              <a:t>기억할 것</a:t>
            </a:r>
          </a:p>
        </p:txBody>
      </p:sp>
      <p:sp>
        <p:nvSpPr>
          <p:cNvPr name="Freeform 19" id="19"/>
          <p:cNvSpPr/>
          <p:nvPr/>
        </p:nvSpPr>
        <p:spPr>
          <a:xfrm flipH="false" flipV="false" rot="0">
            <a:off x="1983625" y="3078692"/>
            <a:ext cx="840475" cy="714403"/>
          </a:xfrm>
          <a:custGeom>
            <a:avLst/>
            <a:gdLst/>
            <a:ahLst/>
            <a:cxnLst/>
            <a:rect r="r" b="b" t="t" l="l"/>
            <a:pathLst>
              <a:path h="714403" w="840475">
                <a:moveTo>
                  <a:pt x="0" y="0"/>
                </a:moveTo>
                <a:lnTo>
                  <a:pt x="840474" y="0"/>
                </a:lnTo>
                <a:lnTo>
                  <a:pt x="840474" y="714404"/>
                </a:lnTo>
                <a:lnTo>
                  <a:pt x="0" y="714404"/>
                </a:lnTo>
                <a:lnTo>
                  <a:pt x="0" y="0"/>
                </a:lnTo>
                <a:close/>
              </a:path>
            </a:pathLst>
          </a:custGeom>
          <a:blipFill>
            <a:blip r:embed="rId5">
              <a:extLst>
                <a:ext uri="{96DAC541-7B7A-43D3-8B79-37D633B846F1}">
                  <asvg:svgBlip xmlns:asvg="http://schemas.microsoft.com/office/drawing/2016/SVG/main" r:embed="rId6"/>
                </a:ext>
              </a:extLst>
            </a:blip>
            <a:stretch>
              <a:fillRect l="0" t="0" r="0" b="0"/>
            </a:stretch>
          </a:blipFill>
        </p:spPr>
      </p:sp>
      <p:sp>
        <p:nvSpPr>
          <p:cNvPr name="TextBox 20" id="20"/>
          <p:cNvSpPr txBox="true"/>
          <p:nvPr/>
        </p:nvSpPr>
        <p:spPr>
          <a:xfrm rot="0">
            <a:off x="6506746" y="2933210"/>
            <a:ext cx="9816540" cy="908685"/>
          </a:xfrm>
          <a:prstGeom prst="rect">
            <a:avLst/>
          </a:prstGeom>
        </p:spPr>
        <p:txBody>
          <a:bodyPr anchor="t" rtlCol="false" tIns="0" lIns="0" bIns="0" rIns="0">
            <a:spAutoFit/>
          </a:bodyPr>
          <a:lstStyle/>
          <a:p>
            <a:pPr algn="l" marL="0" indent="0" lvl="0">
              <a:lnSpc>
                <a:spcPts val="3600"/>
              </a:lnSpc>
              <a:spcBef>
                <a:spcPct val="0"/>
              </a:spcBef>
            </a:pPr>
            <a:r>
              <a:rPr lang="en-US" b="true" sz="2400" spc="-48" strike="noStrike" u="none">
                <a:solidFill>
                  <a:srgbClr val="747EA3"/>
                </a:solidFill>
                <a:latin typeface="프리젠테이션 Bold"/>
                <a:ea typeface="프리젠테이션 Bold"/>
                <a:cs typeface="프리젠테이션 Bold"/>
                <a:sym typeface="프리젠테이션 Bold"/>
              </a:rPr>
              <a:t>대화가 길어지고, 붙여넣는 내용이 많을수록 토큰이 빨리 줄어요.</a:t>
            </a:r>
          </a:p>
          <a:p>
            <a:pPr algn="l" marL="0" indent="0" lvl="0">
              <a:lnSpc>
                <a:spcPts val="3600"/>
              </a:lnSpc>
              <a:spcBef>
                <a:spcPct val="0"/>
              </a:spcBef>
            </a:pPr>
            <a:r>
              <a:rPr lang="en-US" b="true" sz="2400" spc="-48" strike="noStrike" u="none">
                <a:solidFill>
                  <a:srgbClr val="747EA3"/>
                </a:solidFill>
                <a:latin typeface="프리젠테이션 Bold"/>
                <a:ea typeface="프리젠테이션 Bold"/>
                <a:cs typeface="프리젠테이션 Bold"/>
                <a:sym typeface="프리젠테이션 Bold"/>
              </a:rPr>
              <a:t>Plus 요금제도 한도가 있으니 아래 세 가지를 지켜 주세요!</a:t>
            </a:r>
          </a:p>
        </p:txBody>
      </p:sp>
      <p:grpSp>
        <p:nvGrpSpPr>
          <p:cNvPr name="Group 21" id="21"/>
          <p:cNvGrpSpPr/>
          <p:nvPr/>
        </p:nvGrpSpPr>
        <p:grpSpPr>
          <a:xfrm rot="0">
            <a:off x="1705928" y="4639191"/>
            <a:ext cx="4832311" cy="3960188"/>
            <a:chOff x="0" y="0"/>
            <a:chExt cx="1272707" cy="1043013"/>
          </a:xfrm>
        </p:grpSpPr>
        <p:sp>
          <p:nvSpPr>
            <p:cNvPr name="Freeform 22" id="22"/>
            <p:cNvSpPr/>
            <p:nvPr/>
          </p:nvSpPr>
          <p:spPr>
            <a:xfrm flipH="false" flipV="false" rot="0">
              <a:off x="0" y="0"/>
              <a:ext cx="1272707" cy="1043012"/>
            </a:xfrm>
            <a:custGeom>
              <a:avLst/>
              <a:gdLst/>
              <a:ahLst/>
              <a:cxnLst/>
              <a:rect r="r" b="b" t="t" l="l"/>
              <a:pathLst>
                <a:path h="1043012" w="1272707">
                  <a:moveTo>
                    <a:pt x="24032" y="0"/>
                  </a:moveTo>
                  <a:lnTo>
                    <a:pt x="1248676" y="0"/>
                  </a:lnTo>
                  <a:cubicBezTo>
                    <a:pt x="1261948" y="0"/>
                    <a:pt x="1272707" y="10759"/>
                    <a:pt x="1272707" y="24032"/>
                  </a:cubicBezTo>
                  <a:lnTo>
                    <a:pt x="1272707" y="1018981"/>
                  </a:lnTo>
                  <a:cubicBezTo>
                    <a:pt x="1272707" y="1032253"/>
                    <a:pt x="1261948" y="1043012"/>
                    <a:pt x="1248676" y="1043012"/>
                  </a:cubicBezTo>
                  <a:lnTo>
                    <a:pt x="24032" y="1043012"/>
                  </a:lnTo>
                  <a:cubicBezTo>
                    <a:pt x="17658" y="1043012"/>
                    <a:pt x="11546" y="1040481"/>
                    <a:pt x="7039" y="1035974"/>
                  </a:cubicBezTo>
                  <a:cubicBezTo>
                    <a:pt x="2532" y="1031467"/>
                    <a:pt x="0" y="1025354"/>
                    <a:pt x="0" y="1018981"/>
                  </a:cubicBezTo>
                  <a:lnTo>
                    <a:pt x="0" y="24032"/>
                  </a:lnTo>
                  <a:cubicBezTo>
                    <a:pt x="0" y="10759"/>
                    <a:pt x="10759" y="0"/>
                    <a:pt x="24032" y="0"/>
                  </a:cubicBezTo>
                  <a:close/>
                </a:path>
              </a:pathLst>
            </a:custGeom>
            <a:solidFill>
              <a:srgbClr val="747EA3"/>
            </a:solidFill>
            <a:ln cap="sq">
              <a:noFill/>
              <a:prstDash val="solid"/>
              <a:miter/>
            </a:ln>
          </p:spPr>
        </p:sp>
        <p:sp>
          <p:nvSpPr>
            <p:cNvPr name="TextBox 23" id="23"/>
            <p:cNvSpPr txBox="true"/>
            <p:nvPr/>
          </p:nvSpPr>
          <p:spPr>
            <a:xfrm>
              <a:off x="0" y="-28575"/>
              <a:ext cx="1272707" cy="1071588"/>
            </a:xfrm>
            <a:prstGeom prst="rect">
              <a:avLst/>
            </a:prstGeom>
          </p:spPr>
          <p:txBody>
            <a:bodyPr anchor="ctr" rtlCol="false" tIns="50800" lIns="50800" bIns="50800" rIns="50800"/>
            <a:lstStyle/>
            <a:p>
              <a:pPr algn="ctr" marL="0" indent="0" lvl="0">
                <a:lnSpc>
                  <a:spcPts val="2659"/>
                </a:lnSpc>
                <a:spcBef>
                  <a:spcPct val="0"/>
                </a:spcBef>
              </a:pPr>
            </a:p>
          </p:txBody>
        </p:sp>
      </p:grpSp>
      <p:grpSp>
        <p:nvGrpSpPr>
          <p:cNvPr name="Group 24" id="24"/>
          <p:cNvGrpSpPr/>
          <p:nvPr/>
        </p:nvGrpSpPr>
        <p:grpSpPr>
          <a:xfrm rot="0">
            <a:off x="6726923" y="4639191"/>
            <a:ext cx="4832311" cy="3960188"/>
            <a:chOff x="0" y="0"/>
            <a:chExt cx="1272707" cy="1043013"/>
          </a:xfrm>
        </p:grpSpPr>
        <p:sp>
          <p:nvSpPr>
            <p:cNvPr name="Freeform 25" id="25"/>
            <p:cNvSpPr/>
            <p:nvPr/>
          </p:nvSpPr>
          <p:spPr>
            <a:xfrm flipH="false" flipV="false" rot="0">
              <a:off x="0" y="0"/>
              <a:ext cx="1272707" cy="1043012"/>
            </a:xfrm>
            <a:custGeom>
              <a:avLst/>
              <a:gdLst/>
              <a:ahLst/>
              <a:cxnLst/>
              <a:rect r="r" b="b" t="t" l="l"/>
              <a:pathLst>
                <a:path h="1043012" w="1272707">
                  <a:moveTo>
                    <a:pt x="24032" y="0"/>
                  </a:moveTo>
                  <a:lnTo>
                    <a:pt x="1248676" y="0"/>
                  </a:lnTo>
                  <a:cubicBezTo>
                    <a:pt x="1261948" y="0"/>
                    <a:pt x="1272707" y="10759"/>
                    <a:pt x="1272707" y="24032"/>
                  </a:cubicBezTo>
                  <a:lnTo>
                    <a:pt x="1272707" y="1018981"/>
                  </a:lnTo>
                  <a:cubicBezTo>
                    <a:pt x="1272707" y="1032253"/>
                    <a:pt x="1261948" y="1043012"/>
                    <a:pt x="1248676" y="1043012"/>
                  </a:cubicBezTo>
                  <a:lnTo>
                    <a:pt x="24032" y="1043012"/>
                  </a:lnTo>
                  <a:cubicBezTo>
                    <a:pt x="17658" y="1043012"/>
                    <a:pt x="11546" y="1040481"/>
                    <a:pt x="7039" y="1035974"/>
                  </a:cubicBezTo>
                  <a:cubicBezTo>
                    <a:pt x="2532" y="1031467"/>
                    <a:pt x="0" y="1025354"/>
                    <a:pt x="0" y="1018981"/>
                  </a:cubicBezTo>
                  <a:lnTo>
                    <a:pt x="0" y="24032"/>
                  </a:lnTo>
                  <a:cubicBezTo>
                    <a:pt x="0" y="10759"/>
                    <a:pt x="10759" y="0"/>
                    <a:pt x="24032" y="0"/>
                  </a:cubicBezTo>
                  <a:close/>
                </a:path>
              </a:pathLst>
            </a:custGeom>
            <a:solidFill>
              <a:srgbClr val="747EA3"/>
            </a:solidFill>
            <a:ln cap="sq">
              <a:noFill/>
              <a:prstDash val="solid"/>
              <a:miter/>
            </a:ln>
          </p:spPr>
        </p:sp>
        <p:sp>
          <p:nvSpPr>
            <p:cNvPr name="TextBox 26" id="26"/>
            <p:cNvSpPr txBox="true"/>
            <p:nvPr/>
          </p:nvSpPr>
          <p:spPr>
            <a:xfrm>
              <a:off x="0" y="-28575"/>
              <a:ext cx="1272707" cy="1071588"/>
            </a:xfrm>
            <a:prstGeom prst="rect">
              <a:avLst/>
            </a:prstGeom>
          </p:spPr>
          <p:txBody>
            <a:bodyPr anchor="ctr" rtlCol="false" tIns="50800" lIns="50800" bIns="50800" rIns="50800"/>
            <a:lstStyle/>
            <a:p>
              <a:pPr algn="ctr" marL="0" indent="0" lvl="0">
                <a:lnSpc>
                  <a:spcPts val="2659"/>
                </a:lnSpc>
                <a:spcBef>
                  <a:spcPct val="0"/>
                </a:spcBef>
              </a:pPr>
            </a:p>
          </p:txBody>
        </p:sp>
      </p:grpSp>
      <p:grpSp>
        <p:nvGrpSpPr>
          <p:cNvPr name="Group 27" id="27"/>
          <p:cNvGrpSpPr/>
          <p:nvPr/>
        </p:nvGrpSpPr>
        <p:grpSpPr>
          <a:xfrm rot="0">
            <a:off x="11747917" y="4639191"/>
            <a:ext cx="4832311" cy="3960188"/>
            <a:chOff x="0" y="0"/>
            <a:chExt cx="1272707" cy="1043013"/>
          </a:xfrm>
        </p:grpSpPr>
        <p:sp>
          <p:nvSpPr>
            <p:cNvPr name="Freeform 28" id="28"/>
            <p:cNvSpPr/>
            <p:nvPr/>
          </p:nvSpPr>
          <p:spPr>
            <a:xfrm flipH="false" flipV="false" rot="0">
              <a:off x="0" y="0"/>
              <a:ext cx="1272707" cy="1043012"/>
            </a:xfrm>
            <a:custGeom>
              <a:avLst/>
              <a:gdLst/>
              <a:ahLst/>
              <a:cxnLst/>
              <a:rect r="r" b="b" t="t" l="l"/>
              <a:pathLst>
                <a:path h="1043012" w="1272707">
                  <a:moveTo>
                    <a:pt x="24032" y="0"/>
                  </a:moveTo>
                  <a:lnTo>
                    <a:pt x="1248676" y="0"/>
                  </a:lnTo>
                  <a:cubicBezTo>
                    <a:pt x="1261948" y="0"/>
                    <a:pt x="1272707" y="10759"/>
                    <a:pt x="1272707" y="24032"/>
                  </a:cubicBezTo>
                  <a:lnTo>
                    <a:pt x="1272707" y="1018981"/>
                  </a:lnTo>
                  <a:cubicBezTo>
                    <a:pt x="1272707" y="1032253"/>
                    <a:pt x="1261948" y="1043012"/>
                    <a:pt x="1248676" y="1043012"/>
                  </a:cubicBezTo>
                  <a:lnTo>
                    <a:pt x="24032" y="1043012"/>
                  </a:lnTo>
                  <a:cubicBezTo>
                    <a:pt x="17658" y="1043012"/>
                    <a:pt x="11546" y="1040481"/>
                    <a:pt x="7039" y="1035974"/>
                  </a:cubicBezTo>
                  <a:cubicBezTo>
                    <a:pt x="2532" y="1031467"/>
                    <a:pt x="0" y="1025354"/>
                    <a:pt x="0" y="1018981"/>
                  </a:cubicBezTo>
                  <a:lnTo>
                    <a:pt x="0" y="24032"/>
                  </a:lnTo>
                  <a:cubicBezTo>
                    <a:pt x="0" y="10759"/>
                    <a:pt x="10759" y="0"/>
                    <a:pt x="24032" y="0"/>
                  </a:cubicBezTo>
                  <a:close/>
                </a:path>
              </a:pathLst>
            </a:custGeom>
            <a:solidFill>
              <a:srgbClr val="747EA3"/>
            </a:solidFill>
            <a:ln cap="sq">
              <a:noFill/>
              <a:prstDash val="solid"/>
              <a:miter/>
            </a:ln>
          </p:spPr>
        </p:sp>
        <p:sp>
          <p:nvSpPr>
            <p:cNvPr name="TextBox 29" id="29"/>
            <p:cNvSpPr txBox="true"/>
            <p:nvPr/>
          </p:nvSpPr>
          <p:spPr>
            <a:xfrm>
              <a:off x="0" y="-28575"/>
              <a:ext cx="1272707" cy="1071588"/>
            </a:xfrm>
            <a:prstGeom prst="rect">
              <a:avLst/>
            </a:prstGeom>
          </p:spPr>
          <p:txBody>
            <a:bodyPr anchor="ctr" rtlCol="false" tIns="50800" lIns="50800" bIns="50800" rIns="50800"/>
            <a:lstStyle/>
            <a:p>
              <a:pPr algn="ctr" marL="0" indent="0" lvl="0">
                <a:lnSpc>
                  <a:spcPts val="2659"/>
                </a:lnSpc>
                <a:spcBef>
                  <a:spcPct val="0"/>
                </a:spcBef>
              </a:pPr>
            </a:p>
          </p:txBody>
        </p:sp>
      </p:grpSp>
      <p:sp>
        <p:nvSpPr>
          <p:cNvPr name="TextBox 30" id="30"/>
          <p:cNvSpPr txBox="true"/>
          <p:nvPr/>
        </p:nvSpPr>
        <p:spPr>
          <a:xfrm rot="0">
            <a:off x="2212939" y="6825195"/>
            <a:ext cx="3811547" cy="762000"/>
          </a:xfrm>
          <a:prstGeom prst="rect">
            <a:avLst/>
          </a:prstGeom>
        </p:spPr>
        <p:txBody>
          <a:bodyPr anchor="t" rtlCol="false" tIns="0" lIns="0" bIns="0" rIns="0">
            <a:spAutoFit/>
          </a:bodyPr>
          <a:lstStyle/>
          <a:p>
            <a:pPr algn="ctr" marL="0" indent="0" lvl="0">
              <a:lnSpc>
                <a:spcPts val="3000"/>
              </a:lnSpc>
              <a:spcBef>
                <a:spcPct val="0"/>
              </a:spcBef>
            </a:pPr>
            <a:r>
              <a:rPr lang="en-US" b="true" sz="2000" spc="-40" strike="noStrike" u="none">
                <a:solidFill>
                  <a:srgbClr val="FEFEFE">
                    <a:alpha val="81961"/>
                  </a:srgbClr>
                </a:solidFill>
                <a:latin typeface="프리젠테이션 Bold"/>
                <a:ea typeface="프리젠테이션 Bold"/>
                <a:cs typeface="프리젠테이션 Bold"/>
                <a:sym typeface="프리젠테이션 Bold"/>
              </a:rPr>
              <a:t>한 번에 한 가지만 요청</a:t>
            </a:r>
          </a:p>
          <a:p>
            <a:pPr algn="ctr" marL="0" indent="0" lvl="0">
              <a:lnSpc>
                <a:spcPts val="3000"/>
              </a:lnSpc>
              <a:spcBef>
                <a:spcPct val="0"/>
              </a:spcBef>
            </a:pPr>
            <a:r>
              <a:rPr lang="en-US" b="true" sz="2000" spc="-40" strike="noStrike" u="none">
                <a:solidFill>
                  <a:srgbClr val="FEFEFE">
                    <a:alpha val="81961"/>
                  </a:srgbClr>
                </a:solidFill>
                <a:latin typeface="프리젠테이션 Bold"/>
                <a:ea typeface="프리젠테이션 Bold"/>
                <a:cs typeface="프리젠테이션 Bold"/>
                <a:sym typeface="프리젠테이션 Bold"/>
              </a:rPr>
              <a:t>"설명은 3줄 이내로"</a:t>
            </a:r>
          </a:p>
        </p:txBody>
      </p:sp>
      <p:sp>
        <p:nvSpPr>
          <p:cNvPr name="TextBox 31" id="31"/>
          <p:cNvSpPr txBox="true"/>
          <p:nvPr/>
        </p:nvSpPr>
        <p:spPr>
          <a:xfrm rot="0">
            <a:off x="7233350" y="6825195"/>
            <a:ext cx="3819457" cy="762000"/>
          </a:xfrm>
          <a:prstGeom prst="rect">
            <a:avLst/>
          </a:prstGeom>
        </p:spPr>
        <p:txBody>
          <a:bodyPr anchor="t" rtlCol="false" tIns="0" lIns="0" bIns="0" rIns="0">
            <a:spAutoFit/>
          </a:bodyPr>
          <a:lstStyle/>
          <a:p>
            <a:pPr algn="ctr" marL="0" indent="0" lvl="0">
              <a:lnSpc>
                <a:spcPts val="3000"/>
              </a:lnSpc>
              <a:spcBef>
                <a:spcPct val="0"/>
              </a:spcBef>
            </a:pPr>
            <a:r>
              <a:rPr lang="en-US" b="true" sz="2000" spc="-40" strike="noStrike" u="none">
                <a:solidFill>
                  <a:srgbClr val="FEFEFE">
                    <a:alpha val="81961"/>
                  </a:srgbClr>
                </a:solidFill>
                <a:latin typeface="프리젠테이션 Bold"/>
                <a:ea typeface="프리젠테이션 Bold"/>
                <a:cs typeface="프리젠테이션 Bold"/>
                <a:sym typeface="프리젠테이션 Bold"/>
              </a:rPr>
              <a:t>"○○ 부분만 수정해줘"</a:t>
            </a:r>
          </a:p>
          <a:p>
            <a:pPr algn="ctr" marL="0" indent="0" lvl="0">
              <a:lnSpc>
                <a:spcPts val="3000"/>
              </a:lnSpc>
              <a:spcBef>
                <a:spcPct val="0"/>
              </a:spcBef>
            </a:pPr>
            <a:r>
              <a:rPr lang="en-US" b="true" sz="2000" spc="-40" strike="noStrike" u="none">
                <a:solidFill>
                  <a:srgbClr val="FEFEFE">
                    <a:alpha val="81961"/>
                  </a:srgbClr>
                </a:solidFill>
                <a:latin typeface="프리젠테이션 Bold"/>
                <a:ea typeface="프리젠테이션 Bold"/>
                <a:cs typeface="프리젠테이션 Bold"/>
                <a:sym typeface="프리젠테이션 Bold"/>
              </a:rPr>
              <a:t>파일을 통째로 붙여넣지 않기</a:t>
            </a:r>
          </a:p>
        </p:txBody>
      </p:sp>
      <p:sp>
        <p:nvSpPr>
          <p:cNvPr name="TextBox 32" id="32"/>
          <p:cNvSpPr txBox="true"/>
          <p:nvPr/>
        </p:nvSpPr>
        <p:spPr>
          <a:xfrm rot="0">
            <a:off x="12250849" y="6825195"/>
            <a:ext cx="3767925" cy="762000"/>
          </a:xfrm>
          <a:prstGeom prst="rect">
            <a:avLst/>
          </a:prstGeom>
        </p:spPr>
        <p:txBody>
          <a:bodyPr anchor="t" rtlCol="false" tIns="0" lIns="0" bIns="0" rIns="0">
            <a:spAutoFit/>
          </a:bodyPr>
          <a:lstStyle/>
          <a:p>
            <a:pPr algn="ctr" marL="0" indent="0" lvl="0">
              <a:lnSpc>
                <a:spcPts val="3000"/>
              </a:lnSpc>
              <a:spcBef>
                <a:spcPct val="0"/>
              </a:spcBef>
            </a:pPr>
            <a:r>
              <a:rPr lang="en-US" b="true" sz="2000" spc="-40" strike="noStrike" u="none">
                <a:solidFill>
                  <a:srgbClr val="FEFEFE">
                    <a:alpha val="81961"/>
                  </a:srgbClr>
                </a:solidFill>
                <a:latin typeface="프리젠테이션 Bold"/>
                <a:ea typeface="프리젠테이션 Bold"/>
                <a:cs typeface="프리젠테이션 Bold"/>
                <a:sym typeface="프리젠테이션 Bold"/>
              </a:rPr>
              <a:t>주제가 바뀌면 새 채팅 열기</a:t>
            </a:r>
          </a:p>
          <a:p>
            <a:pPr algn="ctr" marL="0" indent="0" lvl="0">
              <a:lnSpc>
                <a:spcPts val="3000"/>
              </a:lnSpc>
              <a:spcBef>
                <a:spcPct val="0"/>
              </a:spcBef>
            </a:pPr>
            <a:r>
              <a:rPr lang="en-US" b="true" sz="2000" spc="-40" strike="noStrike" u="none">
                <a:solidFill>
                  <a:srgbClr val="FEFEFE">
                    <a:alpha val="81961"/>
                  </a:srgbClr>
                </a:solidFill>
                <a:latin typeface="프리젠테이션 Bold"/>
                <a:ea typeface="프리젠테이션 Bold"/>
                <a:cs typeface="프리젠테이션 Bold"/>
                <a:sym typeface="프리젠테이션 Bold"/>
              </a:rPr>
              <a:t>가벼운 모델(Flash 등) 선택</a:t>
            </a:r>
          </a:p>
        </p:txBody>
      </p:sp>
      <p:sp>
        <p:nvSpPr>
          <p:cNvPr name="TextBox 33" id="33"/>
          <p:cNvSpPr txBox="true"/>
          <p:nvPr/>
        </p:nvSpPr>
        <p:spPr>
          <a:xfrm rot="0">
            <a:off x="1815302" y="5598734"/>
            <a:ext cx="4606821" cy="549529"/>
          </a:xfrm>
          <a:prstGeom prst="rect">
            <a:avLst/>
          </a:prstGeom>
        </p:spPr>
        <p:txBody>
          <a:bodyPr anchor="t" rtlCol="false" tIns="0" lIns="0" bIns="0" rIns="0">
            <a:spAutoFit/>
          </a:bodyPr>
          <a:lstStyle/>
          <a:p>
            <a:pPr algn="ctr" marL="0" indent="0" lvl="0">
              <a:lnSpc>
                <a:spcPts val="4507"/>
              </a:lnSpc>
              <a:spcBef>
                <a:spcPct val="0"/>
              </a:spcBef>
            </a:pPr>
            <a:r>
              <a:rPr lang="en-US" b="true" sz="2799" spc="-97" strike="noStrike" u="none">
                <a:solidFill>
                  <a:srgbClr val="FEFEFE"/>
                </a:solidFill>
                <a:latin typeface="프리젠테이션 Bold"/>
                <a:ea typeface="프리젠테이션 Bold"/>
                <a:cs typeface="프리젠테이션 Bold"/>
                <a:sym typeface="프리젠테이션 Bold"/>
              </a:rPr>
              <a:t>짧고 정확하게</a:t>
            </a:r>
          </a:p>
        </p:txBody>
      </p:sp>
      <p:sp>
        <p:nvSpPr>
          <p:cNvPr name="TextBox 34" id="34"/>
          <p:cNvSpPr txBox="true"/>
          <p:nvPr/>
        </p:nvSpPr>
        <p:spPr>
          <a:xfrm rot="0">
            <a:off x="6839668" y="5598734"/>
            <a:ext cx="4606821" cy="549529"/>
          </a:xfrm>
          <a:prstGeom prst="rect">
            <a:avLst/>
          </a:prstGeom>
        </p:spPr>
        <p:txBody>
          <a:bodyPr anchor="t" rtlCol="false" tIns="0" lIns="0" bIns="0" rIns="0">
            <a:spAutoFit/>
          </a:bodyPr>
          <a:lstStyle/>
          <a:p>
            <a:pPr algn="ctr" marL="0" indent="0" lvl="0">
              <a:lnSpc>
                <a:spcPts val="4507"/>
              </a:lnSpc>
              <a:spcBef>
                <a:spcPct val="0"/>
              </a:spcBef>
            </a:pPr>
            <a:r>
              <a:rPr lang="en-US" b="true" sz="2799" spc="-97" strike="noStrike" u="none">
                <a:solidFill>
                  <a:srgbClr val="FEFEFE"/>
                </a:solidFill>
                <a:latin typeface="프리젠테이션 Bold"/>
                <a:ea typeface="프리젠테이션 Bold"/>
                <a:cs typeface="프리젠테이션 Bold"/>
                <a:sym typeface="프리젠테이션 Bold"/>
              </a:rPr>
              <a:t>범위는 좁게</a:t>
            </a:r>
          </a:p>
        </p:txBody>
      </p:sp>
      <p:sp>
        <p:nvSpPr>
          <p:cNvPr name="TextBox 35" id="35"/>
          <p:cNvSpPr txBox="true"/>
          <p:nvPr/>
        </p:nvSpPr>
        <p:spPr>
          <a:xfrm rot="0">
            <a:off x="11864034" y="5598734"/>
            <a:ext cx="4606821" cy="549529"/>
          </a:xfrm>
          <a:prstGeom prst="rect">
            <a:avLst/>
          </a:prstGeom>
        </p:spPr>
        <p:txBody>
          <a:bodyPr anchor="t" rtlCol="false" tIns="0" lIns="0" bIns="0" rIns="0">
            <a:spAutoFit/>
          </a:bodyPr>
          <a:lstStyle/>
          <a:p>
            <a:pPr algn="ctr" marL="0" indent="0" lvl="0">
              <a:lnSpc>
                <a:spcPts val="4507"/>
              </a:lnSpc>
              <a:spcBef>
                <a:spcPct val="0"/>
              </a:spcBef>
            </a:pPr>
            <a:r>
              <a:rPr lang="en-US" b="true" sz="2799" spc="-97" strike="noStrike" u="none">
                <a:solidFill>
                  <a:srgbClr val="FEFEFE"/>
                </a:solidFill>
                <a:latin typeface="프리젠테이션 Bold"/>
                <a:ea typeface="프리젠테이션 Bold"/>
                <a:cs typeface="프리젠테이션 Bold"/>
                <a:sym typeface="프리젠테이션 Bold"/>
              </a:rPr>
              <a:t>새 대화로 시작</a:t>
            </a:r>
          </a:p>
        </p:txBody>
      </p:sp>
      <p:sp>
        <p:nvSpPr>
          <p:cNvPr name="AutoShape 36" id="36"/>
          <p:cNvSpPr/>
          <p:nvPr/>
        </p:nvSpPr>
        <p:spPr>
          <a:xfrm>
            <a:off x="2037627" y="6457826"/>
            <a:ext cx="4162171" cy="0"/>
          </a:xfrm>
          <a:prstGeom prst="line">
            <a:avLst/>
          </a:prstGeom>
          <a:ln cap="rnd" w="9525">
            <a:solidFill>
              <a:srgbClr val="FEFEFE"/>
            </a:solidFill>
            <a:prstDash val="solid"/>
            <a:headEnd type="none" len="sm" w="sm"/>
            <a:tailEnd type="none" len="sm" w="sm"/>
          </a:ln>
        </p:spPr>
      </p:sp>
      <p:sp>
        <p:nvSpPr>
          <p:cNvPr name="AutoShape 37" id="37"/>
          <p:cNvSpPr/>
          <p:nvPr/>
        </p:nvSpPr>
        <p:spPr>
          <a:xfrm>
            <a:off x="7061993" y="6457826"/>
            <a:ext cx="4162171" cy="0"/>
          </a:xfrm>
          <a:prstGeom prst="line">
            <a:avLst/>
          </a:prstGeom>
          <a:ln cap="rnd" w="9525">
            <a:solidFill>
              <a:srgbClr val="FEFEFE"/>
            </a:solidFill>
            <a:prstDash val="solid"/>
            <a:headEnd type="none" len="sm" w="sm"/>
            <a:tailEnd type="none" len="sm" w="sm"/>
          </a:ln>
        </p:spPr>
      </p:sp>
      <p:sp>
        <p:nvSpPr>
          <p:cNvPr name="AutoShape 38" id="38"/>
          <p:cNvSpPr/>
          <p:nvPr/>
        </p:nvSpPr>
        <p:spPr>
          <a:xfrm>
            <a:off x="12086359" y="6457826"/>
            <a:ext cx="4162171" cy="0"/>
          </a:xfrm>
          <a:prstGeom prst="line">
            <a:avLst/>
          </a:prstGeom>
          <a:ln cap="rnd" w="9525">
            <a:solidFill>
              <a:srgbClr val="FEFEFE"/>
            </a:solidFill>
            <a:prstDash val="solid"/>
            <a:headEnd type="none" len="sm" w="sm"/>
            <a:tailEnd type="none" len="sm" w="sm"/>
          </a:ln>
        </p:spPr>
      </p:sp>
      <p:sp>
        <p:nvSpPr>
          <p:cNvPr name="TextBox 39" id="39"/>
          <p:cNvSpPr txBox="true"/>
          <p:nvPr/>
        </p:nvSpPr>
        <p:spPr>
          <a:xfrm rot="0">
            <a:off x="2893526" y="5218788"/>
            <a:ext cx="2483896" cy="189484"/>
          </a:xfrm>
          <a:prstGeom prst="rect">
            <a:avLst/>
          </a:prstGeom>
        </p:spPr>
        <p:txBody>
          <a:bodyPr anchor="t" rtlCol="false" tIns="0" lIns="0" bIns="0" rIns="0">
            <a:spAutoFit/>
          </a:bodyPr>
          <a:lstStyle/>
          <a:p>
            <a:pPr algn="ctr" marL="0" indent="0" lvl="0">
              <a:lnSpc>
                <a:spcPts val="1327"/>
              </a:lnSpc>
              <a:spcBef>
                <a:spcPct val="0"/>
              </a:spcBef>
            </a:pPr>
            <a:r>
              <a:rPr lang="en-US" b="true" sz="1599" spc="95" strike="noStrike" u="none">
                <a:solidFill>
                  <a:srgbClr val="FEFEFE"/>
                </a:solidFill>
                <a:latin typeface="프리젠테이션 Bold"/>
                <a:ea typeface="프리젠테이션 Bold"/>
                <a:cs typeface="프리젠테이션 Bold"/>
                <a:sym typeface="프리젠테이션 Bold"/>
              </a:rPr>
              <a:t>TIP 01</a:t>
            </a:r>
          </a:p>
        </p:txBody>
      </p:sp>
      <p:sp>
        <p:nvSpPr>
          <p:cNvPr name="TextBox 40" id="40"/>
          <p:cNvSpPr txBox="true"/>
          <p:nvPr/>
        </p:nvSpPr>
        <p:spPr>
          <a:xfrm rot="0">
            <a:off x="7947534" y="5218788"/>
            <a:ext cx="2483896" cy="189484"/>
          </a:xfrm>
          <a:prstGeom prst="rect">
            <a:avLst/>
          </a:prstGeom>
        </p:spPr>
        <p:txBody>
          <a:bodyPr anchor="t" rtlCol="false" tIns="0" lIns="0" bIns="0" rIns="0">
            <a:spAutoFit/>
          </a:bodyPr>
          <a:lstStyle/>
          <a:p>
            <a:pPr algn="ctr" marL="0" indent="0" lvl="0">
              <a:lnSpc>
                <a:spcPts val="1327"/>
              </a:lnSpc>
              <a:spcBef>
                <a:spcPct val="0"/>
              </a:spcBef>
            </a:pPr>
            <a:r>
              <a:rPr lang="en-US" b="true" sz="1599" spc="95" strike="noStrike" u="none">
                <a:solidFill>
                  <a:srgbClr val="FEFEFE"/>
                </a:solidFill>
                <a:latin typeface="프리젠테이션 Bold"/>
                <a:ea typeface="프리젠테이션 Bold"/>
                <a:cs typeface="프리젠테이션 Bold"/>
                <a:sym typeface="프리젠테이션 Bold"/>
              </a:rPr>
              <a:t>TIP 02</a:t>
            </a:r>
          </a:p>
        </p:txBody>
      </p:sp>
      <p:sp>
        <p:nvSpPr>
          <p:cNvPr name="TextBox 41" id="41"/>
          <p:cNvSpPr txBox="true"/>
          <p:nvPr/>
        </p:nvSpPr>
        <p:spPr>
          <a:xfrm rot="0">
            <a:off x="12939267" y="5218788"/>
            <a:ext cx="2483896" cy="189484"/>
          </a:xfrm>
          <a:prstGeom prst="rect">
            <a:avLst/>
          </a:prstGeom>
        </p:spPr>
        <p:txBody>
          <a:bodyPr anchor="t" rtlCol="false" tIns="0" lIns="0" bIns="0" rIns="0">
            <a:spAutoFit/>
          </a:bodyPr>
          <a:lstStyle/>
          <a:p>
            <a:pPr algn="ctr" marL="0" indent="0" lvl="0">
              <a:lnSpc>
                <a:spcPts val="1327"/>
              </a:lnSpc>
              <a:spcBef>
                <a:spcPct val="0"/>
              </a:spcBef>
            </a:pPr>
            <a:r>
              <a:rPr lang="en-US" b="true" sz="1599" spc="95" strike="noStrike" u="none">
                <a:solidFill>
                  <a:srgbClr val="FEFEFE"/>
                </a:solidFill>
                <a:latin typeface="프리젠테이션 Bold"/>
                <a:ea typeface="프리젠테이션 Bold"/>
                <a:cs typeface="프리젠테이션 Bold"/>
                <a:sym typeface="프리젠테이션 Bold"/>
              </a:rPr>
              <a:t>TIP 03</a:t>
            </a:r>
          </a:p>
        </p:txBody>
      </p:sp>
      <p:sp>
        <p:nvSpPr>
          <p:cNvPr name="Freeform 42" id="42"/>
          <p:cNvSpPr/>
          <p:nvPr/>
        </p:nvSpPr>
        <p:spPr>
          <a:xfrm flipH="false" flipV="false" rot="0">
            <a:off x="3173163" y="5212756"/>
            <a:ext cx="180073" cy="137305"/>
          </a:xfrm>
          <a:custGeom>
            <a:avLst/>
            <a:gdLst/>
            <a:ahLst/>
            <a:cxnLst/>
            <a:rect r="r" b="b" t="t" l="l"/>
            <a:pathLst>
              <a:path h="137305" w="180073">
                <a:moveTo>
                  <a:pt x="0" y="0"/>
                </a:moveTo>
                <a:lnTo>
                  <a:pt x="180073" y="0"/>
                </a:lnTo>
                <a:lnTo>
                  <a:pt x="180073" y="137305"/>
                </a:lnTo>
                <a:lnTo>
                  <a:pt x="0" y="137305"/>
                </a:lnTo>
                <a:lnTo>
                  <a:pt x="0" y="0"/>
                </a:lnTo>
                <a:close/>
              </a:path>
            </a:pathLst>
          </a:custGeom>
          <a:blipFill>
            <a:blip r:embed="rId7">
              <a:extLst>
                <a:ext uri="{96DAC541-7B7A-43D3-8B79-37D633B846F1}">
                  <asvg:svgBlip xmlns:asvg="http://schemas.microsoft.com/office/drawing/2016/SVG/main" r:embed="rId8"/>
                </a:ext>
              </a:extLst>
            </a:blip>
            <a:stretch>
              <a:fillRect l="0" t="0" r="0" b="0"/>
            </a:stretch>
          </a:blipFill>
        </p:spPr>
      </p:sp>
      <p:sp>
        <p:nvSpPr>
          <p:cNvPr name="Freeform 43" id="43"/>
          <p:cNvSpPr/>
          <p:nvPr/>
        </p:nvSpPr>
        <p:spPr>
          <a:xfrm flipH="false" flipV="false" rot="0">
            <a:off x="8233976" y="5212756"/>
            <a:ext cx="180073" cy="137305"/>
          </a:xfrm>
          <a:custGeom>
            <a:avLst/>
            <a:gdLst/>
            <a:ahLst/>
            <a:cxnLst/>
            <a:rect r="r" b="b" t="t" l="l"/>
            <a:pathLst>
              <a:path h="137305" w="180073">
                <a:moveTo>
                  <a:pt x="0" y="0"/>
                </a:moveTo>
                <a:lnTo>
                  <a:pt x="180073" y="0"/>
                </a:lnTo>
                <a:lnTo>
                  <a:pt x="180073" y="137305"/>
                </a:lnTo>
                <a:lnTo>
                  <a:pt x="0" y="137305"/>
                </a:lnTo>
                <a:lnTo>
                  <a:pt x="0" y="0"/>
                </a:lnTo>
                <a:close/>
              </a:path>
            </a:pathLst>
          </a:custGeom>
          <a:blipFill>
            <a:blip r:embed="rId7">
              <a:extLst>
                <a:ext uri="{96DAC541-7B7A-43D3-8B79-37D633B846F1}">
                  <asvg:svgBlip xmlns:asvg="http://schemas.microsoft.com/office/drawing/2016/SVG/main" r:embed="rId8"/>
                </a:ext>
              </a:extLst>
            </a:blip>
            <a:stretch>
              <a:fillRect l="0" t="0" r="0" b="0"/>
            </a:stretch>
          </a:blipFill>
        </p:spPr>
      </p:sp>
      <p:sp>
        <p:nvSpPr>
          <p:cNvPr name="Freeform 44" id="44"/>
          <p:cNvSpPr/>
          <p:nvPr/>
        </p:nvSpPr>
        <p:spPr>
          <a:xfrm flipH="false" flipV="false" rot="0">
            <a:off x="13207771" y="5212756"/>
            <a:ext cx="180073" cy="137305"/>
          </a:xfrm>
          <a:custGeom>
            <a:avLst/>
            <a:gdLst/>
            <a:ahLst/>
            <a:cxnLst/>
            <a:rect r="r" b="b" t="t" l="l"/>
            <a:pathLst>
              <a:path h="137305" w="180073">
                <a:moveTo>
                  <a:pt x="0" y="0"/>
                </a:moveTo>
                <a:lnTo>
                  <a:pt x="180072" y="0"/>
                </a:lnTo>
                <a:lnTo>
                  <a:pt x="180072" y="137305"/>
                </a:lnTo>
                <a:lnTo>
                  <a:pt x="0" y="137305"/>
                </a:lnTo>
                <a:lnTo>
                  <a:pt x="0" y="0"/>
                </a:lnTo>
                <a:close/>
              </a:path>
            </a:pathLst>
          </a:custGeom>
          <a:blipFill>
            <a:blip r:embed="rId7">
              <a:extLst>
                <a:ext uri="{96DAC541-7B7A-43D3-8B79-37D633B846F1}">
                  <asvg:svgBlip xmlns:asvg="http://schemas.microsoft.com/office/drawing/2016/SVG/main" r:embed="rId8"/>
                </a:ext>
              </a:extLst>
            </a:blip>
            <a:stretch>
              <a:fillRect l="0" t="0" r="0" b="0"/>
            </a:stretch>
          </a:blipFill>
        </p:spPr>
      </p:sp>
      <p:sp>
        <p:nvSpPr>
          <p:cNvPr name="TextBox 45" id="45"/>
          <p:cNvSpPr txBox="true"/>
          <p:nvPr/>
        </p:nvSpPr>
        <p:spPr>
          <a:xfrm rot="0">
            <a:off x="14694520" y="1353621"/>
            <a:ext cx="2865076" cy="325120"/>
          </a:xfrm>
          <a:prstGeom prst="rect">
            <a:avLst/>
          </a:prstGeom>
        </p:spPr>
        <p:txBody>
          <a:bodyPr anchor="t" rtlCol="false" tIns="0" lIns="0" bIns="0" rIns="0">
            <a:spAutoFit/>
          </a:bodyPr>
          <a:lstStyle/>
          <a:p>
            <a:pPr algn="ctr" marL="0" indent="0" lvl="0">
              <a:lnSpc>
                <a:spcPts val="2540"/>
              </a:lnSpc>
              <a:spcBef>
                <a:spcPct val="0"/>
              </a:spcBef>
            </a:pPr>
            <a:r>
              <a:rPr lang="en-US" b="true" sz="2000" spc="122" strike="noStrike" u="none">
                <a:solidFill>
                  <a:srgbClr val="5170FF"/>
                </a:solidFill>
                <a:latin typeface="프리젠테이션 Bold"/>
                <a:ea typeface="프리젠테이션 Bold"/>
                <a:cs typeface="프리젠테이션 Bold"/>
                <a:sym typeface="프리젠테이션 Bold"/>
              </a:rPr>
              <a:t>해달 바이브코딩 기초반</a:t>
            </a:r>
          </a:p>
        </p:txBody>
      </p:sp>
      <p:sp>
        <p:nvSpPr>
          <p:cNvPr name="TextBox 46" id="46"/>
          <p:cNvSpPr txBox="true"/>
          <p:nvPr/>
        </p:nvSpPr>
        <p:spPr>
          <a:xfrm rot="0">
            <a:off x="8382000" y="8899525"/>
            <a:ext cx="1524000" cy="358775"/>
          </a:xfrm>
          <a:prstGeom prst="rect">
            <a:avLst/>
          </a:prstGeom>
        </p:spPr>
        <p:txBody>
          <a:bodyPr anchor="t" rtlCol="false" tIns="0" lIns="0" bIns="0" rIns="0">
            <a:spAutoFit/>
          </a:bodyPr>
          <a:lstStyle/>
          <a:p>
            <a:pPr algn="ctr" marL="0" indent="0" lvl="0">
              <a:lnSpc>
                <a:spcPts val="2800"/>
              </a:lnSpc>
              <a:spcBef>
                <a:spcPct val="0"/>
              </a:spcBef>
            </a:pPr>
            <a:r>
              <a:rPr lang="en-US" b="true" sz="2000" strike="noStrike" u="none">
                <a:solidFill>
                  <a:srgbClr val="4165C1"/>
                </a:solidFill>
                <a:latin typeface="프리젠테이션 Bold"/>
                <a:ea typeface="프리젠테이션 Bold"/>
                <a:cs typeface="프리젠테이션 Bold"/>
                <a:sym typeface="프리젠테이션 Bold"/>
              </a:rPr>
              <a:t>- 17 -</a:t>
            </a:r>
          </a:p>
        </p:txBody>
      </p:sp>
    </p:spTree>
  </p:cSld>
  <p:clrMapOvr>
    <a:masterClrMapping/>
  </p:clrMapOvr>
</p:sld>
</file>

<file path=ppt/slides/slide18.xml><?xml version="1.0" encoding="utf-8"?>
<p:sld xmlns:p="http://schemas.openxmlformats.org/presentationml/2006/main" xmlns:a="http://schemas.openxmlformats.org/drawingml/2006/main" xmlns:r="http://schemas.openxmlformats.org/officeDocument/2006/relationships">
  <p:cSld>
    <p:bg>
      <p:bgPr>
        <a:solidFill>
          <a:srgbClr val="5170FF"/>
        </a:solidFill>
      </p:bgPr>
    </p:bg>
    <p:spTree>
      <p:nvGrpSpPr>
        <p:cNvPr id="1" name=""/>
        <p:cNvGrpSpPr/>
        <p:nvPr/>
      </p:nvGrpSpPr>
      <p:grpSpPr>
        <a:xfrm>
          <a:off x="0" y="0"/>
          <a:ext cx="0" cy="0"/>
          <a:chOff x="0" y="0"/>
          <a:chExt cx="0" cy="0"/>
        </a:xfrm>
      </p:grpSpPr>
      <p:grpSp>
        <p:nvGrpSpPr>
          <p:cNvPr name="Group 2" id="2"/>
          <p:cNvGrpSpPr/>
          <p:nvPr/>
        </p:nvGrpSpPr>
        <p:grpSpPr>
          <a:xfrm rot="0">
            <a:off x="534854" y="457200"/>
            <a:ext cx="17218292" cy="9294946"/>
            <a:chOff x="0" y="0"/>
            <a:chExt cx="22957723" cy="12393261"/>
          </a:xfrm>
        </p:grpSpPr>
        <p:grpSp>
          <p:nvGrpSpPr>
            <p:cNvPr name="Group 3" id="3"/>
            <p:cNvGrpSpPr/>
            <p:nvPr/>
          </p:nvGrpSpPr>
          <p:grpSpPr>
            <a:xfrm rot="0">
              <a:off x="0" y="1727243"/>
              <a:ext cx="22957723" cy="10666019"/>
              <a:chOff x="0" y="0"/>
              <a:chExt cx="4777465" cy="2219581"/>
            </a:xfrm>
          </p:grpSpPr>
          <p:sp>
            <p:nvSpPr>
              <p:cNvPr name="Freeform 4" id="4"/>
              <p:cNvSpPr/>
              <p:nvPr/>
            </p:nvSpPr>
            <p:spPr>
              <a:xfrm flipH="false" flipV="false" rot="0">
                <a:off x="0" y="0"/>
                <a:ext cx="4777465" cy="2219581"/>
              </a:xfrm>
              <a:custGeom>
                <a:avLst/>
                <a:gdLst/>
                <a:ahLst/>
                <a:cxnLst/>
                <a:rect r="r" b="b" t="t" l="l"/>
                <a:pathLst>
                  <a:path h="2219581" w="4777465">
                    <a:moveTo>
                      <a:pt x="22931" y="0"/>
                    </a:moveTo>
                    <a:lnTo>
                      <a:pt x="4754534" y="0"/>
                    </a:lnTo>
                    <a:cubicBezTo>
                      <a:pt x="4767199" y="0"/>
                      <a:pt x="4777465" y="10267"/>
                      <a:pt x="4777465" y="22931"/>
                    </a:cubicBezTo>
                    <a:lnTo>
                      <a:pt x="4777465" y="2196650"/>
                    </a:lnTo>
                    <a:cubicBezTo>
                      <a:pt x="4777465" y="2202732"/>
                      <a:pt x="4775049" y="2208564"/>
                      <a:pt x="4770749" y="2212865"/>
                    </a:cubicBezTo>
                    <a:cubicBezTo>
                      <a:pt x="4766449" y="2217165"/>
                      <a:pt x="4760616" y="2219581"/>
                      <a:pt x="4754534" y="2219581"/>
                    </a:cubicBezTo>
                    <a:lnTo>
                      <a:pt x="22931" y="2219581"/>
                    </a:lnTo>
                    <a:cubicBezTo>
                      <a:pt x="10267" y="2219581"/>
                      <a:pt x="0" y="2209315"/>
                      <a:pt x="0" y="2196650"/>
                    </a:cubicBezTo>
                    <a:lnTo>
                      <a:pt x="0" y="22931"/>
                    </a:lnTo>
                    <a:cubicBezTo>
                      <a:pt x="0" y="10267"/>
                      <a:pt x="10267" y="0"/>
                      <a:pt x="22931" y="0"/>
                    </a:cubicBezTo>
                    <a:close/>
                  </a:path>
                </a:pathLst>
              </a:custGeom>
              <a:solidFill>
                <a:srgbClr val="FFFFFF"/>
              </a:solidFill>
              <a:ln cap="rnd">
                <a:noFill/>
                <a:prstDash val="solid"/>
                <a:round/>
              </a:ln>
            </p:spPr>
          </p:sp>
          <p:sp>
            <p:nvSpPr>
              <p:cNvPr name="TextBox 5" id="5"/>
              <p:cNvSpPr txBox="true"/>
              <p:nvPr/>
            </p:nvSpPr>
            <p:spPr>
              <a:xfrm>
                <a:off x="0" y="-38100"/>
                <a:ext cx="4777465" cy="2257681"/>
              </a:xfrm>
              <a:prstGeom prst="rect">
                <a:avLst/>
              </a:prstGeom>
            </p:spPr>
            <p:txBody>
              <a:bodyPr anchor="ctr" rtlCol="false" tIns="48220" lIns="48220" bIns="48220" rIns="48220"/>
              <a:lstStyle/>
              <a:p>
                <a:pPr algn="ctr" marL="0" indent="0" lvl="0">
                  <a:lnSpc>
                    <a:spcPts val="1853"/>
                  </a:lnSpc>
                  <a:spcBef>
                    <a:spcPct val="0"/>
                  </a:spcBef>
                </a:pPr>
              </a:p>
              <a:p>
                <a:pPr algn="ctr" marL="0" indent="0" lvl="0">
                  <a:lnSpc>
                    <a:spcPts val="1853"/>
                  </a:lnSpc>
                  <a:spcBef>
                    <a:spcPct val="0"/>
                  </a:spcBef>
                </a:pPr>
              </a:p>
              <a:p>
                <a:pPr algn="ctr" marL="0" indent="0" lvl="0">
                  <a:lnSpc>
                    <a:spcPts val="1853"/>
                  </a:lnSpc>
                  <a:spcBef>
                    <a:spcPct val="0"/>
                  </a:spcBef>
                </a:pPr>
              </a:p>
            </p:txBody>
          </p:sp>
        </p:grpSp>
        <p:grpSp>
          <p:nvGrpSpPr>
            <p:cNvPr name="Group 6" id="6"/>
            <p:cNvGrpSpPr/>
            <p:nvPr/>
          </p:nvGrpSpPr>
          <p:grpSpPr>
            <a:xfrm rot="0">
              <a:off x="18499830" y="891712"/>
              <a:ext cx="4457893" cy="3397582"/>
              <a:chOff x="0" y="0"/>
              <a:chExt cx="927680" cy="707031"/>
            </a:xfrm>
          </p:grpSpPr>
          <p:sp>
            <p:nvSpPr>
              <p:cNvPr name="Freeform 7" id="7"/>
              <p:cNvSpPr/>
              <p:nvPr/>
            </p:nvSpPr>
            <p:spPr>
              <a:xfrm flipH="false" flipV="false" rot="0">
                <a:off x="0" y="0"/>
                <a:ext cx="927680" cy="707031"/>
              </a:xfrm>
              <a:custGeom>
                <a:avLst/>
                <a:gdLst/>
                <a:ahLst/>
                <a:cxnLst/>
                <a:rect r="r" b="b" t="t" l="l"/>
                <a:pathLst>
                  <a:path h="707031" w="927680">
                    <a:moveTo>
                      <a:pt x="118094" y="0"/>
                    </a:moveTo>
                    <a:lnTo>
                      <a:pt x="809586" y="0"/>
                    </a:lnTo>
                    <a:cubicBezTo>
                      <a:pt x="874808" y="0"/>
                      <a:pt x="927680" y="52872"/>
                      <a:pt x="927680" y="118094"/>
                    </a:cubicBezTo>
                    <a:lnTo>
                      <a:pt x="927680" y="588937"/>
                    </a:lnTo>
                    <a:cubicBezTo>
                      <a:pt x="927680" y="654159"/>
                      <a:pt x="874808" y="707031"/>
                      <a:pt x="809586" y="707031"/>
                    </a:cubicBezTo>
                    <a:lnTo>
                      <a:pt x="118094" y="707031"/>
                    </a:lnTo>
                    <a:cubicBezTo>
                      <a:pt x="52872" y="707031"/>
                      <a:pt x="0" y="654159"/>
                      <a:pt x="0" y="588937"/>
                    </a:cubicBezTo>
                    <a:lnTo>
                      <a:pt x="0" y="118094"/>
                    </a:lnTo>
                    <a:cubicBezTo>
                      <a:pt x="0" y="52872"/>
                      <a:pt x="52872" y="0"/>
                      <a:pt x="118094" y="0"/>
                    </a:cubicBezTo>
                    <a:close/>
                  </a:path>
                </a:pathLst>
              </a:custGeom>
              <a:solidFill>
                <a:srgbClr val="FFFFFF"/>
              </a:solidFill>
              <a:ln cap="rnd">
                <a:noFill/>
                <a:prstDash val="solid"/>
                <a:round/>
              </a:ln>
            </p:spPr>
          </p:sp>
          <p:sp>
            <p:nvSpPr>
              <p:cNvPr name="TextBox 8" id="8"/>
              <p:cNvSpPr txBox="true"/>
              <p:nvPr/>
            </p:nvSpPr>
            <p:spPr>
              <a:xfrm>
                <a:off x="0" y="-38100"/>
                <a:ext cx="927680" cy="745131"/>
              </a:xfrm>
              <a:prstGeom prst="rect">
                <a:avLst/>
              </a:prstGeom>
            </p:spPr>
            <p:txBody>
              <a:bodyPr anchor="ctr" rtlCol="false" tIns="48220" lIns="48220" bIns="48220" rIns="48220"/>
              <a:lstStyle/>
              <a:p>
                <a:pPr algn="ctr" marL="0" indent="0" lvl="0">
                  <a:lnSpc>
                    <a:spcPts val="1853"/>
                  </a:lnSpc>
                  <a:spcBef>
                    <a:spcPct val="0"/>
                  </a:spcBef>
                </a:pPr>
              </a:p>
              <a:p>
                <a:pPr algn="ctr" marL="0" indent="0" lvl="0">
                  <a:lnSpc>
                    <a:spcPts val="1853"/>
                  </a:lnSpc>
                  <a:spcBef>
                    <a:spcPct val="0"/>
                  </a:spcBef>
                </a:pPr>
              </a:p>
              <a:p>
                <a:pPr algn="ctr" marL="0" indent="0" lvl="0">
                  <a:lnSpc>
                    <a:spcPts val="1853"/>
                  </a:lnSpc>
                  <a:spcBef>
                    <a:spcPct val="0"/>
                  </a:spcBef>
                </a:pPr>
              </a:p>
            </p:txBody>
          </p:sp>
        </p:grpSp>
        <p:grpSp>
          <p:nvGrpSpPr>
            <p:cNvPr name="Group 9" id="9"/>
            <p:cNvGrpSpPr/>
            <p:nvPr/>
          </p:nvGrpSpPr>
          <p:grpSpPr>
            <a:xfrm rot="0">
              <a:off x="18064463" y="1334482"/>
              <a:ext cx="2392010" cy="1865053"/>
              <a:chOff x="0" y="0"/>
              <a:chExt cx="497773" cy="388115"/>
            </a:xfrm>
          </p:grpSpPr>
          <p:sp>
            <p:nvSpPr>
              <p:cNvPr name="Freeform 10" id="10"/>
              <p:cNvSpPr/>
              <p:nvPr/>
            </p:nvSpPr>
            <p:spPr>
              <a:xfrm flipH="false" flipV="false" rot="0">
                <a:off x="0" y="0"/>
                <a:ext cx="497773" cy="388115"/>
              </a:xfrm>
              <a:custGeom>
                <a:avLst/>
                <a:gdLst/>
                <a:ahLst/>
                <a:cxnLst/>
                <a:rect r="r" b="b" t="t" l="l"/>
                <a:pathLst>
                  <a:path h="388115" w="497773">
                    <a:moveTo>
                      <a:pt x="0" y="0"/>
                    </a:moveTo>
                    <a:lnTo>
                      <a:pt x="497773" y="0"/>
                    </a:lnTo>
                    <a:lnTo>
                      <a:pt x="497773" y="388115"/>
                    </a:lnTo>
                    <a:lnTo>
                      <a:pt x="0" y="388115"/>
                    </a:lnTo>
                    <a:close/>
                  </a:path>
                </a:pathLst>
              </a:custGeom>
              <a:solidFill>
                <a:srgbClr val="FFFFFF"/>
              </a:solidFill>
              <a:ln cap="sq">
                <a:noFill/>
                <a:prstDash val="solid"/>
                <a:miter/>
              </a:ln>
            </p:spPr>
          </p:sp>
          <p:sp>
            <p:nvSpPr>
              <p:cNvPr name="TextBox 11" id="11"/>
              <p:cNvSpPr txBox="true"/>
              <p:nvPr/>
            </p:nvSpPr>
            <p:spPr>
              <a:xfrm>
                <a:off x="0" y="-38100"/>
                <a:ext cx="497773" cy="426215"/>
              </a:xfrm>
              <a:prstGeom prst="rect">
                <a:avLst/>
              </a:prstGeom>
            </p:spPr>
            <p:txBody>
              <a:bodyPr anchor="ctr" rtlCol="false" tIns="48220" lIns="48220" bIns="48220" rIns="48220"/>
              <a:lstStyle/>
              <a:p>
                <a:pPr algn="ctr" marL="0" indent="0" lvl="0">
                  <a:lnSpc>
                    <a:spcPts val="1853"/>
                  </a:lnSpc>
                  <a:spcBef>
                    <a:spcPct val="0"/>
                  </a:spcBef>
                </a:pPr>
              </a:p>
              <a:p>
                <a:pPr algn="ctr" marL="0" indent="0" lvl="0">
                  <a:lnSpc>
                    <a:spcPts val="1853"/>
                  </a:lnSpc>
                  <a:spcBef>
                    <a:spcPct val="0"/>
                  </a:spcBef>
                </a:pPr>
              </a:p>
              <a:p>
                <a:pPr algn="ctr" marL="0" indent="0" lvl="0">
                  <a:lnSpc>
                    <a:spcPts val="1853"/>
                  </a:lnSpc>
                  <a:spcBef>
                    <a:spcPct val="0"/>
                  </a:spcBef>
                </a:pPr>
              </a:p>
            </p:txBody>
          </p:sp>
        </p:grpSp>
        <p:grpSp>
          <p:nvGrpSpPr>
            <p:cNvPr name="Group 12" id="12"/>
            <p:cNvGrpSpPr/>
            <p:nvPr/>
          </p:nvGrpSpPr>
          <p:grpSpPr>
            <a:xfrm rot="0">
              <a:off x="16059231" y="0"/>
              <a:ext cx="2504831" cy="1727243"/>
              <a:chOff x="0" y="0"/>
              <a:chExt cx="521251" cy="359436"/>
            </a:xfrm>
          </p:grpSpPr>
          <p:sp>
            <p:nvSpPr>
              <p:cNvPr name="Freeform 13" id="13"/>
              <p:cNvSpPr/>
              <p:nvPr/>
            </p:nvSpPr>
            <p:spPr>
              <a:xfrm flipH="false" flipV="false" rot="0">
                <a:off x="0" y="0"/>
                <a:ext cx="521251" cy="359436"/>
              </a:xfrm>
              <a:custGeom>
                <a:avLst/>
                <a:gdLst/>
                <a:ahLst/>
                <a:cxnLst/>
                <a:rect r="r" b="b" t="t" l="l"/>
                <a:pathLst>
                  <a:path h="359436" w="521251">
                    <a:moveTo>
                      <a:pt x="179718" y="0"/>
                    </a:moveTo>
                    <a:lnTo>
                      <a:pt x="341533" y="0"/>
                    </a:lnTo>
                    <a:cubicBezTo>
                      <a:pt x="440789" y="0"/>
                      <a:pt x="521251" y="80463"/>
                      <a:pt x="521251" y="179718"/>
                    </a:cubicBezTo>
                    <a:lnTo>
                      <a:pt x="521251" y="179718"/>
                    </a:lnTo>
                    <a:cubicBezTo>
                      <a:pt x="521251" y="227382"/>
                      <a:pt x="502317" y="273094"/>
                      <a:pt x="468613" y="306798"/>
                    </a:cubicBezTo>
                    <a:cubicBezTo>
                      <a:pt x="434909" y="340502"/>
                      <a:pt x="389197" y="359436"/>
                      <a:pt x="341533" y="359436"/>
                    </a:cubicBezTo>
                    <a:lnTo>
                      <a:pt x="179718" y="359436"/>
                    </a:lnTo>
                    <a:cubicBezTo>
                      <a:pt x="132054" y="359436"/>
                      <a:pt x="86342" y="340502"/>
                      <a:pt x="52638" y="306798"/>
                    </a:cubicBezTo>
                    <a:cubicBezTo>
                      <a:pt x="18935" y="273094"/>
                      <a:pt x="0" y="227382"/>
                      <a:pt x="0" y="179718"/>
                    </a:cubicBezTo>
                    <a:lnTo>
                      <a:pt x="0" y="179718"/>
                    </a:lnTo>
                    <a:cubicBezTo>
                      <a:pt x="0" y="132054"/>
                      <a:pt x="18935" y="86342"/>
                      <a:pt x="52638" y="52638"/>
                    </a:cubicBezTo>
                    <a:cubicBezTo>
                      <a:pt x="86342" y="18935"/>
                      <a:pt x="132054" y="0"/>
                      <a:pt x="179718" y="0"/>
                    </a:cubicBezTo>
                    <a:close/>
                  </a:path>
                </a:pathLst>
              </a:custGeom>
              <a:solidFill>
                <a:srgbClr val="5170FF"/>
              </a:solidFill>
              <a:ln cap="rnd">
                <a:noFill/>
                <a:prstDash val="solid"/>
                <a:round/>
              </a:ln>
            </p:spPr>
          </p:sp>
          <p:sp>
            <p:nvSpPr>
              <p:cNvPr name="TextBox 14" id="14"/>
              <p:cNvSpPr txBox="true"/>
              <p:nvPr/>
            </p:nvSpPr>
            <p:spPr>
              <a:xfrm>
                <a:off x="0" y="-38100"/>
                <a:ext cx="521251" cy="397536"/>
              </a:xfrm>
              <a:prstGeom prst="rect">
                <a:avLst/>
              </a:prstGeom>
            </p:spPr>
            <p:txBody>
              <a:bodyPr anchor="ctr" rtlCol="false" tIns="48220" lIns="48220" bIns="48220" rIns="48220"/>
              <a:lstStyle/>
              <a:p>
                <a:pPr algn="ctr" marL="0" indent="0" lvl="0">
                  <a:lnSpc>
                    <a:spcPts val="1853"/>
                  </a:lnSpc>
                  <a:spcBef>
                    <a:spcPct val="0"/>
                  </a:spcBef>
                </a:pPr>
              </a:p>
              <a:p>
                <a:pPr algn="ctr" marL="0" indent="0" lvl="0">
                  <a:lnSpc>
                    <a:spcPts val="1853"/>
                  </a:lnSpc>
                  <a:spcBef>
                    <a:spcPct val="0"/>
                  </a:spcBef>
                </a:pPr>
              </a:p>
              <a:p>
                <a:pPr algn="ctr" marL="0" indent="0" lvl="0">
                  <a:lnSpc>
                    <a:spcPts val="1853"/>
                  </a:lnSpc>
                  <a:spcBef>
                    <a:spcPct val="0"/>
                  </a:spcBef>
                </a:pPr>
              </a:p>
            </p:txBody>
          </p:sp>
        </p:grpSp>
      </p:grpSp>
      <p:sp>
        <p:nvSpPr>
          <p:cNvPr name="TextBox 15" id="15"/>
          <p:cNvSpPr txBox="true"/>
          <p:nvPr/>
        </p:nvSpPr>
        <p:spPr>
          <a:xfrm rot="0">
            <a:off x="1355167" y="696396"/>
            <a:ext cx="12295240" cy="685800"/>
          </a:xfrm>
          <a:prstGeom prst="rect">
            <a:avLst/>
          </a:prstGeom>
        </p:spPr>
        <p:txBody>
          <a:bodyPr anchor="t" rtlCol="false" tIns="0" lIns="0" bIns="0" rIns="0">
            <a:spAutoFit/>
          </a:bodyPr>
          <a:lstStyle/>
          <a:p>
            <a:pPr algn="l" marL="0" indent="0" lvl="0">
              <a:lnSpc>
                <a:spcPts val="5100"/>
              </a:lnSpc>
              <a:spcBef>
                <a:spcPct val="0"/>
              </a:spcBef>
            </a:pPr>
            <a:r>
              <a:rPr lang="en-US" b="true" sz="5000" spc="-100" strike="noStrike" u="none">
                <a:solidFill>
                  <a:srgbClr val="FFFFFF"/>
                </a:solidFill>
                <a:latin typeface="프리젠테이션 Bold"/>
                <a:ea typeface="프리젠테이션 Bold"/>
                <a:cs typeface="프리젠테이션 Bold"/>
                <a:sym typeface="프리젠테이션 Bold"/>
              </a:rPr>
              <a:t>쉬는 시간</a:t>
            </a:r>
          </a:p>
        </p:txBody>
      </p:sp>
      <p:sp>
        <p:nvSpPr>
          <p:cNvPr name="Freeform 16" id="16"/>
          <p:cNvSpPr/>
          <p:nvPr/>
        </p:nvSpPr>
        <p:spPr>
          <a:xfrm flipH="false" flipV="false" rot="0">
            <a:off x="820604" y="843344"/>
            <a:ext cx="334731" cy="334731"/>
          </a:xfrm>
          <a:custGeom>
            <a:avLst/>
            <a:gdLst/>
            <a:ahLst/>
            <a:cxnLst/>
            <a:rect r="r" b="b" t="t" l="l"/>
            <a:pathLst>
              <a:path h="334731" w="334731">
                <a:moveTo>
                  <a:pt x="0" y="0"/>
                </a:moveTo>
                <a:lnTo>
                  <a:pt x="334731" y="0"/>
                </a:lnTo>
                <a:lnTo>
                  <a:pt x="334731" y="334731"/>
                </a:lnTo>
                <a:lnTo>
                  <a:pt x="0" y="334731"/>
                </a:lnTo>
                <a:lnTo>
                  <a:pt x="0" y="0"/>
                </a:lnTo>
                <a:close/>
              </a:path>
            </a:pathLst>
          </a:custGeom>
          <a:blipFill>
            <a:blip r:embed="rId3">
              <a:extLst>
                <a:ext uri="{96DAC541-7B7A-43D3-8B79-37D633B846F1}">
                  <asvg:svgBlip xmlns:asvg="http://schemas.microsoft.com/office/drawing/2016/SVG/main" r:embed="rId4"/>
                </a:ext>
              </a:extLst>
            </a:blip>
            <a:stretch>
              <a:fillRect l="0" t="0" r="0" b="0"/>
            </a:stretch>
          </a:blipFill>
        </p:spPr>
      </p:sp>
      <p:sp>
        <p:nvSpPr>
          <p:cNvPr name="TextBox 17" id="17"/>
          <p:cNvSpPr txBox="true"/>
          <p:nvPr/>
        </p:nvSpPr>
        <p:spPr>
          <a:xfrm rot="0">
            <a:off x="3432477" y="5792019"/>
            <a:ext cx="11423046" cy="718947"/>
          </a:xfrm>
          <a:prstGeom prst="rect">
            <a:avLst/>
          </a:prstGeom>
        </p:spPr>
        <p:txBody>
          <a:bodyPr anchor="t" rtlCol="false" tIns="0" lIns="0" bIns="0" rIns="0">
            <a:spAutoFit/>
          </a:bodyPr>
          <a:lstStyle/>
          <a:p>
            <a:pPr algn="ctr" marL="0" indent="0" lvl="0">
              <a:lnSpc>
                <a:spcPts val="5423"/>
              </a:lnSpc>
              <a:spcBef>
                <a:spcPct val="0"/>
              </a:spcBef>
            </a:pPr>
            <a:r>
              <a:rPr lang="en-US" b="true" sz="4800" spc="-144" strike="noStrike" u="none">
                <a:solidFill>
                  <a:srgbClr val="000000"/>
                </a:solidFill>
                <a:latin typeface="프리젠테이션 Bold"/>
                <a:ea typeface="프리젠테이션 Bold"/>
                <a:cs typeface="프리젠테이션 Bold"/>
                <a:sym typeface="프리젠테이션 Bold"/>
              </a:rPr>
              <a:t>10분 쉬어 갈게요!</a:t>
            </a:r>
          </a:p>
        </p:txBody>
      </p:sp>
      <p:sp>
        <p:nvSpPr>
          <p:cNvPr name="TextBox 18" id="18"/>
          <p:cNvSpPr txBox="true"/>
          <p:nvPr/>
        </p:nvSpPr>
        <p:spPr>
          <a:xfrm rot="0">
            <a:off x="3432477" y="6590517"/>
            <a:ext cx="11423046" cy="718947"/>
          </a:xfrm>
          <a:prstGeom prst="rect">
            <a:avLst/>
          </a:prstGeom>
        </p:spPr>
        <p:txBody>
          <a:bodyPr anchor="t" rtlCol="false" tIns="0" lIns="0" bIns="0" rIns="0">
            <a:spAutoFit/>
          </a:bodyPr>
          <a:lstStyle/>
          <a:p>
            <a:pPr algn="ctr" marL="0" indent="0" lvl="0">
              <a:lnSpc>
                <a:spcPts val="5423"/>
              </a:lnSpc>
              <a:spcBef>
                <a:spcPct val="0"/>
              </a:spcBef>
            </a:pPr>
            <a:r>
              <a:rPr lang="en-US" b="true" sz="4800" spc="-144" strike="noStrike" u="none">
                <a:solidFill>
                  <a:srgbClr val="5170FF"/>
                </a:solidFill>
                <a:latin typeface="프리젠테이션 Bold"/>
                <a:ea typeface="프리젠테이션 Bold"/>
                <a:cs typeface="프리젠테이션 Bold"/>
                <a:sym typeface="프리젠테이션 Bold"/>
              </a:rPr>
              <a:t>19:40에 다시 시작합니다</a:t>
            </a:r>
          </a:p>
        </p:txBody>
      </p:sp>
      <p:sp>
        <p:nvSpPr>
          <p:cNvPr name="TextBox 19" id="19"/>
          <p:cNvSpPr txBox="true"/>
          <p:nvPr/>
        </p:nvSpPr>
        <p:spPr>
          <a:xfrm rot="0">
            <a:off x="5408845" y="7574259"/>
            <a:ext cx="7496762" cy="593598"/>
          </a:xfrm>
          <a:prstGeom prst="rect">
            <a:avLst/>
          </a:prstGeom>
        </p:spPr>
        <p:txBody>
          <a:bodyPr anchor="t" rtlCol="false" tIns="0" lIns="0" bIns="0" rIns="0">
            <a:spAutoFit/>
          </a:bodyPr>
          <a:lstStyle/>
          <a:p>
            <a:pPr algn="ctr" marL="0" indent="0" lvl="0">
              <a:lnSpc>
                <a:spcPts val="2285"/>
              </a:lnSpc>
              <a:spcBef>
                <a:spcPct val="0"/>
              </a:spcBef>
            </a:pPr>
            <a:r>
              <a:rPr lang="en-US" b="true" sz="1799" spc="30" strike="noStrike" u="none">
                <a:solidFill>
                  <a:srgbClr val="747EA3"/>
                </a:solidFill>
                <a:latin typeface="프리젠테이션 Bold"/>
                <a:ea typeface="프리젠테이션 Bold"/>
                <a:cs typeface="프리젠테이션 Bold"/>
                <a:sym typeface="프리젠테이션 Bold"/>
              </a:rPr>
              <a:t>다음 파트: 컨텍스트 엔지니어링</a:t>
            </a:r>
          </a:p>
          <a:p>
            <a:pPr algn="ctr" marL="0" indent="0" lvl="0">
              <a:lnSpc>
                <a:spcPts val="2285"/>
              </a:lnSpc>
              <a:spcBef>
                <a:spcPct val="0"/>
              </a:spcBef>
            </a:pPr>
            <a:r>
              <a:rPr lang="en-US" b="true" sz="1799" spc="30" strike="noStrike" u="none">
                <a:solidFill>
                  <a:srgbClr val="747EA3"/>
                </a:solidFill>
                <a:latin typeface="프리젠테이션 Bold"/>
                <a:ea typeface="프리젠테이션 Bold"/>
                <a:cs typeface="프리젠테이션 Bold"/>
                <a:sym typeface="프리젠테이션 Bold"/>
              </a:rPr>
              <a:t>실습 1에서 수정한 index.html을 그대로 이어서 씁니다.</a:t>
            </a:r>
          </a:p>
        </p:txBody>
      </p:sp>
      <p:sp>
        <p:nvSpPr>
          <p:cNvPr name="TextBox 20" id="20"/>
          <p:cNvSpPr txBox="true"/>
          <p:nvPr/>
        </p:nvSpPr>
        <p:spPr>
          <a:xfrm rot="0">
            <a:off x="14694520" y="1353621"/>
            <a:ext cx="2865076" cy="325120"/>
          </a:xfrm>
          <a:prstGeom prst="rect">
            <a:avLst/>
          </a:prstGeom>
        </p:spPr>
        <p:txBody>
          <a:bodyPr anchor="t" rtlCol="false" tIns="0" lIns="0" bIns="0" rIns="0">
            <a:spAutoFit/>
          </a:bodyPr>
          <a:lstStyle/>
          <a:p>
            <a:pPr algn="ctr" marL="0" indent="0" lvl="0">
              <a:lnSpc>
                <a:spcPts val="2540"/>
              </a:lnSpc>
              <a:spcBef>
                <a:spcPct val="0"/>
              </a:spcBef>
            </a:pPr>
            <a:r>
              <a:rPr lang="en-US" b="true" sz="2000" spc="122" strike="noStrike" u="none">
                <a:solidFill>
                  <a:srgbClr val="5170FF"/>
                </a:solidFill>
                <a:latin typeface="프리젠테이션 Bold"/>
                <a:ea typeface="프리젠테이션 Bold"/>
                <a:cs typeface="프리젠테이션 Bold"/>
                <a:sym typeface="프리젠테이션 Bold"/>
              </a:rPr>
              <a:t>해달 바이브코딩 기초반</a:t>
            </a:r>
          </a:p>
        </p:txBody>
      </p:sp>
      <p:sp>
        <p:nvSpPr>
          <p:cNvPr name="Freeform 21" id="21" descr="녹차 한 잔과 노트북, 시계가 있는 휴식 일러스트"/>
          <p:cNvSpPr/>
          <p:nvPr/>
        </p:nvSpPr>
        <p:spPr>
          <a:xfrm flipH="false" flipV="false" rot="0">
            <a:off x="6191250" y="2143125"/>
            <a:ext cx="5905500" cy="3324225"/>
          </a:xfrm>
          <a:custGeom>
            <a:avLst/>
            <a:gdLst/>
            <a:ahLst/>
            <a:cxnLst/>
            <a:rect r="r" b="b" t="t" l="l"/>
            <a:pathLst>
              <a:path h="3324225" w="5905500">
                <a:moveTo>
                  <a:pt x="0" y="0"/>
                </a:moveTo>
                <a:lnTo>
                  <a:pt x="5905500" y="0"/>
                </a:lnTo>
                <a:lnTo>
                  <a:pt x="5905500" y="3324225"/>
                </a:lnTo>
                <a:lnTo>
                  <a:pt x="0" y="3324225"/>
                </a:lnTo>
                <a:lnTo>
                  <a:pt x="0" y="0"/>
                </a:lnTo>
                <a:close/>
              </a:path>
            </a:pathLst>
          </a:custGeom>
          <a:blipFill>
            <a:blip r:embed="rId5"/>
            <a:stretch>
              <a:fillRect l="-147" t="0" r="-147" b="0"/>
            </a:stretch>
          </a:blipFill>
        </p:spPr>
      </p:sp>
    </p:spTree>
  </p:cSld>
  <p:clrMapOvr>
    <a:masterClrMapping/>
  </p:clrMapOvr>
</p:sld>
</file>

<file path=ppt/slides/slide19.xml><?xml version="1.0" encoding="utf-8"?>
<p:sld xmlns:p="http://schemas.openxmlformats.org/presentationml/2006/main" xmlns:a="http://schemas.openxmlformats.org/drawingml/2006/main" xmlns:r="http://schemas.openxmlformats.org/officeDocument/2006/relationships">
  <p:cSld>
    <p:bg>
      <p:bgPr>
        <a:solidFill>
          <a:srgbClr val="5170FF"/>
        </a:solidFill>
      </p:bgPr>
    </p:bg>
    <p:spTree>
      <p:nvGrpSpPr>
        <p:cNvPr id="1" name=""/>
        <p:cNvGrpSpPr/>
        <p:nvPr/>
      </p:nvGrpSpPr>
      <p:grpSpPr>
        <a:xfrm>
          <a:off x="0" y="0"/>
          <a:ext cx="0" cy="0"/>
          <a:chOff x="0" y="0"/>
          <a:chExt cx="0" cy="0"/>
        </a:xfrm>
      </p:grpSpPr>
      <p:grpSp>
        <p:nvGrpSpPr>
          <p:cNvPr name="Group 2" id="2"/>
          <p:cNvGrpSpPr/>
          <p:nvPr/>
        </p:nvGrpSpPr>
        <p:grpSpPr>
          <a:xfrm rot="0">
            <a:off x="534854" y="566049"/>
            <a:ext cx="17218292" cy="9186097"/>
            <a:chOff x="0" y="0"/>
            <a:chExt cx="22957723" cy="12248129"/>
          </a:xfrm>
        </p:grpSpPr>
        <p:grpSp>
          <p:nvGrpSpPr>
            <p:cNvPr name="Group 3" id="3"/>
            <p:cNvGrpSpPr/>
            <p:nvPr/>
          </p:nvGrpSpPr>
          <p:grpSpPr>
            <a:xfrm rot="0">
              <a:off x="0" y="835531"/>
              <a:ext cx="22957723" cy="11412598"/>
              <a:chOff x="0" y="0"/>
              <a:chExt cx="4777465" cy="2374943"/>
            </a:xfrm>
          </p:grpSpPr>
          <p:sp>
            <p:nvSpPr>
              <p:cNvPr name="Freeform 4" id="4"/>
              <p:cNvSpPr/>
              <p:nvPr/>
            </p:nvSpPr>
            <p:spPr>
              <a:xfrm flipH="false" flipV="false" rot="0">
                <a:off x="0" y="0"/>
                <a:ext cx="4777465" cy="2374943"/>
              </a:xfrm>
              <a:custGeom>
                <a:avLst/>
                <a:gdLst/>
                <a:ahLst/>
                <a:cxnLst/>
                <a:rect r="r" b="b" t="t" l="l"/>
                <a:pathLst>
                  <a:path h="2374943" w="4777465">
                    <a:moveTo>
                      <a:pt x="22931" y="0"/>
                    </a:moveTo>
                    <a:lnTo>
                      <a:pt x="4754534" y="0"/>
                    </a:lnTo>
                    <a:cubicBezTo>
                      <a:pt x="4767199" y="0"/>
                      <a:pt x="4777465" y="10267"/>
                      <a:pt x="4777465" y="22931"/>
                    </a:cubicBezTo>
                    <a:lnTo>
                      <a:pt x="4777465" y="2352012"/>
                    </a:lnTo>
                    <a:cubicBezTo>
                      <a:pt x="4777465" y="2358094"/>
                      <a:pt x="4775049" y="2363926"/>
                      <a:pt x="4770749" y="2368227"/>
                    </a:cubicBezTo>
                    <a:cubicBezTo>
                      <a:pt x="4766449" y="2372527"/>
                      <a:pt x="4760616" y="2374943"/>
                      <a:pt x="4754534" y="2374943"/>
                    </a:cubicBezTo>
                    <a:lnTo>
                      <a:pt x="22931" y="2374943"/>
                    </a:lnTo>
                    <a:cubicBezTo>
                      <a:pt x="10267" y="2374943"/>
                      <a:pt x="0" y="2364677"/>
                      <a:pt x="0" y="2352012"/>
                    </a:cubicBezTo>
                    <a:lnTo>
                      <a:pt x="0" y="22931"/>
                    </a:lnTo>
                    <a:cubicBezTo>
                      <a:pt x="0" y="10267"/>
                      <a:pt x="10267" y="0"/>
                      <a:pt x="22931" y="0"/>
                    </a:cubicBezTo>
                    <a:close/>
                  </a:path>
                </a:pathLst>
              </a:custGeom>
              <a:solidFill>
                <a:srgbClr val="FFFFFF"/>
              </a:solidFill>
              <a:ln cap="rnd">
                <a:noFill/>
                <a:prstDash val="solid"/>
                <a:round/>
              </a:ln>
            </p:spPr>
          </p:sp>
          <p:sp>
            <p:nvSpPr>
              <p:cNvPr name="TextBox 5" id="5"/>
              <p:cNvSpPr txBox="true"/>
              <p:nvPr/>
            </p:nvSpPr>
            <p:spPr>
              <a:xfrm>
                <a:off x="0" y="-38100"/>
                <a:ext cx="4777465" cy="2413043"/>
              </a:xfrm>
              <a:prstGeom prst="rect">
                <a:avLst/>
              </a:prstGeom>
            </p:spPr>
            <p:txBody>
              <a:bodyPr anchor="ctr" rtlCol="false" tIns="48220" lIns="48220" bIns="48220" rIns="48220"/>
              <a:lstStyle/>
              <a:p>
                <a:pPr algn="ctr" marL="0" indent="0" lvl="0">
                  <a:lnSpc>
                    <a:spcPts val="1853"/>
                  </a:lnSpc>
                  <a:spcBef>
                    <a:spcPct val="0"/>
                  </a:spcBef>
                </a:pPr>
              </a:p>
              <a:p>
                <a:pPr algn="ctr" marL="0" indent="0" lvl="0">
                  <a:lnSpc>
                    <a:spcPts val="1853"/>
                  </a:lnSpc>
                  <a:spcBef>
                    <a:spcPct val="0"/>
                  </a:spcBef>
                </a:pPr>
              </a:p>
              <a:p>
                <a:pPr algn="ctr" marL="0" indent="0" lvl="0">
                  <a:lnSpc>
                    <a:spcPts val="1853"/>
                  </a:lnSpc>
                  <a:spcBef>
                    <a:spcPct val="0"/>
                  </a:spcBef>
                </a:pPr>
              </a:p>
            </p:txBody>
          </p:sp>
        </p:grpSp>
        <p:grpSp>
          <p:nvGrpSpPr>
            <p:cNvPr name="Group 6" id="6"/>
            <p:cNvGrpSpPr/>
            <p:nvPr/>
          </p:nvGrpSpPr>
          <p:grpSpPr>
            <a:xfrm rot="0">
              <a:off x="4517287" y="0"/>
              <a:ext cx="18440436" cy="3397582"/>
              <a:chOff x="0" y="0"/>
              <a:chExt cx="3837425" cy="707031"/>
            </a:xfrm>
          </p:grpSpPr>
          <p:sp>
            <p:nvSpPr>
              <p:cNvPr name="Freeform 7" id="7"/>
              <p:cNvSpPr/>
              <p:nvPr/>
            </p:nvSpPr>
            <p:spPr>
              <a:xfrm flipH="false" flipV="false" rot="0">
                <a:off x="0" y="0"/>
                <a:ext cx="3837425" cy="707031"/>
              </a:xfrm>
              <a:custGeom>
                <a:avLst/>
                <a:gdLst/>
                <a:ahLst/>
                <a:cxnLst/>
                <a:rect r="r" b="b" t="t" l="l"/>
                <a:pathLst>
                  <a:path h="707031" w="3837425">
                    <a:moveTo>
                      <a:pt x="28549" y="0"/>
                    </a:moveTo>
                    <a:lnTo>
                      <a:pt x="3808877" y="0"/>
                    </a:lnTo>
                    <a:cubicBezTo>
                      <a:pt x="3824644" y="0"/>
                      <a:pt x="3837425" y="12782"/>
                      <a:pt x="3837425" y="28549"/>
                    </a:cubicBezTo>
                    <a:lnTo>
                      <a:pt x="3837425" y="678483"/>
                    </a:lnTo>
                    <a:cubicBezTo>
                      <a:pt x="3837425" y="686054"/>
                      <a:pt x="3834418" y="693316"/>
                      <a:pt x="3829064" y="698670"/>
                    </a:cubicBezTo>
                    <a:cubicBezTo>
                      <a:pt x="3823710" y="704024"/>
                      <a:pt x="3816448" y="707031"/>
                      <a:pt x="3808877" y="707031"/>
                    </a:cubicBezTo>
                    <a:lnTo>
                      <a:pt x="28549" y="707031"/>
                    </a:lnTo>
                    <a:cubicBezTo>
                      <a:pt x="12782" y="707031"/>
                      <a:pt x="0" y="694250"/>
                      <a:pt x="0" y="678483"/>
                    </a:cubicBezTo>
                    <a:lnTo>
                      <a:pt x="0" y="28549"/>
                    </a:lnTo>
                    <a:cubicBezTo>
                      <a:pt x="0" y="20977"/>
                      <a:pt x="3008" y="13716"/>
                      <a:pt x="8362" y="8362"/>
                    </a:cubicBezTo>
                    <a:cubicBezTo>
                      <a:pt x="13716" y="3008"/>
                      <a:pt x="20977" y="0"/>
                      <a:pt x="28549" y="0"/>
                    </a:cubicBezTo>
                    <a:close/>
                  </a:path>
                </a:pathLst>
              </a:custGeom>
              <a:solidFill>
                <a:srgbClr val="FFFFFF"/>
              </a:solidFill>
              <a:ln cap="rnd">
                <a:noFill/>
                <a:prstDash val="solid"/>
                <a:round/>
              </a:ln>
            </p:spPr>
          </p:sp>
          <p:sp>
            <p:nvSpPr>
              <p:cNvPr name="TextBox 8" id="8"/>
              <p:cNvSpPr txBox="true"/>
              <p:nvPr/>
            </p:nvSpPr>
            <p:spPr>
              <a:xfrm>
                <a:off x="0" y="-38100"/>
                <a:ext cx="3837425" cy="745131"/>
              </a:xfrm>
              <a:prstGeom prst="rect">
                <a:avLst/>
              </a:prstGeom>
            </p:spPr>
            <p:txBody>
              <a:bodyPr anchor="ctr" rtlCol="false" tIns="48220" lIns="48220" bIns="48220" rIns="48220"/>
              <a:lstStyle/>
              <a:p>
                <a:pPr algn="ctr" marL="0" indent="0" lvl="0">
                  <a:lnSpc>
                    <a:spcPts val="1853"/>
                  </a:lnSpc>
                  <a:spcBef>
                    <a:spcPct val="0"/>
                  </a:spcBef>
                </a:pPr>
              </a:p>
              <a:p>
                <a:pPr algn="ctr" marL="0" indent="0" lvl="0">
                  <a:lnSpc>
                    <a:spcPts val="1853"/>
                  </a:lnSpc>
                  <a:spcBef>
                    <a:spcPct val="0"/>
                  </a:spcBef>
                </a:pPr>
              </a:p>
              <a:p>
                <a:pPr algn="ctr" marL="0" indent="0" lvl="0">
                  <a:lnSpc>
                    <a:spcPts val="1853"/>
                  </a:lnSpc>
                  <a:spcBef>
                    <a:spcPct val="0"/>
                  </a:spcBef>
                </a:pPr>
              </a:p>
            </p:txBody>
          </p:sp>
        </p:grpSp>
        <p:grpSp>
          <p:nvGrpSpPr>
            <p:cNvPr name="Group 9" id="9"/>
            <p:cNvGrpSpPr/>
            <p:nvPr/>
          </p:nvGrpSpPr>
          <p:grpSpPr>
            <a:xfrm rot="0">
              <a:off x="4081187" y="442770"/>
              <a:ext cx="2392010" cy="1865053"/>
              <a:chOff x="0" y="0"/>
              <a:chExt cx="497773" cy="388115"/>
            </a:xfrm>
          </p:grpSpPr>
          <p:sp>
            <p:nvSpPr>
              <p:cNvPr name="Freeform 10" id="10"/>
              <p:cNvSpPr/>
              <p:nvPr/>
            </p:nvSpPr>
            <p:spPr>
              <a:xfrm flipH="false" flipV="false" rot="0">
                <a:off x="0" y="0"/>
                <a:ext cx="497773" cy="388115"/>
              </a:xfrm>
              <a:custGeom>
                <a:avLst/>
                <a:gdLst/>
                <a:ahLst/>
                <a:cxnLst/>
                <a:rect r="r" b="b" t="t" l="l"/>
                <a:pathLst>
                  <a:path h="388115" w="497773">
                    <a:moveTo>
                      <a:pt x="0" y="0"/>
                    </a:moveTo>
                    <a:lnTo>
                      <a:pt x="497773" y="0"/>
                    </a:lnTo>
                    <a:lnTo>
                      <a:pt x="497773" y="388115"/>
                    </a:lnTo>
                    <a:lnTo>
                      <a:pt x="0" y="388115"/>
                    </a:lnTo>
                    <a:close/>
                  </a:path>
                </a:pathLst>
              </a:custGeom>
              <a:solidFill>
                <a:srgbClr val="FFFFFF"/>
              </a:solidFill>
              <a:ln cap="sq">
                <a:noFill/>
                <a:prstDash val="solid"/>
                <a:miter/>
              </a:ln>
            </p:spPr>
          </p:sp>
          <p:sp>
            <p:nvSpPr>
              <p:cNvPr name="TextBox 11" id="11"/>
              <p:cNvSpPr txBox="true"/>
              <p:nvPr/>
            </p:nvSpPr>
            <p:spPr>
              <a:xfrm>
                <a:off x="0" y="-38100"/>
                <a:ext cx="497773" cy="426215"/>
              </a:xfrm>
              <a:prstGeom prst="rect">
                <a:avLst/>
              </a:prstGeom>
            </p:spPr>
            <p:txBody>
              <a:bodyPr anchor="ctr" rtlCol="false" tIns="48220" lIns="48220" bIns="48220" rIns="48220"/>
              <a:lstStyle/>
              <a:p>
                <a:pPr algn="ctr" marL="0" indent="0" lvl="0">
                  <a:lnSpc>
                    <a:spcPts val="1853"/>
                  </a:lnSpc>
                  <a:spcBef>
                    <a:spcPct val="0"/>
                  </a:spcBef>
                </a:pPr>
              </a:p>
              <a:p>
                <a:pPr algn="ctr" marL="0" indent="0" lvl="0">
                  <a:lnSpc>
                    <a:spcPts val="1853"/>
                  </a:lnSpc>
                  <a:spcBef>
                    <a:spcPct val="0"/>
                  </a:spcBef>
                </a:pPr>
              </a:p>
              <a:p>
                <a:pPr algn="ctr" marL="0" indent="0" lvl="0">
                  <a:lnSpc>
                    <a:spcPts val="1853"/>
                  </a:lnSpc>
                  <a:spcBef>
                    <a:spcPct val="0"/>
                  </a:spcBef>
                </a:pPr>
              </a:p>
            </p:txBody>
          </p:sp>
        </p:grpSp>
      </p:grpSp>
      <p:grpSp>
        <p:nvGrpSpPr>
          <p:cNvPr name="Group 12" id="12"/>
          <p:cNvGrpSpPr/>
          <p:nvPr/>
        </p:nvGrpSpPr>
        <p:grpSpPr>
          <a:xfrm rot="0">
            <a:off x="2091821" y="-102735"/>
            <a:ext cx="1878623" cy="1295432"/>
            <a:chOff x="0" y="0"/>
            <a:chExt cx="521251" cy="359436"/>
          </a:xfrm>
        </p:grpSpPr>
        <p:sp>
          <p:nvSpPr>
            <p:cNvPr name="Freeform 13" id="13"/>
            <p:cNvSpPr/>
            <p:nvPr/>
          </p:nvSpPr>
          <p:spPr>
            <a:xfrm flipH="false" flipV="false" rot="0">
              <a:off x="0" y="0"/>
              <a:ext cx="521251" cy="359436"/>
            </a:xfrm>
            <a:custGeom>
              <a:avLst/>
              <a:gdLst/>
              <a:ahLst/>
              <a:cxnLst/>
              <a:rect r="r" b="b" t="t" l="l"/>
              <a:pathLst>
                <a:path h="359436" w="521251">
                  <a:moveTo>
                    <a:pt x="179718" y="0"/>
                  </a:moveTo>
                  <a:lnTo>
                    <a:pt x="341533" y="0"/>
                  </a:lnTo>
                  <a:cubicBezTo>
                    <a:pt x="440789" y="0"/>
                    <a:pt x="521251" y="80463"/>
                    <a:pt x="521251" y="179718"/>
                  </a:cubicBezTo>
                  <a:lnTo>
                    <a:pt x="521251" y="179718"/>
                  </a:lnTo>
                  <a:cubicBezTo>
                    <a:pt x="521251" y="227382"/>
                    <a:pt x="502317" y="273094"/>
                    <a:pt x="468613" y="306798"/>
                  </a:cubicBezTo>
                  <a:cubicBezTo>
                    <a:pt x="434909" y="340502"/>
                    <a:pt x="389197" y="359436"/>
                    <a:pt x="341533" y="359436"/>
                  </a:cubicBezTo>
                  <a:lnTo>
                    <a:pt x="179718" y="359436"/>
                  </a:lnTo>
                  <a:cubicBezTo>
                    <a:pt x="132054" y="359436"/>
                    <a:pt x="86342" y="340502"/>
                    <a:pt x="52638" y="306798"/>
                  </a:cubicBezTo>
                  <a:cubicBezTo>
                    <a:pt x="18935" y="273094"/>
                    <a:pt x="0" y="227382"/>
                    <a:pt x="0" y="179718"/>
                  </a:cubicBezTo>
                  <a:lnTo>
                    <a:pt x="0" y="179718"/>
                  </a:lnTo>
                  <a:cubicBezTo>
                    <a:pt x="0" y="132054"/>
                    <a:pt x="18935" y="86342"/>
                    <a:pt x="52638" y="52638"/>
                  </a:cubicBezTo>
                  <a:cubicBezTo>
                    <a:pt x="86342" y="18935"/>
                    <a:pt x="132054" y="0"/>
                    <a:pt x="179718" y="0"/>
                  </a:cubicBezTo>
                  <a:close/>
                </a:path>
              </a:pathLst>
            </a:custGeom>
            <a:solidFill>
              <a:srgbClr val="5170FF"/>
            </a:solidFill>
            <a:ln cap="rnd">
              <a:noFill/>
              <a:prstDash val="solid"/>
              <a:round/>
            </a:ln>
          </p:spPr>
        </p:sp>
        <p:sp>
          <p:nvSpPr>
            <p:cNvPr name="TextBox 14" id="14"/>
            <p:cNvSpPr txBox="true"/>
            <p:nvPr/>
          </p:nvSpPr>
          <p:spPr>
            <a:xfrm>
              <a:off x="0" y="-38100"/>
              <a:ext cx="521251" cy="397536"/>
            </a:xfrm>
            <a:prstGeom prst="rect">
              <a:avLst/>
            </a:prstGeom>
          </p:spPr>
          <p:txBody>
            <a:bodyPr anchor="ctr" rtlCol="false" tIns="48220" lIns="48220" bIns="48220" rIns="48220"/>
            <a:lstStyle/>
            <a:p>
              <a:pPr algn="ctr" marL="0" indent="0" lvl="0">
                <a:lnSpc>
                  <a:spcPts val="1853"/>
                </a:lnSpc>
                <a:spcBef>
                  <a:spcPct val="0"/>
                </a:spcBef>
              </a:pPr>
            </a:p>
            <a:p>
              <a:pPr algn="ctr" marL="0" indent="0" lvl="0">
                <a:lnSpc>
                  <a:spcPts val="1853"/>
                </a:lnSpc>
                <a:spcBef>
                  <a:spcPct val="0"/>
                </a:spcBef>
              </a:pPr>
            </a:p>
            <a:p>
              <a:pPr algn="ctr" marL="0" indent="0" lvl="0">
                <a:lnSpc>
                  <a:spcPts val="1853"/>
                </a:lnSpc>
                <a:spcBef>
                  <a:spcPct val="0"/>
                </a:spcBef>
              </a:pPr>
            </a:p>
          </p:txBody>
        </p:sp>
      </p:grpSp>
      <p:sp>
        <p:nvSpPr>
          <p:cNvPr name="Freeform 15" id="15"/>
          <p:cNvSpPr/>
          <p:nvPr/>
        </p:nvSpPr>
        <p:spPr>
          <a:xfrm flipH="false" flipV="false" rot="-5400000">
            <a:off x="16995628" y="862350"/>
            <a:ext cx="82863" cy="368281"/>
          </a:xfrm>
          <a:custGeom>
            <a:avLst/>
            <a:gdLst/>
            <a:ahLst/>
            <a:cxnLst/>
            <a:rect r="r" b="b" t="t" l="l"/>
            <a:pathLst>
              <a:path h="368281" w="82863">
                <a:moveTo>
                  <a:pt x="0" y="0"/>
                </a:moveTo>
                <a:lnTo>
                  <a:pt x="82863" y="0"/>
                </a:lnTo>
                <a:lnTo>
                  <a:pt x="82863" y="368281"/>
                </a:lnTo>
                <a:lnTo>
                  <a:pt x="0" y="368281"/>
                </a:lnTo>
                <a:lnTo>
                  <a:pt x="0" y="0"/>
                </a:lnTo>
                <a:close/>
              </a:path>
            </a:pathLst>
          </a:custGeom>
          <a:blipFill>
            <a:blip r:embed="rId3">
              <a:extLst>
                <a:ext uri="{96DAC541-7B7A-43D3-8B79-37D633B846F1}">
                  <asvg:svgBlip xmlns:asvg="http://schemas.microsoft.com/office/drawing/2016/SVG/main" r:embed="rId4"/>
                </a:ext>
              </a:extLst>
            </a:blip>
            <a:stretch>
              <a:fillRect l="0" t="0" r="0" b="0"/>
            </a:stretch>
          </a:blipFill>
          <a:ln cap="sq">
            <a:noFill/>
            <a:prstDash val="solid"/>
            <a:miter/>
          </a:ln>
        </p:spPr>
      </p:sp>
      <p:sp>
        <p:nvSpPr>
          <p:cNvPr name="Freeform 16" id="16"/>
          <p:cNvSpPr/>
          <p:nvPr/>
        </p:nvSpPr>
        <p:spPr>
          <a:xfrm flipH="false" flipV="false" rot="0">
            <a:off x="13540110" y="6593084"/>
            <a:ext cx="3312808" cy="2401786"/>
          </a:xfrm>
          <a:custGeom>
            <a:avLst/>
            <a:gdLst/>
            <a:ahLst/>
            <a:cxnLst/>
            <a:rect r="r" b="b" t="t" l="l"/>
            <a:pathLst>
              <a:path h="2401786" w="3312808">
                <a:moveTo>
                  <a:pt x="0" y="0"/>
                </a:moveTo>
                <a:lnTo>
                  <a:pt x="3312809" y="0"/>
                </a:lnTo>
                <a:lnTo>
                  <a:pt x="3312809" y="2401786"/>
                </a:lnTo>
                <a:lnTo>
                  <a:pt x="0" y="2401786"/>
                </a:lnTo>
                <a:lnTo>
                  <a:pt x="0" y="0"/>
                </a:lnTo>
                <a:close/>
              </a:path>
            </a:pathLst>
          </a:custGeom>
          <a:blipFill>
            <a:blip r:embed="rId5">
              <a:extLst>
                <a:ext uri="{96DAC541-7B7A-43D3-8B79-37D633B846F1}">
                  <asvg:svgBlip xmlns:asvg="http://schemas.microsoft.com/office/drawing/2016/SVG/main" r:embed="rId6"/>
                </a:ext>
              </a:extLst>
            </a:blip>
            <a:stretch>
              <a:fillRect l="0" t="0" r="0" b="0"/>
            </a:stretch>
          </a:blipFill>
        </p:spPr>
      </p:sp>
      <p:sp>
        <p:nvSpPr>
          <p:cNvPr name="TextBox 17" id="17"/>
          <p:cNvSpPr txBox="true"/>
          <p:nvPr/>
        </p:nvSpPr>
        <p:spPr>
          <a:xfrm rot="0">
            <a:off x="659283" y="679939"/>
            <a:ext cx="2865076" cy="325120"/>
          </a:xfrm>
          <a:prstGeom prst="rect">
            <a:avLst/>
          </a:prstGeom>
        </p:spPr>
        <p:txBody>
          <a:bodyPr anchor="t" rtlCol="false" tIns="0" lIns="0" bIns="0" rIns="0">
            <a:spAutoFit/>
          </a:bodyPr>
          <a:lstStyle/>
          <a:p>
            <a:pPr algn="ctr" marL="0" indent="0" lvl="0">
              <a:lnSpc>
                <a:spcPts val="2540"/>
              </a:lnSpc>
              <a:spcBef>
                <a:spcPct val="0"/>
              </a:spcBef>
            </a:pPr>
            <a:r>
              <a:rPr lang="en-US" b="true" sz="2000" spc="122" strike="noStrike" u="none">
                <a:solidFill>
                  <a:srgbClr val="FFFFFF"/>
                </a:solidFill>
                <a:latin typeface="프리젠테이션 Bold"/>
                <a:ea typeface="프리젠테이션 Bold"/>
                <a:cs typeface="프리젠테이션 Bold"/>
                <a:sym typeface="프리젠테이션 Bold"/>
              </a:rPr>
              <a:t>해달 바이브코딩 기초반</a:t>
            </a:r>
          </a:p>
        </p:txBody>
      </p:sp>
      <p:sp>
        <p:nvSpPr>
          <p:cNvPr name="TextBox 18" id="18"/>
          <p:cNvSpPr txBox="true"/>
          <p:nvPr/>
        </p:nvSpPr>
        <p:spPr>
          <a:xfrm rot="0">
            <a:off x="2377195" y="2557664"/>
            <a:ext cx="14882105" cy="1533894"/>
          </a:xfrm>
          <a:prstGeom prst="rect">
            <a:avLst/>
          </a:prstGeom>
        </p:spPr>
        <p:txBody>
          <a:bodyPr anchor="t" rtlCol="false" tIns="0" lIns="0" bIns="0" rIns="0">
            <a:spAutoFit/>
          </a:bodyPr>
          <a:lstStyle/>
          <a:p>
            <a:pPr algn="l" marL="0" indent="0" lvl="0">
              <a:lnSpc>
                <a:spcPts val="12193"/>
              </a:lnSpc>
              <a:spcBef>
                <a:spcPct val="0"/>
              </a:spcBef>
            </a:pPr>
            <a:r>
              <a:rPr lang="en-US" b="true" sz="9601" strike="noStrike" u="none">
                <a:solidFill>
                  <a:srgbClr val="000000"/>
                </a:solidFill>
                <a:latin typeface="프리젠테이션 Bold"/>
                <a:ea typeface="프리젠테이션 Bold"/>
                <a:cs typeface="프리젠테이션 Bold"/>
                <a:sym typeface="프리젠테이션 Bold"/>
              </a:rPr>
              <a:t>PART 02</a:t>
            </a:r>
          </a:p>
        </p:txBody>
      </p:sp>
      <p:sp>
        <p:nvSpPr>
          <p:cNvPr name="TextBox 19" id="19"/>
          <p:cNvSpPr txBox="true"/>
          <p:nvPr/>
        </p:nvSpPr>
        <p:spPr>
          <a:xfrm rot="0">
            <a:off x="2377195" y="3813005"/>
            <a:ext cx="12382500" cy="1533894"/>
          </a:xfrm>
          <a:prstGeom prst="rect">
            <a:avLst/>
          </a:prstGeom>
        </p:spPr>
        <p:txBody>
          <a:bodyPr anchor="t" rtlCol="false" tIns="0" lIns="0" bIns="0" rIns="0">
            <a:spAutoFit/>
          </a:bodyPr>
          <a:lstStyle/>
          <a:p>
            <a:pPr algn="l" marL="0" indent="0" lvl="0">
              <a:lnSpc>
                <a:spcPts val="12193"/>
              </a:lnSpc>
              <a:spcBef>
                <a:spcPct val="0"/>
              </a:spcBef>
            </a:pPr>
            <a:r>
              <a:rPr lang="en-US" b="true" sz="9601" strike="noStrike" u="none">
                <a:solidFill>
                  <a:srgbClr val="5170FF"/>
                </a:solidFill>
                <a:latin typeface="프리젠테이션 Bold"/>
                <a:ea typeface="프리젠테이션 Bold"/>
                <a:cs typeface="프리젠테이션 Bold"/>
                <a:sym typeface="프리젠테이션 Bold"/>
              </a:rPr>
              <a:t>컨텍스트 엔지니어링</a:t>
            </a:r>
          </a:p>
        </p:txBody>
      </p:sp>
      <p:sp>
        <p:nvSpPr>
          <p:cNvPr name="TextBox 20" id="20"/>
          <p:cNvSpPr txBox="true"/>
          <p:nvPr/>
        </p:nvSpPr>
        <p:spPr>
          <a:xfrm rot="0">
            <a:off x="2461238" y="6029828"/>
            <a:ext cx="10520872" cy="341376"/>
          </a:xfrm>
          <a:prstGeom prst="rect">
            <a:avLst/>
          </a:prstGeom>
        </p:spPr>
        <p:txBody>
          <a:bodyPr anchor="t" rtlCol="false" tIns="0" lIns="0" bIns="0" rIns="0">
            <a:spAutoFit/>
          </a:bodyPr>
          <a:lstStyle/>
          <a:p>
            <a:pPr algn="l" marL="0" indent="0" lvl="0">
              <a:lnSpc>
                <a:spcPts val="2771"/>
              </a:lnSpc>
              <a:spcBef>
                <a:spcPct val="0"/>
              </a:spcBef>
            </a:pPr>
            <a:r>
              <a:rPr lang="en-US" b="true" sz="1799" spc="-17" strike="noStrike" u="none">
                <a:solidFill>
                  <a:srgbClr val="5170FF"/>
                </a:solidFill>
                <a:latin typeface="프리젠테이션 Bold"/>
                <a:ea typeface="프리젠테이션 Bold"/>
                <a:cs typeface="프리젠테이션 Bold"/>
                <a:sym typeface="프리젠테이션 Bold"/>
              </a:rPr>
              <a:t>⏱ 교육 시간 30분</a:t>
            </a:r>
          </a:p>
        </p:txBody>
      </p:sp>
      <p:sp>
        <p:nvSpPr>
          <p:cNvPr name="TextBox 21" id="21"/>
          <p:cNvSpPr txBox="true"/>
          <p:nvPr/>
        </p:nvSpPr>
        <p:spPr>
          <a:xfrm rot="0">
            <a:off x="2443870" y="5460741"/>
            <a:ext cx="10477500" cy="456184"/>
          </a:xfrm>
          <a:prstGeom prst="rect">
            <a:avLst/>
          </a:prstGeom>
        </p:spPr>
        <p:txBody>
          <a:bodyPr anchor="t" rtlCol="false" tIns="0" lIns="0" bIns="0" rIns="0">
            <a:spAutoFit/>
          </a:bodyPr>
          <a:lstStyle/>
          <a:p>
            <a:pPr algn="l" marL="0" indent="0" lvl="0">
              <a:lnSpc>
                <a:spcPts val="3667"/>
              </a:lnSpc>
              <a:spcBef>
                <a:spcPct val="0"/>
              </a:spcBef>
            </a:pPr>
            <a:r>
              <a:rPr lang="en-US" b="true" sz="2799" spc="-114" strike="noStrike" u="none">
                <a:solidFill>
                  <a:srgbClr val="000000">
                    <a:alpha val="93725"/>
                  </a:srgbClr>
                </a:solidFill>
                <a:latin typeface="프리젠테이션 Bold"/>
                <a:ea typeface="프리젠테이션 Bold"/>
                <a:cs typeface="프리젠테이션 Bold"/>
                <a:sym typeface="프리젠테이션 Bold"/>
              </a:rPr>
              <a:t>컨텍스트란? · TCREI 프레임워크 · 실습 2</a:t>
            </a:r>
          </a:p>
        </p:txBody>
      </p:sp>
      <p:sp>
        <p:nvSpPr>
          <p:cNvPr name="AutoShape 22" id="22"/>
          <p:cNvSpPr/>
          <p:nvPr/>
        </p:nvSpPr>
        <p:spPr>
          <a:xfrm flipH="true" flipV="true">
            <a:off x="4613382" y="7266893"/>
            <a:ext cx="0" cy="212812"/>
          </a:xfrm>
          <a:prstGeom prst="line">
            <a:avLst/>
          </a:prstGeom>
          <a:ln cap="flat" w="9525">
            <a:solidFill>
              <a:srgbClr val="222222">
                <a:alpha val="22745"/>
              </a:srgbClr>
            </a:solidFill>
            <a:prstDash val="solid"/>
            <a:headEnd type="none" len="sm" w="sm"/>
            <a:tailEnd type="none" len="sm" w="sm"/>
          </a:ln>
        </p:spPr>
      </p:sp>
      <p:sp>
        <p:nvSpPr>
          <p:cNvPr name="TextBox 23" id="23"/>
          <p:cNvSpPr txBox="true"/>
          <p:nvPr/>
        </p:nvSpPr>
        <p:spPr>
          <a:xfrm rot="0">
            <a:off x="2443870" y="7187244"/>
            <a:ext cx="2074261" cy="334010"/>
          </a:xfrm>
          <a:prstGeom prst="rect">
            <a:avLst/>
          </a:prstGeom>
        </p:spPr>
        <p:txBody>
          <a:bodyPr anchor="t" rtlCol="false" tIns="0" lIns="0" bIns="0" rIns="0">
            <a:spAutoFit/>
          </a:bodyPr>
          <a:lstStyle/>
          <a:p>
            <a:pPr algn="l" marL="0" indent="0" lvl="1">
              <a:lnSpc>
                <a:spcPts val="2620"/>
              </a:lnSpc>
              <a:spcBef>
                <a:spcPct val="0"/>
              </a:spcBef>
            </a:pPr>
            <a:r>
              <a:rPr lang="en-US" b="true" sz="2000" spc="-80" strike="noStrike" u="none">
                <a:solidFill>
                  <a:srgbClr val="222222"/>
                </a:solidFill>
                <a:latin typeface="프리젠테이션 Bold"/>
                <a:ea typeface="프리젠테이션 Bold"/>
                <a:cs typeface="프리젠테이션 Bold"/>
                <a:sym typeface="프리젠테이션 Bold"/>
              </a:rPr>
              <a:t>해달 교육운영진 </a:t>
            </a:r>
            <a:r>
              <a:rPr lang="en-US" b="true" sz="2000" spc="-80" strike="noStrike" u="none">
                <a:solidFill>
                  <a:srgbClr val="5170FF"/>
                </a:solidFill>
                <a:latin typeface="프리젠테이션 Bold"/>
                <a:ea typeface="프리젠테이션 Bold"/>
                <a:cs typeface="프리젠테이션 Bold"/>
                <a:sym typeface="프리젠테이션 Bold"/>
              </a:rPr>
              <a:t>허진수</a:t>
            </a:r>
          </a:p>
        </p:txBody>
      </p:sp>
      <p:sp>
        <p:nvSpPr>
          <p:cNvPr name="TextBox 24" id="24"/>
          <p:cNvSpPr txBox="true"/>
          <p:nvPr/>
        </p:nvSpPr>
        <p:spPr>
          <a:xfrm rot="0">
            <a:off x="4873801" y="7278683"/>
            <a:ext cx="2358365" cy="246380"/>
          </a:xfrm>
          <a:prstGeom prst="rect">
            <a:avLst/>
          </a:prstGeom>
        </p:spPr>
        <p:txBody>
          <a:bodyPr anchor="t" rtlCol="false" tIns="0" lIns="0" bIns="0" rIns="0">
            <a:spAutoFit/>
          </a:bodyPr>
          <a:lstStyle/>
          <a:p>
            <a:pPr algn="just" marL="0" indent="0" lvl="0">
              <a:lnSpc>
                <a:spcPts val="1660"/>
              </a:lnSpc>
              <a:spcBef>
                <a:spcPct val="0"/>
              </a:spcBef>
            </a:pPr>
            <a:r>
              <a:rPr lang="en-US" b="true" sz="2000" spc="34" strike="noStrike" u="none">
                <a:solidFill>
                  <a:srgbClr val="000000"/>
                </a:solidFill>
                <a:latin typeface="프리젠테이션 Bold"/>
                <a:ea typeface="프리젠테이션 Bold"/>
                <a:cs typeface="프리젠테이션 Bold"/>
                <a:sym typeface="프리젠테이션 Bold"/>
              </a:rPr>
              <a:t>문의: 단톡방</a:t>
            </a:r>
          </a:p>
        </p:txBody>
      </p:sp>
      <p:sp>
        <p:nvSpPr>
          <p:cNvPr name="AutoShape 25" id="25"/>
          <p:cNvSpPr/>
          <p:nvPr/>
        </p:nvSpPr>
        <p:spPr>
          <a:xfrm>
            <a:off x="2461238" y="6934831"/>
            <a:ext cx="8718036" cy="0"/>
          </a:xfrm>
          <a:prstGeom prst="line">
            <a:avLst/>
          </a:prstGeom>
          <a:ln cap="flat" w="9525">
            <a:solidFill>
              <a:srgbClr val="222222">
                <a:alpha val="22745"/>
              </a:srgbClr>
            </a:solidFill>
            <a:prstDash val="solid"/>
            <a:headEnd type="none" len="sm" w="sm"/>
            <a:tailEnd type="none" len="sm" w="sm"/>
          </a:ln>
        </p:spPr>
      </p:sp>
    </p:spTree>
  </p:cSld>
  <p:clrMapOvr>
    <a:masterClrMapping/>
  </p:clrMapOvr>
</p:sld>
</file>

<file path=ppt/slides/slide20.xml><?xml version="1.0" encoding="utf-8"?>
<p:sld xmlns:p="http://schemas.openxmlformats.org/presentationml/2006/main" xmlns:a="http://schemas.openxmlformats.org/drawingml/2006/main" xmlns:r="http://schemas.openxmlformats.org/officeDocument/2006/relationships">
  <p:cSld>
    <p:bg>
      <p:bgPr>
        <a:solidFill>
          <a:srgbClr val="5170FF"/>
        </a:solidFill>
      </p:bgPr>
    </p:bg>
    <p:spTree>
      <p:nvGrpSpPr>
        <p:cNvPr id="1" name=""/>
        <p:cNvGrpSpPr/>
        <p:nvPr/>
      </p:nvGrpSpPr>
      <p:grpSpPr>
        <a:xfrm>
          <a:off x="0" y="0"/>
          <a:ext cx="0" cy="0"/>
          <a:chOff x="0" y="0"/>
          <a:chExt cx="0" cy="0"/>
        </a:xfrm>
      </p:grpSpPr>
      <p:grpSp>
        <p:nvGrpSpPr>
          <p:cNvPr name="Group 2" id="2"/>
          <p:cNvGrpSpPr/>
          <p:nvPr/>
        </p:nvGrpSpPr>
        <p:grpSpPr>
          <a:xfrm rot="0">
            <a:off x="534854" y="457200"/>
            <a:ext cx="17218292" cy="9294946"/>
            <a:chOff x="0" y="0"/>
            <a:chExt cx="22957723" cy="12393261"/>
          </a:xfrm>
        </p:grpSpPr>
        <p:grpSp>
          <p:nvGrpSpPr>
            <p:cNvPr name="Group 3" id="3"/>
            <p:cNvGrpSpPr/>
            <p:nvPr/>
          </p:nvGrpSpPr>
          <p:grpSpPr>
            <a:xfrm rot="0">
              <a:off x="0" y="1727243"/>
              <a:ext cx="22957723" cy="10666019"/>
              <a:chOff x="0" y="0"/>
              <a:chExt cx="4777465" cy="2219581"/>
            </a:xfrm>
          </p:grpSpPr>
          <p:sp>
            <p:nvSpPr>
              <p:cNvPr name="Freeform 4" id="4"/>
              <p:cNvSpPr/>
              <p:nvPr/>
            </p:nvSpPr>
            <p:spPr>
              <a:xfrm flipH="false" flipV="false" rot="0">
                <a:off x="0" y="0"/>
                <a:ext cx="4777465" cy="2219581"/>
              </a:xfrm>
              <a:custGeom>
                <a:avLst/>
                <a:gdLst/>
                <a:ahLst/>
                <a:cxnLst/>
                <a:rect r="r" b="b" t="t" l="l"/>
                <a:pathLst>
                  <a:path h="2219581" w="4777465">
                    <a:moveTo>
                      <a:pt x="22931" y="0"/>
                    </a:moveTo>
                    <a:lnTo>
                      <a:pt x="4754534" y="0"/>
                    </a:lnTo>
                    <a:cubicBezTo>
                      <a:pt x="4767199" y="0"/>
                      <a:pt x="4777465" y="10267"/>
                      <a:pt x="4777465" y="22931"/>
                    </a:cubicBezTo>
                    <a:lnTo>
                      <a:pt x="4777465" y="2196650"/>
                    </a:lnTo>
                    <a:cubicBezTo>
                      <a:pt x="4777465" y="2202732"/>
                      <a:pt x="4775049" y="2208564"/>
                      <a:pt x="4770749" y="2212865"/>
                    </a:cubicBezTo>
                    <a:cubicBezTo>
                      <a:pt x="4766449" y="2217165"/>
                      <a:pt x="4760616" y="2219581"/>
                      <a:pt x="4754534" y="2219581"/>
                    </a:cubicBezTo>
                    <a:lnTo>
                      <a:pt x="22931" y="2219581"/>
                    </a:lnTo>
                    <a:cubicBezTo>
                      <a:pt x="10267" y="2219581"/>
                      <a:pt x="0" y="2209315"/>
                      <a:pt x="0" y="2196650"/>
                    </a:cubicBezTo>
                    <a:lnTo>
                      <a:pt x="0" y="22931"/>
                    </a:lnTo>
                    <a:cubicBezTo>
                      <a:pt x="0" y="10267"/>
                      <a:pt x="10267" y="0"/>
                      <a:pt x="22931" y="0"/>
                    </a:cubicBezTo>
                    <a:close/>
                  </a:path>
                </a:pathLst>
              </a:custGeom>
              <a:solidFill>
                <a:srgbClr val="FFFFFF"/>
              </a:solidFill>
              <a:ln cap="rnd">
                <a:noFill/>
                <a:prstDash val="solid"/>
                <a:round/>
              </a:ln>
            </p:spPr>
          </p:sp>
          <p:sp>
            <p:nvSpPr>
              <p:cNvPr name="TextBox 5" id="5"/>
              <p:cNvSpPr txBox="true"/>
              <p:nvPr/>
            </p:nvSpPr>
            <p:spPr>
              <a:xfrm>
                <a:off x="0" y="-38100"/>
                <a:ext cx="4777465" cy="2257681"/>
              </a:xfrm>
              <a:prstGeom prst="rect">
                <a:avLst/>
              </a:prstGeom>
            </p:spPr>
            <p:txBody>
              <a:bodyPr anchor="ctr" rtlCol="false" tIns="48220" lIns="48220" bIns="48220" rIns="48220"/>
              <a:lstStyle/>
              <a:p>
                <a:pPr algn="ctr" marL="0" indent="0" lvl="0">
                  <a:lnSpc>
                    <a:spcPts val="1853"/>
                  </a:lnSpc>
                  <a:spcBef>
                    <a:spcPct val="0"/>
                  </a:spcBef>
                </a:pPr>
              </a:p>
              <a:p>
                <a:pPr algn="ctr" marL="0" indent="0" lvl="0">
                  <a:lnSpc>
                    <a:spcPts val="1853"/>
                  </a:lnSpc>
                  <a:spcBef>
                    <a:spcPct val="0"/>
                  </a:spcBef>
                </a:pPr>
              </a:p>
              <a:p>
                <a:pPr algn="ctr" marL="0" indent="0" lvl="0">
                  <a:lnSpc>
                    <a:spcPts val="1853"/>
                  </a:lnSpc>
                  <a:spcBef>
                    <a:spcPct val="0"/>
                  </a:spcBef>
                </a:pPr>
              </a:p>
            </p:txBody>
          </p:sp>
        </p:grpSp>
        <p:grpSp>
          <p:nvGrpSpPr>
            <p:cNvPr name="Group 6" id="6"/>
            <p:cNvGrpSpPr/>
            <p:nvPr/>
          </p:nvGrpSpPr>
          <p:grpSpPr>
            <a:xfrm rot="0">
              <a:off x="18499830" y="891712"/>
              <a:ext cx="4457893" cy="3397582"/>
              <a:chOff x="0" y="0"/>
              <a:chExt cx="927680" cy="707031"/>
            </a:xfrm>
          </p:grpSpPr>
          <p:sp>
            <p:nvSpPr>
              <p:cNvPr name="Freeform 7" id="7"/>
              <p:cNvSpPr/>
              <p:nvPr/>
            </p:nvSpPr>
            <p:spPr>
              <a:xfrm flipH="false" flipV="false" rot="0">
                <a:off x="0" y="0"/>
                <a:ext cx="927680" cy="707031"/>
              </a:xfrm>
              <a:custGeom>
                <a:avLst/>
                <a:gdLst/>
                <a:ahLst/>
                <a:cxnLst/>
                <a:rect r="r" b="b" t="t" l="l"/>
                <a:pathLst>
                  <a:path h="707031" w="927680">
                    <a:moveTo>
                      <a:pt x="118094" y="0"/>
                    </a:moveTo>
                    <a:lnTo>
                      <a:pt x="809586" y="0"/>
                    </a:lnTo>
                    <a:cubicBezTo>
                      <a:pt x="874808" y="0"/>
                      <a:pt x="927680" y="52872"/>
                      <a:pt x="927680" y="118094"/>
                    </a:cubicBezTo>
                    <a:lnTo>
                      <a:pt x="927680" y="588937"/>
                    </a:lnTo>
                    <a:cubicBezTo>
                      <a:pt x="927680" y="654159"/>
                      <a:pt x="874808" y="707031"/>
                      <a:pt x="809586" y="707031"/>
                    </a:cubicBezTo>
                    <a:lnTo>
                      <a:pt x="118094" y="707031"/>
                    </a:lnTo>
                    <a:cubicBezTo>
                      <a:pt x="52872" y="707031"/>
                      <a:pt x="0" y="654159"/>
                      <a:pt x="0" y="588937"/>
                    </a:cubicBezTo>
                    <a:lnTo>
                      <a:pt x="0" y="118094"/>
                    </a:lnTo>
                    <a:cubicBezTo>
                      <a:pt x="0" y="52872"/>
                      <a:pt x="52872" y="0"/>
                      <a:pt x="118094" y="0"/>
                    </a:cubicBezTo>
                    <a:close/>
                  </a:path>
                </a:pathLst>
              </a:custGeom>
              <a:solidFill>
                <a:srgbClr val="FFFFFF"/>
              </a:solidFill>
              <a:ln cap="rnd">
                <a:noFill/>
                <a:prstDash val="solid"/>
                <a:round/>
              </a:ln>
            </p:spPr>
          </p:sp>
          <p:sp>
            <p:nvSpPr>
              <p:cNvPr name="TextBox 8" id="8"/>
              <p:cNvSpPr txBox="true"/>
              <p:nvPr/>
            </p:nvSpPr>
            <p:spPr>
              <a:xfrm>
                <a:off x="0" y="-38100"/>
                <a:ext cx="927680" cy="745131"/>
              </a:xfrm>
              <a:prstGeom prst="rect">
                <a:avLst/>
              </a:prstGeom>
            </p:spPr>
            <p:txBody>
              <a:bodyPr anchor="ctr" rtlCol="false" tIns="48220" lIns="48220" bIns="48220" rIns="48220"/>
              <a:lstStyle/>
              <a:p>
                <a:pPr algn="ctr" marL="0" indent="0" lvl="0">
                  <a:lnSpc>
                    <a:spcPts val="1853"/>
                  </a:lnSpc>
                  <a:spcBef>
                    <a:spcPct val="0"/>
                  </a:spcBef>
                </a:pPr>
              </a:p>
              <a:p>
                <a:pPr algn="ctr" marL="0" indent="0" lvl="0">
                  <a:lnSpc>
                    <a:spcPts val="1853"/>
                  </a:lnSpc>
                  <a:spcBef>
                    <a:spcPct val="0"/>
                  </a:spcBef>
                </a:pPr>
              </a:p>
              <a:p>
                <a:pPr algn="ctr" marL="0" indent="0" lvl="0">
                  <a:lnSpc>
                    <a:spcPts val="1853"/>
                  </a:lnSpc>
                  <a:spcBef>
                    <a:spcPct val="0"/>
                  </a:spcBef>
                </a:pPr>
              </a:p>
            </p:txBody>
          </p:sp>
        </p:grpSp>
        <p:grpSp>
          <p:nvGrpSpPr>
            <p:cNvPr name="Group 9" id="9"/>
            <p:cNvGrpSpPr/>
            <p:nvPr/>
          </p:nvGrpSpPr>
          <p:grpSpPr>
            <a:xfrm rot="0">
              <a:off x="18064463" y="1334482"/>
              <a:ext cx="2392010" cy="1865053"/>
              <a:chOff x="0" y="0"/>
              <a:chExt cx="497773" cy="388115"/>
            </a:xfrm>
          </p:grpSpPr>
          <p:sp>
            <p:nvSpPr>
              <p:cNvPr name="Freeform 10" id="10"/>
              <p:cNvSpPr/>
              <p:nvPr/>
            </p:nvSpPr>
            <p:spPr>
              <a:xfrm flipH="false" flipV="false" rot="0">
                <a:off x="0" y="0"/>
                <a:ext cx="497773" cy="388115"/>
              </a:xfrm>
              <a:custGeom>
                <a:avLst/>
                <a:gdLst/>
                <a:ahLst/>
                <a:cxnLst/>
                <a:rect r="r" b="b" t="t" l="l"/>
                <a:pathLst>
                  <a:path h="388115" w="497773">
                    <a:moveTo>
                      <a:pt x="0" y="0"/>
                    </a:moveTo>
                    <a:lnTo>
                      <a:pt x="497773" y="0"/>
                    </a:lnTo>
                    <a:lnTo>
                      <a:pt x="497773" y="388115"/>
                    </a:lnTo>
                    <a:lnTo>
                      <a:pt x="0" y="388115"/>
                    </a:lnTo>
                    <a:close/>
                  </a:path>
                </a:pathLst>
              </a:custGeom>
              <a:solidFill>
                <a:srgbClr val="FFFFFF"/>
              </a:solidFill>
              <a:ln cap="sq">
                <a:noFill/>
                <a:prstDash val="solid"/>
                <a:miter/>
              </a:ln>
            </p:spPr>
          </p:sp>
          <p:sp>
            <p:nvSpPr>
              <p:cNvPr name="TextBox 11" id="11"/>
              <p:cNvSpPr txBox="true"/>
              <p:nvPr/>
            </p:nvSpPr>
            <p:spPr>
              <a:xfrm>
                <a:off x="0" y="-38100"/>
                <a:ext cx="497773" cy="426215"/>
              </a:xfrm>
              <a:prstGeom prst="rect">
                <a:avLst/>
              </a:prstGeom>
            </p:spPr>
            <p:txBody>
              <a:bodyPr anchor="ctr" rtlCol="false" tIns="48220" lIns="48220" bIns="48220" rIns="48220"/>
              <a:lstStyle/>
              <a:p>
                <a:pPr algn="ctr" marL="0" indent="0" lvl="0">
                  <a:lnSpc>
                    <a:spcPts val="1853"/>
                  </a:lnSpc>
                  <a:spcBef>
                    <a:spcPct val="0"/>
                  </a:spcBef>
                </a:pPr>
              </a:p>
              <a:p>
                <a:pPr algn="ctr" marL="0" indent="0" lvl="0">
                  <a:lnSpc>
                    <a:spcPts val="1853"/>
                  </a:lnSpc>
                  <a:spcBef>
                    <a:spcPct val="0"/>
                  </a:spcBef>
                </a:pPr>
              </a:p>
              <a:p>
                <a:pPr algn="ctr" marL="0" indent="0" lvl="0">
                  <a:lnSpc>
                    <a:spcPts val="1853"/>
                  </a:lnSpc>
                  <a:spcBef>
                    <a:spcPct val="0"/>
                  </a:spcBef>
                </a:pPr>
              </a:p>
            </p:txBody>
          </p:sp>
        </p:grpSp>
        <p:grpSp>
          <p:nvGrpSpPr>
            <p:cNvPr name="Group 12" id="12"/>
            <p:cNvGrpSpPr/>
            <p:nvPr/>
          </p:nvGrpSpPr>
          <p:grpSpPr>
            <a:xfrm rot="0">
              <a:off x="16059231" y="0"/>
              <a:ext cx="2504831" cy="1727243"/>
              <a:chOff x="0" y="0"/>
              <a:chExt cx="521251" cy="359436"/>
            </a:xfrm>
          </p:grpSpPr>
          <p:sp>
            <p:nvSpPr>
              <p:cNvPr name="Freeform 13" id="13"/>
              <p:cNvSpPr/>
              <p:nvPr/>
            </p:nvSpPr>
            <p:spPr>
              <a:xfrm flipH="false" flipV="false" rot="0">
                <a:off x="0" y="0"/>
                <a:ext cx="521251" cy="359436"/>
              </a:xfrm>
              <a:custGeom>
                <a:avLst/>
                <a:gdLst/>
                <a:ahLst/>
                <a:cxnLst/>
                <a:rect r="r" b="b" t="t" l="l"/>
                <a:pathLst>
                  <a:path h="359436" w="521251">
                    <a:moveTo>
                      <a:pt x="179718" y="0"/>
                    </a:moveTo>
                    <a:lnTo>
                      <a:pt x="341533" y="0"/>
                    </a:lnTo>
                    <a:cubicBezTo>
                      <a:pt x="440789" y="0"/>
                      <a:pt x="521251" y="80463"/>
                      <a:pt x="521251" y="179718"/>
                    </a:cubicBezTo>
                    <a:lnTo>
                      <a:pt x="521251" y="179718"/>
                    </a:lnTo>
                    <a:cubicBezTo>
                      <a:pt x="521251" y="227382"/>
                      <a:pt x="502317" y="273094"/>
                      <a:pt x="468613" y="306798"/>
                    </a:cubicBezTo>
                    <a:cubicBezTo>
                      <a:pt x="434909" y="340502"/>
                      <a:pt x="389197" y="359436"/>
                      <a:pt x="341533" y="359436"/>
                    </a:cubicBezTo>
                    <a:lnTo>
                      <a:pt x="179718" y="359436"/>
                    </a:lnTo>
                    <a:cubicBezTo>
                      <a:pt x="132054" y="359436"/>
                      <a:pt x="86342" y="340502"/>
                      <a:pt x="52638" y="306798"/>
                    </a:cubicBezTo>
                    <a:cubicBezTo>
                      <a:pt x="18935" y="273094"/>
                      <a:pt x="0" y="227382"/>
                      <a:pt x="0" y="179718"/>
                    </a:cubicBezTo>
                    <a:lnTo>
                      <a:pt x="0" y="179718"/>
                    </a:lnTo>
                    <a:cubicBezTo>
                      <a:pt x="0" y="132054"/>
                      <a:pt x="18935" y="86342"/>
                      <a:pt x="52638" y="52638"/>
                    </a:cubicBezTo>
                    <a:cubicBezTo>
                      <a:pt x="86342" y="18935"/>
                      <a:pt x="132054" y="0"/>
                      <a:pt x="179718" y="0"/>
                    </a:cubicBezTo>
                    <a:close/>
                  </a:path>
                </a:pathLst>
              </a:custGeom>
              <a:solidFill>
                <a:srgbClr val="5170FF"/>
              </a:solidFill>
              <a:ln cap="rnd">
                <a:noFill/>
                <a:prstDash val="solid"/>
                <a:round/>
              </a:ln>
            </p:spPr>
          </p:sp>
          <p:sp>
            <p:nvSpPr>
              <p:cNvPr name="TextBox 14" id="14"/>
              <p:cNvSpPr txBox="true"/>
              <p:nvPr/>
            </p:nvSpPr>
            <p:spPr>
              <a:xfrm>
                <a:off x="0" y="-38100"/>
                <a:ext cx="521251" cy="397536"/>
              </a:xfrm>
              <a:prstGeom prst="rect">
                <a:avLst/>
              </a:prstGeom>
            </p:spPr>
            <p:txBody>
              <a:bodyPr anchor="ctr" rtlCol="false" tIns="48220" lIns="48220" bIns="48220" rIns="48220"/>
              <a:lstStyle/>
              <a:p>
                <a:pPr algn="ctr" marL="0" indent="0" lvl="0">
                  <a:lnSpc>
                    <a:spcPts val="1853"/>
                  </a:lnSpc>
                  <a:spcBef>
                    <a:spcPct val="0"/>
                  </a:spcBef>
                </a:pPr>
              </a:p>
              <a:p>
                <a:pPr algn="ctr" marL="0" indent="0" lvl="0">
                  <a:lnSpc>
                    <a:spcPts val="1853"/>
                  </a:lnSpc>
                  <a:spcBef>
                    <a:spcPct val="0"/>
                  </a:spcBef>
                </a:pPr>
              </a:p>
              <a:p>
                <a:pPr algn="ctr" marL="0" indent="0" lvl="0">
                  <a:lnSpc>
                    <a:spcPts val="1853"/>
                  </a:lnSpc>
                  <a:spcBef>
                    <a:spcPct val="0"/>
                  </a:spcBef>
                </a:pPr>
              </a:p>
            </p:txBody>
          </p:sp>
        </p:grpSp>
      </p:grpSp>
      <p:sp>
        <p:nvSpPr>
          <p:cNvPr name="Freeform 15" id="15"/>
          <p:cNvSpPr/>
          <p:nvPr/>
        </p:nvSpPr>
        <p:spPr>
          <a:xfrm flipH="false" flipV="false" rot="0">
            <a:off x="820604" y="843344"/>
            <a:ext cx="334731" cy="334731"/>
          </a:xfrm>
          <a:custGeom>
            <a:avLst/>
            <a:gdLst/>
            <a:ahLst/>
            <a:cxnLst/>
            <a:rect r="r" b="b" t="t" l="l"/>
            <a:pathLst>
              <a:path h="334731" w="334731">
                <a:moveTo>
                  <a:pt x="0" y="0"/>
                </a:moveTo>
                <a:lnTo>
                  <a:pt x="334731" y="0"/>
                </a:lnTo>
                <a:lnTo>
                  <a:pt x="334731" y="334731"/>
                </a:lnTo>
                <a:lnTo>
                  <a:pt x="0" y="334731"/>
                </a:lnTo>
                <a:lnTo>
                  <a:pt x="0" y="0"/>
                </a:lnTo>
                <a:close/>
              </a:path>
            </a:pathLst>
          </a:custGeom>
          <a:blipFill>
            <a:blip r:embed="rId3">
              <a:extLst>
                <a:ext uri="{96DAC541-7B7A-43D3-8B79-37D633B846F1}">
                  <asvg:svgBlip xmlns:asvg="http://schemas.microsoft.com/office/drawing/2016/SVG/main" r:embed="rId4"/>
                </a:ext>
              </a:extLst>
            </a:blip>
            <a:stretch>
              <a:fillRect l="0" t="0" r="0" b="0"/>
            </a:stretch>
          </a:blipFill>
        </p:spPr>
      </p:sp>
      <p:grpSp>
        <p:nvGrpSpPr>
          <p:cNvPr name="Group 16" id="16"/>
          <p:cNvGrpSpPr/>
          <p:nvPr/>
        </p:nvGrpSpPr>
        <p:grpSpPr>
          <a:xfrm rot="0">
            <a:off x="1717296" y="2898323"/>
            <a:ext cx="8207164" cy="5701057"/>
            <a:chOff x="0" y="0"/>
            <a:chExt cx="1170096" cy="812800"/>
          </a:xfrm>
        </p:grpSpPr>
        <p:sp>
          <p:nvSpPr>
            <p:cNvPr name="Freeform 17" id="17" descr="책상 위 문서와 예시, 체크리스트를 읽는 AI 로봇 일러스트"/>
            <p:cNvSpPr/>
            <p:nvPr/>
          </p:nvSpPr>
          <p:spPr>
            <a:xfrm flipH="false" flipV="false" rot="0">
              <a:off x="0" y="0"/>
              <a:ext cx="1170096" cy="812800"/>
            </a:xfrm>
            <a:custGeom>
              <a:avLst/>
              <a:gdLst/>
              <a:ahLst/>
              <a:cxnLst/>
              <a:rect r="r" b="b" t="t" l="l"/>
              <a:pathLst>
                <a:path h="812800" w="1170096">
                  <a:moveTo>
                    <a:pt x="14150" y="0"/>
                  </a:moveTo>
                  <a:lnTo>
                    <a:pt x="1155946" y="0"/>
                  </a:lnTo>
                  <a:cubicBezTo>
                    <a:pt x="1163761" y="0"/>
                    <a:pt x="1170096" y="6335"/>
                    <a:pt x="1170096" y="14150"/>
                  </a:cubicBezTo>
                  <a:lnTo>
                    <a:pt x="1170096" y="798650"/>
                  </a:lnTo>
                  <a:cubicBezTo>
                    <a:pt x="1170096" y="806465"/>
                    <a:pt x="1163761" y="812800"/>
                    <a:pt x="1155946" y="812800"/>
                  </a:cubicBezTo>
                  <a:lnTo>
                    <a:pt x="14150" y="812800"/>
                  </a:lnTo>
                  <a:cubicBezTo>
                    <a:pt x="6335" y="812800"/>
                    <a:pt x="0" y="806465"/>
                    <a:pt x="0" y="798650"/>
                  </a:cubicBezTo>
                  <a:lnTo>
                    <a:pt x="0" y="14150"/>
                  </a:lnTo>
                  <a:cubicBezTo>
                    <a:pt x="0" y="6335"/>
                    <a:pt x="6335" y="0"/>
                    <a:pt x="14150" y="0"/>
                  </a:cubicBezTo>
                  <a:close/>
                </a:path>
              </a:pathLst>
            </a:custGeom>
            <a:blipFill>
              <a:blip r:embed="rId5"/>
              <a:stretch>
                <a:fillRect l="-2130" t="0" r="-2130" b="0"/>
              </a:stretch>
            </a:blipFill>
            <a:ln cap="sq">
              <a:noFill/>
              <a:prstDash val="solid"/>
              <a:miter/>
            </a:ln>
          </p:spPr>
        </p:sp>
      </p:grpSp>
      <p:grpSp>
        <p:nvGrpSpPr>
          <p:cNvPr name="Group 18" id="18"/>
          <p:cNvGrpSpPr/>
          <p:nvPr/>
        </p:nvGrpSpPr>
        <p:grpSpPr>
          <a:xfrm rot="0">
            <a:off x="10472784" y="6346709"/>
            <a:ext cx="5384961" cy="2252671"/>
            <a:chOff x="0" y="0"/>
            <a:chExt cx="7179948" cy="3003561"/>
          </a:xfrm>
        </p:grpSpPr>
        <p:grpSp>
          <p:nvGrpSpPr>
            <p:cNvPr name="Group 19" id="19"/>
            <p:cNvGrpSpPr/>
            <p:nvPr/>
          </p:nvGrpSpPr>
          <p:grpSpPr>
            <a:xfrm rot="0">
              <a:off x="0" y="0"/>
              <a:ext cx="7179948" cy="3003561"/>
              <a:chOff x="0" y="0"/>
              <a:chExt cx="1418261" cy="593296"/>
            </a:xfrm>
          </p:grpSpPr>
          <p:sp>
            <p:nvSpPr>
              <p:cNvPr name="Freeform 20" id="20"/>
              <p:cNvSpPr/>
              <p:nvPr/>
            </p:nvSpPr>
            <p:spPr>
              <a:xfrm flipH="false" flipV="false" rot="0">
                <a:off x="0" y="0"/>
                <a:ext cx="1418261" cy="593296"/>
              </a:xfrm>
              <a:custGeom>
                <a:avLst/>
                <a:gdLst/>
                <a:ahLst/>
                <a:cxnLst/>
                <a:rect r="r" b="b" t="t" l="l"/>
                <a:pathLst>
                  <a:path h="593296" w="1418261">
                    <a:moveTo>
                      <a:pt x="21565" y="0"/>
                    </a:moveTo>
                    <a:lnTo>
                      <a:pt x="1396696" y="0"/>
                    </a:lnTo>
                    <a:cubicBezTo>
                      <a:pt x="1408606" y="0"/>
                      <a:pt x="1418261" y="9655"/>
                      <a:pt x="1418261" y="21565"/>
                    </a:cubicBezTo>
                    <a:lnTo>
                      <a:pt x="1418261" y="571731"/>
                    </a:lnTo>
                    <a:cubicBezTo>
                      <a:pt x="1418261" y="577450"/>
                      <a:pt x="1415989" y="582935"/>
                      <a:pt x="1411945" y="586980"/>
                    </a:cubicBezTo>
                    <a:cubicBezTo>
                      <a:pt x="1407901" y="591024"/>
                      <a:pt x="1402415" y="593296"/>
                      <a:pt x="1396696" y="593296"/>
                    </a:cubicBezTo>
                    <a:lnTo>
                      <a:pt x="21565" y="593296"/>
                    </a:lnTo>
                    <a:cubicBezTo>
                      <a:pt x="9655" y="593296"/>
                      <a:pt x="0" y="583641"/>
                      <a:pt x="0" y="571731"/>
                    </a:cubicBezTo>
                    <a:lnTo>
                      <a:pt x="0" y="21565"/>
                    </a:lnTo>
                    <a:cubicBezTo>
                      <a:pt x="0" y="9655"/>
                      <a:pt x="9655" y="0"/>
                      <a:pt x="21565" y="0"/>
                    </a:cubicBezTo>
                    <a:close/>
                  </a:path>
                </a:pathLst>
              </a:custGeom>
              <a:solidFill>
                <a:srgbClr val="EAEAEA"/>
              </a:solidFill>
              <a:ln cap="sq">
                <a:noFill/>
                <a:prstDash val="solid"/>
                <a:miter/>
              </a:ln>
            </p:spPr>
          </p:sp>
          <p:sp>
            <p:nvSpPr>
              <p:cNvPr name="TextBox 21" id="21"/>
              <p:cNvSpPr txBox="true"/>
              <p:nvPr/>
            </p:nvSpPr>
            <p:spPr>
              <a:xfrm>
                <a:off x="0" y="19050"/>
                <a:ext cx="1418261" cy="574246"/>
              </a:xfrm>
              <a:prstGeom prst="rect">
                <a:avLst/>
              </a:prstGeom>
            </p:spPr>
            <p:txBody>
              <a:bodyPr anchor="ctr" rtlCol="false" tIns="50800" lIns="50800" bIns="50800" rIns="50800"/>
              <a:lstStyle/>
              <a:p>
                <a:pPr algn="ctr">
                  <a:lnSpc>
                    <a:spcPts val="2743"/>
                  </a:lnSpc>
                </a:pPr>
              </a:p>
            </p:txBody>
          </p:sp>
        </p:grpSp>
        <p:sp>
          <p:nvSpPr>
            <p:cNvPr name="Freeform 22" id="22"/>
            <p:cNvSpPr/>
            <p:nvPr/>
          </p:nvSpPr>
          <p:spPr>
            <a:xfrm flipH="false" flipV="false" rot="0">
              <a:off x="741639" y="709385"/>
              <a:ext cx="189653" cy="144610"/>
            </a:xfrm>
            <a:custGeom>
              <a:avLst/>
              <a:gdLst/>
              <a:ahLst/>
              <a:cxnLst/>
              <a:rect r="r" b="b" t="t" l="l"/>
              <a:pathLst>
                <a:path h="144610" w="189653">
                  <a:moveTo>
                    <a:pt x="0" y="0"/>
                  </a:moveTo>
                  <a:lnTo>
                    <a:pt x="189653" y="0"/>
                  </a:lnTo>
                  <a:lnTo>
                    <a:pt x="189653" y="144610"/>
                  </a:lnTo>
                  <a:lnTo>
                    <a:pt x="0" y="144610"/>
                  </a:lnTo>
                  <a:lnTo>
                    <a:pt x="0" y="0"/>
                  </a:lnTo>
                  <a:close/>
                </a:path>
              </a:pathLst>
            </a:custGeom>
            <a:blipFill>
              <a:blip r:embed="rId6">
                <a:extLst>
                  <a:ext uri="{96DAC541-7B7A-43D3-8B79-37D633B846F1}">
                    <asvg:svgBlip xmlns:asvg="http://schemas.microsoft.com/office/drawing/2016/SVG/main" r:embed="rId7"/>
                  </a:ext>
                </a:extLst>
              </a:blip>
              <a:stretch>
                <a:fillRect l="0" t="0" r="0" b="0"/>
              </a:stretch>
            </a:blipFill>
          </p:spPr>
        </p:sp>
        <p:sp>
          <p:nvSpPr>
            <p:cNvPr name="TextBox 23" id="23"/>
            <p:cNvSpPr txBox="true"/>
            <p:nvPr/>
          </p:nvSpPr>
          <p:spPr>
            <a:xfrm rot="0">
              <a:off x="1045128" y="502290"/>
              <a:ext cx="6134820" cy="482600"/>
            </a:xfrm>
            <a:prstGeom prst="rect">
              <a:avLst/>
            </a:prstGeom>
          </p:spPr>
          <p:txBody>
            <a:bodyPr anchor="t" rtlCol="false" tIns="0" lIns="0" bIns="0" rIns="0">
              <a:spAutoFit/>
            </a:bodyPr>
            <a:lstStyle/>
            <a:p>
              <a:pPr algn="l" marL="0" indent="0" lvl="0">
                <a:lnSpc>
                  <a:spcPts val="3000"/>
                </a:lnSpc>
                <a:spcBef>
                  <a:spcPct val="0"/>
                </a:spcBef>
              </a:pPr>
              <a:r>
                <a:rPr lang="en-US" b="true" sz="2000" spc="-40" strike="noStrike" u="none">
                  <a:solidFill>
                    <a:srgbClr val="333333">
                      <a:alpha val="89804"/>
                    </a:srgbClr>
                  </a:solidFill>
                  <a:latin typeface="프리젠테이션 Bold"/>
                  <a:ea typeface="프리젠테이션 Bold"/>
                  <a:cs typeface="프리젠테이션 Bold"/>
                  <a:sym typeface="프리젠테이션 Bold"/>
                </a:rPr>
                <a:t>AI는 내 상황을 전혀 모름</a:t>
              </a:r>
            </a:p>
          </p:txBody>
        </p:sp>
        <p:sp>
          <p:nvSpPr>
            <p:cNvPr name="Freeform 24" id="24"/>
            <p:cNvSpPr/>
            <p:nvPr/>
          </p:nvSpPr>
          <p:spPr>
            <a:xfrm flipH="false" flipV="false" rot="0">
              <a:off x="741639" y="1418045"/>
              <a:ext cx="189653" cy="144610"/>
            </a:xfrm>
            <a:custGeom>
              <a:avLst/>
              <a:gdLst/>
              <a:ahLst/>
              <a:cxnLst/>
              <a:rect r="r" b="b" t="t" l="l"/>
              <a:pathLst>
                <a:path h="144610" w="189653">
                  <a:moveTo>
                    <a:pt x="0" y="0"/>
                  </a:moveTo>
                  <a:lnTo>
                    <a:pt x="189653" y="0"/>
                  </a:lnTo>
                  <a:lnTo>
                    <a:pt x="189653" y="144611"/>
                  </a:lnTo>
                  <a:lnTo>
                    <a:pt x="0" y="144611"/>
                  </a:lnTo>
                  <a:lnTo>
                    <a:pt x="0" y="0"/>
                  </a:lnTo>
                  <a:close/>
                </a:path>
              </a:pathLst>
            </a:custGeom>
            <a:blipFill>
              <a:blip r:embed="rId6">
                <a:extLst>
                  <a:ext uri="{96DAC541-7B7A-43D3-8B79-37D633B846F1}">
                    <asvg:svgBlip xmlns:asvg="http://schemas.microsoft.com/office/drawing/2016/SVG/main" r:embed="rId7"/>
                  </a:ext>
                </a:extLst>
              </a:blip>
              <a:stretch>
                <a:fillRect l="0" t="0" r="0" b="0"/>
              </a:stretch>
            </a:blipFill>
          </p:spPr>
        </p:sp>
        <p:sp>
          <p:nvSpPr>
            <p:cNvPr name="TextBox 25" id="25"/>
            <p:cNvSpPr txBox="true"/>
            <p:nvPr/>
          </p:nvSpPr>
          <p:spPr>
            <a:xfrm rot="0">
              <a:off x="1045128" y="1210950"/>
              <a:ext cx="6134820" cy="482600"/>
            </a:xfrm>
            <a:prstGeom prst="rect">
              <a:avLst/>
            </a:prstGeom>
          </p:spPr>
          <p:txBody>
            <a:bodyPr anchor="t" rtlCol="false" tIns="0" lIns="0" bIns="0" rIns="0">
              <a:spAutoFit/>
            </a:bodyPr>
            <a:lstStyle/>
            <a:p>
              <a:pPr algn="l" marL="0" indent="0" lvl="0">
                <a:lnSpc>
                  <a:spcPts val="3000"/>
                </a:lnSpc>
                <a:spcBef>
                  <a:spcPct val="0"/>
                </a:spcBef>
              </a:pPr>
              <a:r>
                <a:rPr lang="en-US" b="true" sz="2000" spc="-40" strike="noStrike" u="none">
                  <a:solidFill>
                    <a:srgbClr val="333333">
                      <a:alpha val="89804"/>
                    </a:srgbClr>
                  </a:solidFill>
                  <a:latin typeface="프리젠테이션 Bold"/>
                  <a:ea typeface="프리젠테이션 Bold"/>
                  <a:cs typeface="프리젠테이션 Bold"/>
                  <a:sym typeface="프리젠테이션 Bold"/>
                </a:rPr>
                <a:t>모르면 엉뚱하게 추측함</a:t>
              </a:r>
            </a:p>
          </p:txBody>
        </p:sp>
        <p:sp>
          <p:nvSpPr>
            <p:cNvPr name="Freeform 26" id="26"/>
            <p:cNvSpPr/>
            <p:nvPr/>
          </p:nvSpPr>
          <p:spPr>
            <a:xfrm flipH="false" flipV="false" rot="0">
              <a:off x="741639" y="2126706"/>
              <a:ext cx="189653" cy="144610"/>
            </a:xfrm>
            <a:custGeom>
              <a:avLst/>
              <a:gdLst/>
              <a:ahLst/>
              <a:cxnLst/>
              <a:rect r="r" b="b" t="t" l="l"/>
              <a:pathLst>
                <a:path h="144610" w="189653">
                  <a:moveTo>
                    <a:pt x="0" y="0"/>
                  </a:moveTo>
                  <a:lnTo>
                    <a:pt x="189653" y="0"/>
                  </a:lnTo>
                  <a:lnTo>
                    <a:pt x="189653" y="144610"/>
                  </a:lnTo>
                  <a:lnTo>
                    <a:pt x="0" y="144610"/>
                  </a:lnTo>
                  <a:lnTo>
                    <a:pt x="0" y="0"/>
                  </a:lnTo>
                  <a:close/>
                </a:path>
              </a:pathLst>
            </a:custGeom>
            <a:blipFill>
              <a:blip r:embed="rId6">
                <a:extLst>
                  <a:ext uri="{96DAC541-7B7A-43D3-8B79-37D633B846F1}">
                    <asvg:svgBlip xmlns:asvg="http://schemas.microsoft.com/office/drawing/2016/SVG/main" r:embed="rId7"/>
                  </a:ext>
                </a:extLst>
              </a:blip>
              <a:stretch>
                <a:fillRect l="0" t="0" r="0" b="0"/>
              </a:stretch>
            </a:blipFill>
          </p:spPr>
        </p:sp>
        <p:sp>
          <p:nvSpPr>
            <p:cNvPr name="TextBox 27" id="27"/>
            <p:cNvSpPr txBox="true"/>
            <p:nvPr/>
          </p:nvSpPr>
          <p:spPr>
            <a:xfrm rot="0">
              <a:off x="1045128" y="1919611"/>
              <a:ext cx="6134820" cy="482600"/>
            </a:xfrm>
            <a:prstGeom prst="rect">
              <a:avLst/>
            </a:prstGeom>
          </p:spPr>
          <p:txBody>
            <a:bodyPr anchor="t" rtlCol="false" tIns="0" lIns="0" bIns="0" rIns="0">
              <a:spAutoFit/>
            </a:bodyPr>
            <a:lstStyle/>
            <a:p>
              <a:pPr algn="l" marL="0" indent="0" lvl="0">
                <a:lnSpc>
                  <a:spcPts val="3000"/>
                </a:lnSpc>
                <a:spcBef>
                  <a:spcPct val="0"/>
                </a:spcBef>
              </a:pPr>
              <a:r>
                <a:rPr lang="en-US" b="true" sz="2000" spc="-40" strike="noStrike" u="none">
                  <a:solidFill>
                    <a:srgbClr val="333333">
                      <a:alpha val="89804"/>
                    </a:srgbClr>
                  </a:solidFill>
                  <a:latin typeface="프리젠테이션 Bold"/>
                  <a:ea typeface="프리젠테이션 Bold"/>
                  <a:cs typeface="프리젠테이션 Bold"/>
                  <a:sym typeface="프리젠테이션 Bold"/>
                </a:rPr>
                <a:t>필요한 것만 골라서 주기</a:t>
              </a:r>
            </a:p>
          </p:txBody>
        </p:sp>
      </p:grpSp>
      <p:grpSp>
        <p:nvGrpSpPr>
          <p:cNvPr name="Group 28" id="28"/>
          <p:cNvGrpSpPr/>
          <p:nvPr/>
        </p:nvGrpSpPr>
        <p:grpSpPr>
          <a:xfrm rot="0">
            <a:off x="10472784" y="2884234"/>
            <a:ext cx="7042754" cy="547878"/>
            <a:chOff x="0" y="0"/>
            <a:chExt cx="9390339" cy="730504"/>
          </a:xfrm>
        </p:grpSpPr>
        <p:sp>
          <p:nvSpPr>
            <p:cNvPr name="Freeform 29" id="29"/>
            <p:cNvSpPr/>
            <p:nvPr/>
          </p:nvSpPr>
          <p:spPr>
            <a:xfrm flipH="false" flipV="false" rot="0">
              <a:off x="0" y="192339"/>
              <a:ext cx="355986" cy="355986"/>
            </a:xfrm>
            <a:custGeom>
              <a:avLst/>
              <a:gdLst/>
              <a:ahLst/>
              <a:cxnLst/>
              <a:rect r="r" b="b" t="t" l="l"/>
              <a:pathLst>
                <a:path h="355986" w="355986">
                  <a:moveTo>
                    <a:pt x="0" y="0"/>
                  </a:moveTo>
                  <a:lnTo>
                    <a:pt x="355986" y="0"/>
                  </a:lnTo>
                  <a:lnTo>
                    <a:pt x="355986" y="355986"/>
                  </a:lnTo>
                  <a:lnTo>
                    <a:pt x="0" y="355986"/>
                  </a:lnTo>
                  <a:lnTo>
                    <a:pt x="0" y="0"/>
                  </a:lnTo>
                  <a:close/>
                </a:path>
              </a:pathLst>
            </a:custGeom>
            <a:blipFill>
              <a:blip r:embed="rId8">
                <a:extLst>
                  <a:ext uri="{96DAC541-7B7A-43D3-8B79-37D633B846F1}">
                    <asvg:svgBlip xmlns:asvg="http://schemas.microsoft.com/office/drawing/2016/SVG/main" r:embed="rId9"/>
                  </a:ext>
                </a:extLst>
              </a:blip>
              <a:stretch>
                <a:fillRect l="0" t="0" r="0" b="0"/>
              </a:stretch>
            </a:blipFill>
          </p:spPr>
        </p:sp>
        <p:sp>
          <p:nvSpPr>
            <p:cNvPr name="TextBox 30" id="30"/>
            <p:cNvSpPr txBox="true"/>
            <p:nvPr/>
          </p:nvSpPr>
          <p:spPr>
            <a:xfrm rot="0">
              <a:off x="500339" y="76200"/>
              <a:ext cx="8890000" cy="654304"/>
            </a:xfrm>
            <a:prstGeom prst="rect">
              <a:avLst/>
            </a:prstGeom>
          </p:spPr>
          <p:txBody>
            <a:bodyPr anchor="t" rtlCol="false" tIns="0" lIns="0" bIns="0" rIns="0">
              <a:spAutoFit/>
            </a:bodyPr>
            <a:lstStyle/>
            <a:p>
              <a:pPr algn="l" marL="0" indent="0" lvl="0">
                <a:lnSpc>
                  <a:spcPts val="3456"/>
                </a:lnSpc>
                <a:spcBef>
                  <a:spcPct val="0"/>
                </a:spcBef>
              </a:pPr>
              <a:r>
                <a:rPr lang="en-US" b="true" sz="3600" spc="-72" strike="noStrike" u="none">
                  <a:solidFill>
                    <a:srgbClr val="333333"/>
                  </a:solidFill>
                  <a:latin typeface="프리젠테이션 Bold"/>
                  <a:ea typeface="프리젠테이션 Bold"/>
                  <a:cs typeface="프리젠테이션 Bold"/>
                  <a:sym typeface="프리젠테이션 Bold"/>
                </a:rPr>
                <a:t>AI에게 주는 배경 자료</a:t>
              </a:r>
            </a:p>
          </p:txBody>
        </p:sp>
      </p:grpSp>
      <p:sp>
        <p:nvSpPr>
          <p:cNvPr name="TextBox 31" id="31"/>
          <p:cNvSpPr txBox="true"/>
          <p:nvPr/>
        </p:nvSpPr>
        <p:spPr>
          <a:xfrm rot="0">
            <a:off x="1355167" y="696396"/>
            <a:ext cx="12295240" cy="685800"/>
          </a:xfrm>
          <a:prstGeom prst="rect">
            <a:avLst/>
          </a:prstGeom>
        </p:spPr>
        <p:txBody>
          <a:bodyPr anchor="t" rtlCol="false" tIns="0" lIns="0" bIns="0" rIns="0">
            <a:spAutoFit/>
          </a:bodyPr>
          <a:lstStyle/>
          <a:p>
            <a:pPr algn="l" marL="0" indent="0" lvl="0">
              <a:lnSpc>
                <a:spcPts val="5100"/>
              </a:lnSpc>
              <a:spcBef>
                <a:spcPct val="0"/>
              </a:spcBef>
            </a:pPr>
            <a:r>
              <a:rPr lang="en-US" b="true" sz="5000" spc="-100" strike="noStrike" u="none">
                <a:solidFill>
                  <a:srgbClr val="FFFFFF"/>
                </a:solidFill>
                <a:latin typeface="프리젠테이션 Bold"/>
                <a:ea typeface="프리젠테이션 Bold"/>
                <a:cs typeface="프리젠테이션 Bold"/>
                <a:sym typeface="프리젠테이션 Bold"/>
              </a:rPr>
              <a:t>컨텍스트(Context)란?</a:t>
            </a:r>
          </a:p>
        </p:txBody>
      </p:sp>
      <p:sp>
        <p:nvSpPr>
          <p:cNvPr name="TextBox 32" id="32"/>
          <p:cNvSpPr txBox="true"/>
          <p:nvPr/>
        </p:nvSpPr>
        <p:spPr>
          <a:xfrm rot="0">
            <a:off x="10472784" y="3604117"/>
            <a:ext cx="7086813" cy="1365885"/>
          </a:xfrm>
          <a:prstGeom prst="rect">
            <a:avLst/>
          </a:prstGeom>
        </p:spPr>
        <p:txBody>
          <a:bodyPr anchor="t" rtlCol="false" tIns="0" lIns="0" bIns="0" rIns="0">
            <a:spAutoFit/>
          </a:bodyPr>
          <a:lstStyle/>
          <a:p>
            <a:pPr algn="l" marL="518160" indent="-259080" lvl="1">
              <a:lnSpc>
                <a:spcPts val="3600"/>
              </a:lnSpc>
              <a:buFont typeface="Arial"/>
              <a:buChar char="•"/>
            </a:pPr>
            <a:r>
              <a:rPr lang="en-US" b="true" sz="2400" spc="-48" strike="noStrike" u="none">
                <a:solidFill>
                  <a:srgbClr val="000000">
                    <a:alpha val="69804"/>
                  </a:srgbClr>
                </a:solidFill>
                <a:latin typeface="프리젠테이션 Bold"/>
                <a:ea typeface="프리젠테이션 Bold"/>
                <a:cs typeface="프리젠테이션 Bold"/>
                <a:sym typeface="프리젠테이션 Bold"/>
              </a:rPr>
              <a:t>프롬프트 == "무엇을 해줘"</a:t>
            </a:r>
          </a:p>
          <a:p>
            <a:pPr algn="l" marL="518160" indent="-259080" lvl="1">
              <a:lnSpc>
                <a:spcPts val="3600"/>
              </a:lnSpc>
              <a:buFont typeface="Arial"/>
              <a:buChar char="•"/>
            </a:pPr>
            <a:r>
              <a:rPr lang="en-US" b="true" sz="2400" spc="-48" strike="noStrike" u="none">
                <a:solidFill>
                  <a:srgbClr val="000000">
                    <a:alpha val="69804"/>
                  </a:srgbClr>
                </a:solidFill>
                <a:latin typeface="프리젠테이션 Bold"/>
                <a:ea typeface="프리젠테이션 Bold"/>
                <a:cs typeface="프리젠테이션 Bold"/>
                <a:sym typeface="프리젠테이션 Bold"/>
              </a:rPr>
              <a:t>컨텍스트 == 그 일에 필요한 배경·자료</a:t>
            </a:r>
          </a:p>
          <a:p>
            <a:pPr algn="l" marL="518160" indent="-259080" lvl="1">
              <a:lnSpc>
                <a:spcPts val="3600"/>
              </a:lnSpc>
              <a:buFont typeface="Arial"/>
              <a:buChar char="•"/>
            </a:pPr>
            <a:r>
              <a:rPr lang="en-US" b="true" sz="2400" spc="-48" strike="noStrike" u="none">
                <a:solidFill>
                  <a:srgbClr val="000000">
                    <a:alpha val="69804"/>
                  </a:srgbClr>
                </a:solidFill>
                <a:latin typeface="프리젠테이션 Bold"/>
                <a:ea typeface="프리젠테이션 Bold"/>
                <a:cs typeface="프리젠테이션 Bold"/>
                <a:sym typeface="프리젠테이션 Bold"/>
              </a:rPr>
              <a:t>둘을 함께 설계하는 것이 핵심</a:t>
            </a:r>
          </a:p>
        </p:txBody>
      </p:sp>
      <p:sp>
        <p:nvSpPr>
          <p:cNvPr name="TextBox 33" id="33"/>
          <p:cNvSpPr txBox="true"/>
          <p:nvPr/>
        </p:nvSpPr>
        <p:spPr>
          <a:xfrm rot="0">
            <a:off x="14694520" y="1353621"/>
            <a:ext cx="2865076" cy="325120"/>
          </a:xfrm>
          <a:prstGeom prst="rect">
            <a:avLst/>
          </a:prstGeom>
        </p:spPr>
        <p:txBody>
          <a:bodyPr anchor="t" rtlCol="false" tIns="0" lIns="0" bIns="0" rIns="0">
            <a:spAutoFit/>
          </a:bodyPr>
          <a:lstStyle/>
          <a:p>
            <a:pPr algn="ctr" marL="0" indent="0" lvl="0">
              <a:lnSpc>
                <a:spcPts val="2540"/>
              </a:lnSpc>
              <a:spcBef>
                <a:spcPct val="0"/>
              </a:spcBef>
            </a:pPr>
            <a:r>
              <a:rPr lang="en-US" b="true" sz="2000" spc="122" strike="noStrike" u="none">
                <a:solidFill>
                  <a:srgbClr val="5170FF"/>
                </a:solidFill>
                <a:latin typeface="프리젠테이션 Bold"/>
                <a:ea typeface="프리젠테이션 Bold"/>
                <a:cs typeface="프리젠테이션 Bold"/>
                <a:sym typeface="프리젠테이션 Bold"/>
              </a:rPr>
              <a:t>해달 바이브코딩 기초반</a:t>
            </a:r>
          </a:p>
        </p:txBody>
      </p:sp>
      <p:sp>
        <p:nvSpPr>
          <p:cNvPr name="TextBox 34" id="34"/>
          <p:cNvSpPr txBox="true"/>
          <p:nvPr/>
        </p:nvSpPr>
        <p:spPr>
          <a:xfrm rot="0">
            <a:off x="8382000" y="8899525"/>
            <a:ext cx="1524000" cy="358775"/>
          </a:xfrm>
          <a:prstGeom prst="rect">
            <a:avLst/>
          </a:prstGeom>
        </p:spPr>
        <p:txBody>
          <a:bodyPr anchor="t" rtlCol="false" tIns="0" lIns="0" bIns="0" rIns="0">
            <a:spAutoFit/>
          </a:bodyPr>
          <a:lstStyle/>
          <a:p>
            <a:pPr algn="ctr" marL="0" indent="0" lvl="0">
              <a:lnSpc>
                <a:spcPts val="2800"/>
              </a:lnSpc>
              <a:spcBef>
                <a:spcPct val="0"/>
              </a:spcBef>
            </a:pPr>
            <a:r>
              <a:rPr lang="en-US" b="true" sz="2000" strike="noStrike" u="none">
                <a:solidFill>
                  <a:srgbClr val="4165C1"/>
                </a:solidFill>
                <a:latin typeface="프리젠테이션 Bold"/>
                <a:ea typeface="프리젠테이션 Bold"/>
                <a:cs typeface="프리젠테이션 Bold"/>
                <a:sym typeface="프리젠테이션 Bold"/>
              </a:rPr>
              <a:t>- 20 -</a:t>
            </a:r>
          </a:p>
        </p:txBody>
      </p:sp>
    </p:spTree>
  </p:cSld>
  <p:clrMapOvr>
    <a:masterClrMapping/>
  </p:clrMapOvr>
</p:sld>
</file>

<file path=ppt/slides/slide21.xml><?xml version="1.0" encoding="utf-8"?>
<p:sld xmlns:p="http://schemas.openxmlformats.org/presentationml/2006/main" xmlns:a="http://schemas.openxmlformats.org/drawingml/2006/main" xmlns:r="http://schemas.openxmlformats.org/officeDocument/2006/relationships">
  <p:cSld>
    <p:bg>
      <p:bgPr>
        <a:solidFill>
          <a:srgbClr val="5170FF"/>
        </a:solidFill>
      </p:bgPr>
    </p:bg>
    <p:spTree>
      <p:nvGrpSpPr>
        <p:cNvPr id="1" name=""/>
        <p:cNvGrpSpPr/>
        <p:nvPr/>
      </p:nvGrpSpPr>
      <p:grpSpPr>
        <a:xfrm>
          <a:off x="0" y="0"/>
          <a:ext cx="0" cy="0"/>
          <a:chOff x="0" y="0"/>
          <a:chExt cx="0" cy="0"/>
        </a:xfrm>
      </p:grpSpPr>
      <p:grpSp>
        <p:nvGrpSpPr>
          <p:cNvPr name="Group 2" id="2"/>
          <p:cNvGrpSpPr/>
          <p:nvPr/>
        </p:nvGrpSpPr>
        <p:grpSpPr>
          <a:xfrm rot="0">
            <a:off x="534854" y="457200"/>
            <a:ext cx="17218292" cy="9294946"/>
            <a:chOff x="0" y="0"/>
            <a:chExt cx="22957723" cy="12393261"/>
          </a:xfrm>
        </p:grpSpPr>
        <p:grpSp>
          <p:nvGrpSpPr>
            <p:cNvPr name="Group 3" id="3"/>
            <p:cNvGrpSpPr/>
            <p:nvPr/>
          </p:nvGrpSpPr>
          <p:grpSpPr>
            <a:xfrm rot="0">
              <a:off x="0" y="1727243"/>
              <a:ext cx="22957723" cy="10666019"/>
              <a:chOff x="0" y="0"/>
              <a:chExt cx="4777465" cy="2219581"/>
            </a:xfrm>
          </p:grpSpPr>
          <p:sp>
            <p:nvSpPr>
              <p:cNvPr name="Freeform 4" id="4"/>
              <p:cNvSpPr/>
              <p:nvPr/>
            </p:nvSpPr>
            <p:spPr>
              <a:xfrm flipH="false" flipV="false" rot="0">
                <a:off x="0" y="0"/>
                <a:ext cx="4777465" cy="2219581"/>
              </a:xfrm>
              <a:custGeom>
                <a:avLst/>
                <a:gdLst/>
                <a:ahLst/>
                <a:cxnLst/>
                <a:rect r="r" b="b" t="t" l="l"/>
                <a:pathLst>
                  <a:path h="2219581" w="4777465">
                    <a:moveTo>
                      <a:pt x="22931" y="0"/>
                    </a:moveTo>
                    <a:lnTo>
                      <a:pt x="4754534" y="0"/>
                    </a:lnTo>
                    <a:cubicBezTo>
                      <a:pt x="4767199" y="0"/>
                      <a:pt x="4777465" y="10267"/>
                      <a:pt x="4777465" y="22931"/>
                    </a:cubicBezTo>
                    <a:lnTo>
                      <a:pt x="4777465" y="2196650"/>
                    </a:lnTo>
                    <a:cubicBezTo>
                      <a:pt x="4777465" y="2202732"/>
                      <a:pt x="4775049" y="2208564"/>
                      <a:pt x="4770749" y="2212865"/>
                    </a:cubicBezTo>
                    <a:cubicBezTo>
                      <a:pt x="4766449" y="2217165"/>
                      <a:pt x="4760616" y="2219581"/>
                      <a:pt x="4754534" y="2219581"/>
                    </a:cubicBezTo>
                    <a:lnTo>
                      <a:pt x="22931" y="2219581"/>
                    </a:lnTo>
                    <a:cubicBezTo>
                      <a:pt x="10267" y="2219581"/>
                      <a:pt x="0" y="2209315"/>
                      <a:pt x="0" y="2196650"/>
                    </a:cubicBezTo>
                    <a:lnTo>
                      <a:pt x="0" y="22931"/>
                    </a:lnTo>
                    <a:cubicBezTo>
                      <a:pt x="0" y="10267"/>
                      <a:pt x="10267" y="0"/>
                      <a:pt x="22931" y="0"/>
                    </a:cubicBezTo>
                    <a:close/>
                  </a:path>
                </a:pathLst>
              </a:custGeom>
              <a:solidFill>
                <a:srgbClr val="FFFFFF"/>
              </a:solidFill>
              <a:ln cap="rnd">
                <a:noFill/>
                <a:prstDash val="solid"/>
                <a:round/>
              </a:ln>
            </p:spPr>
          </p:sp>
          <p:sp>
            <p:nvSpPr>
              <p:cNvPr name="TextBox 5" id="5"/>
              <p:cNvSpPr txBox="true"/>
              <p:nvPr/>
            </p:nvSpPr>
            <p:spPr>
              <a:xfrm>
                <a:off x="0" y="-38100"/>
                <a:ext cx="4777465" cy="2257681"/>
              </a:xfrm>
              <a:prstGeom prst="rect">
                <a:avLst/>
              </a:prstGeom>
            </p:spPr>
            <p:txBody>
              <a:bodyPr anchor="ctr" rtlCol="false" tIns="48220" lIns="48220" bIns="48220" rIns="48220"/>
              <a:lstStyle/>
              <a:p>
                <a:pPr algn="ctr" marL="0" indent="0" lvl="0">
                  <a:lnSpc>
                    <a:spcPts val="1853"/>
                  </a:lnSpc>
                  <a:spcBef>
                    <a:spcPct val="0"/>
                  </a:spcBef>
                </a:pPr>
              </a:p>
              <a:p>
                <a:pPr algn="ctr" marL="0" indent="0" lvl="0">
                  <a:lnSpc>
                    <a:spcPts val="1853"/>
                  </a:lnSpc>
                  <a:spcBef>
                    <a:spcPct val="0"/>
                  </a:spcBef>
                </a:pPr>
              </a:p>
              <a:p>
                <a:pPr algn="ctr" marL="0" indent="0" lvl="0">
                  <a:lnSpc>
                    <a:spcPts val="1853"/>
                  </a:lnSpc>
                  <a:spcBef>
                    <a:spcPct val="0"/>
                  </a:spcBef>
                </a:pPr>
              </a:p>
            </p:txBody>
          </p:sp>
        </p:grpSp>
        <p:grpSp>
          <p:nvGrpSpPr>
            <p:cNvPr name="Group 6" id="6"/>
            <p:cNvGrpSpPr/>
            <p:nvPr/>
          </p:nvGrpSpPr>
          <p:grpSpPr>
            <a:xfrm rot="0">
              <a:off x="18499830" y="891712"/>
              <a:ext cx="4457893" cy="3397582"/>
              <a:chOff x="0" y="0"/>
              <a:chExt cx="927680" cy="707031"/>
            </a:xfrm>
          </p:grpSpPr>
          <p:sp>
            <p:nvSpPr>
              <p:cNvPr name="Freeform 7" id="7"/>
              <p:cNvSpPr/>
              <p:nvPr/>
            </p:nvSpPr>
            <p:spPr>
              <a:xfrm flipH="false" flipV="false" rot="0">
                <a:off x="0" y="0"/>
                <a:ext cx="927680" cy="707031"/>
              </a:xfrm>
              <a:custGeom>
                <a:avLst/>
                <a:gdLst/>
                <a:ahLst/>
                <a:cxnLst/>
                <a:rect r="r" b="b" t="t" l="l"/>
                <a:pathLst>
                  <a:path h="707031" w="927680">
                    <a:moveTo>
                      <a:pt x="118094" y="0"/>
                    </a:moveTo>
                    <a:lnTo>
                      <a:pt x="809586" y="0"/>
                    </a:lnTo>
                    <a:cubicBezTo>
                      <a:pt x="874808" y="0"/>
                      <a:pt x="927680" y="52872"/>
                      <a:pt x="927680" y="118094"/>
                    </a:cubicBezTo>
                    <a:lnTo>
                      <a:pt x="927680" y="588937"/>
                    </a:lnTo>
                    <a:cubicBezTo>
                      <a:pt x="927680" y="654159"/>
                      <a:pt x="874808" y="707031"/>
                      <a:pt x="809586" y="707031"/>
                    </a:cubicBezTo>
                    <a:lnTo>
                      <a:pt x="118094" y="707031"/>
                    </a:lnTo>
                    <a:cubicBezTo>
                      <a:pt x="52872" y="707031"/>
                      <a:pt x="0" y="654159"/>
                      <a:pt x="0" y="588937"/>
                    </a:cubicBezTo>
                    <a:lnTo>
                      <a:pt x="0" y="118094"/>
                    </a:lnTo>
                    <a:cubicBezTo>
                      <a:pt x="0" y="52872"/>
                      <a:pt x="52872" y="0"/>
                      <a:pt x="118094" y="0"/>
                    </a:cubicBezTo>
                    <a:close/>
                  </a:path>
                </a:pathLst>
              </a:custGeom>
              <a:solidFill>
                <a:srgbClr val="FFFFFF"/>
              </a:solidFill>
              <a:ln cap="rnd">
                <a:noFill/>
                <a:prstDash val="solid"/>
                <a:round/>
              </a:ln>
            </p:spPr>
          </p:sp>
          <p:sp>
            <p:nvSpPr>
              <p:cNvPr name="TextBox 8" id="8"/>
              <p:cNvSpPr txBox="true"/>
              <p:nvPr/>
            </p:nvSpPr>
            <p:spPr>
              <a:xfrm>
                <a:off x="0" y="-38100"/>
                <a:ext cx="927680" cy="745131"/>
              </a:xfrm>
              <a:prstGeom prst="rect">
                <a:avLst/>
              </a:prstGeom>
            </p:spPr>
            <p:txBody>
              <a:bodyPr anchor="ctr" rtlCol="false" tIns="48220" lIns="48220" bIns="48220" rIns="48220"/>
              <a:lstStyle/>
              <a:p>
                <a:pPr algn="ctr" marL="0" indent="0" lvl="0">
                  <a:lnSpc>
                    <a:spcPts val="1853"/>
                  </a:lnSpc>
                  <a:spcBef>
                    <a:spcPct val="0"/>
                  </a:spcBef>
                </a:pPr>
              </a:p>
              <a:p>
                <a:pPr algn="ctr" marL="0" indent="0" lvl="0">
                  <a:lnSpc>
                    <a:spcPts val="1853"/>
                  </a:lnSpc>
                  <a:spcBef>
                    <a:spcPct val="0"/>
                  </a:spcBef>
                </a:pPr>
              </a:p>
              <a:p>
                <a:pPr algn="ctr" marL="0" indent="0" lvl="0">
                  <a:lnSpc>
                    <a:spcPts val="1853"/>
                  </a:lnSpc>
                  <a:spcBef>
                    <a:spcPct val="0"/>
                  </a:spcBef>
                </a:pPr>
              </a:p>
            </p:txBody>
          </p:sp>
        </p:grpSp>
        <p:grpSp>
          <p:nvGrpSpPr>
            <p:cNvPr name="Group 9" id="9"/>
            <p:cNvGrpSpPr/>
            <p:nvPr/>
          </p:nvGrpSpPr>
          <p:grpSpPr>
            <a:xfrm rot="0">
              <a:off x="18064463" y="1334482"/>
              <a:ext cx="2392010" cy="1865053"/>
              <a:chOff x="0" y="0"/>
              <a:chExt cx="497773" cy="388115"/>
            </a:xfrm>
          </p:grpSpPr>
          <p:sp>
            <p:nvSpPr>
              <p:cNvPr name="Freeform 10" id="10"/>
              <p:cNvSpPr/>
              <p:nvPr/>
            </p:nvSpPr>
            <p:spPr>
              <a:xfrm flipH="false" flipV="false" rot="0">
                <a:off x="0" y="0"/>
                <a:ext cx="497773" cy="388115"/>
              </a:xfrm>
              <a:custGeom>
                <a:avLst/>
                <a:gdLst/>
                <a:ahLst/>
                <a:cxnLst/>
                <a:rect r="r" b="b" t="t" l="l"/>
                <a:pathLst>
                  <a:path h="388115" w="497773">
                    <a:moveTo>
                      <a:pt x="0" y="0"/>
                    </a:moveTo>
                    <a:lnTo>
                      <a:pt x="497773" y="0"/>
                    </a:lnTo>
                    <a:lnTo>
                      <a:pt x="497773" y="388115"/>
                    </a:lnTo>
                    <a:lnTo>
                      <a:pt x="0" y="388115"/>
                    </a:lnTo>
                    <a:close/>
                  </a:path>
                </a:pathLst>
              </a:custGeom>
              <a:solidFill>
                <a:srgbClr val="FFFFFF"/>
              </a:solidFill>
              <a:ln cap="sq">
                <a:noFill/>
                <a:prstDash val="solid"/>
                <a:miter/>
              </a:ln>
            </p:spPr>
          </p:sp>
          <p:sp>
            <p:nvSpPr>
              <p:cNvPr name="TextBox 11" id="11"/>
              <p:cNvSpPr txBox="true"/>
              <p:nvPr/>
            </p:nvSpPr>
            <p:spPr>
              <a:xfrm>
                <a:off x="0" y="-38100"/>
                <a:ext cx="497773" cy="426215"/>
              </a:xfrm>
              <a:prstGeom prst="rect">
                <a:avLst/>
              </a:prstGeom>
            </p:spPr>
            <p:txBody>
              <a:bodyPr anchor="ctr" rtlCol="false" tIns="48220" lIns="48220" bIns="48220" rIns="48220"/>
              <a:lstStyle/>
              <a:p>
                <a:pPr algn="ctr" marL="0" indent="0" lvl="0">
                  <a:lnSpc>
                    <a:spcPts val="1853"/>
                  </a:lnSpc>
                  <a:spcBef>
                    <a:spcPct val="0"/>
                  </a:spcBef>
                </a:pPr>
              </a:p>
              <a:p>
                <a:pPr algn="ctr" marL="0" indent="0" lvl="0">
                  <a:lnSpc>
                    <a:spcPts val="1853"/>
                  </a:lnSpc>
                  <a:spcBef>
                    <a:spcPct val="0"/>
                  </a:spcBef>
                </a:pPr>
              </a:p>
              <a:p>
                <a:pPr algn="ctr" marL="0" indent="0" lvl="0">
                  <a:lnSpc>
                    <a:spcPts val="1853"/>
                  </a:lnSpc>
                  <a:spcBef>
                    <a:spcPct val="0"/>
                  </a:spcBef>
                </a:pPr>
              </a:p>
            </p:txBody>
          </p:sp>
        </p:grpSp>
        <p:grpSp>
          <p:nvGrpSpPr>
            <p:cNvPr name="Group 12" id="12"/>
            <p:cNvGrpSpPr/>
            <p:nvPr/>
          </p:nvGrpSpPr>
          <p:grpSpPr>
            <a:xfrm rot="0">
              <a:off x="16059231" y="0"/>
              <a:ext cx="2504831" cy="1727243"/>
              <a:chOff x="0" y="0"/>
              <a:chExt cx="521251" cy="359436"/>
            </a:xfrm>
          </p:grpSpPr>
          <p:sp>
            <p:nvSpPr>
              <p:cNvPr name="Freeform 13" id="13"/>
              <p:cNvSpPr/>
              <p:nvPr/>
            </p:nvSpPr>
            <p:spPr>
              <a:xfrm flipH="false" flipV="false" rot="0">
                <a:off x="0" y="0"/>
                <a:ext cx="521251" cy="359436"/>
              </a:xfrm>
              <a:custGeom>
                <a:avLst/>
                <a:gdLst/>
                <a:ahLst/>
                <a:cxnLst/>
                <a:rect r="r" b="b" t="t" l="l"/>
                <a:pathLst>
                  <a:path h="359436" w="521251">
                    <a:moveTo>
                      <a:pt x="179718" y="0"/>
                    </a:moveTo>
                    <a:lnTo>
                      <a:pt x="341533" y="0"/>
                    </a:lnTo>
                    <a:cubicBezTo>
                      <a:pt x="440789" y="0"/>
                      <a:pt x="521251" y="80463"/>
                      <a:pt x="521251" y="179718"/>
                    </a:cubicBezTo>
                    <a:lnTo>
                      <a:pt x="521251" y="179718"/>
                    </a:lnTo>
                    <a:cubicBezTo>
                      <a:pt x="521251" y="227382"/>
                      <a:pt x="502317" y="273094"/>
                      <a:pt x="468613" y="306798"/>
                    </a:cubicBezTo>
                    <a:cubicBezTo>
                      <a:pt x="434909" y="340502"/>
                      <a:pt x="389197" y="359436"/>
                      <a:pt x="341533" y="359436"/>
                    </a:cubicBezTo>
                    <a:lnTo>
                      <a:pt x="179718" y="359436"/>
                    </a:lnTo>
                    <a:cubicBezTo>
                      <a:pt x="132054" y="359436"/>
                      <a:pt x="86342" y="340502"/>
                      <a:pt x="52638" y="306798"/>
                    </a:cubicBezTo>
                    <a:cubicBezTo>
                      <a:pt x="18935" y="273094"/>
                      <a:pt x="0" y="227382"/>
                      <a:pt x="0" y="179718"/>
                    </a:cubicBezTo>
                    <a:lnTo>
                      <a:pt x="0" y="179718"/>
                    </a:lnTo>
                    <a:cubicBezTo>
                      <a:pt x="0" y="132054"/>
                      <a:pt x="18935" y="86342"/>
                      <a:pt x="52638" y="52638"/>
                    </a:cubicBezTo>
                    <a:cubicBezTo>
                      <a:pt x="86342" y="18935"/>
                      <a:pt x="132054" y="0"/>
                      <a:pt x="179718" y="0"/>
                    </a:cubicBezTo>
                    <a:close/>
                  </a:path>
                </a:pathLst>
              </a:custGeom>
              <a:solidFill>
                <a:srgbClr val="5170FF"/>
              </a:solidFill>
              <a:ln cap="rnd">
                <a:noFill/>
                <a:prstDash val="solid"/>
                <a:round/>
              </a:ln>
            </p:spPr>
          </p:sp>
          <p:sp>
            <p:nvSpPr>
              <p:cNvPr name="TextBox 14" id="14"/>
              <p:cNvSpPr txBox="true"/>
              <p:nvPr/>
            </p:nvSpPr>
            <p:spPr>
              <a:xfrm>
                <a:off x="0" y="-38100"/>
                <a:ext cx="521251" cy="397536"/>
              </a:xfrm>
              <a:prstGeom prst="rect">
                <a:avLst/>
              </a:prstGeom>
            </p:spPr>
            <p:txBody>
              <a:bodyPr anchor="ctr" rtlCol="false" tIns="48220" lIns="48220" bIns="48220" rIns="48220"/>
              <a:lstStyle/>
              <a:p>
                <a:pPr algn="ctr" marL="0" indent="0" lvl="0">
                  <a:lnSpc>
                    <a:spcPts val="1853"/>
                  </a:lnSpc>
                  <a:spcBef>
                    <a:spcPct val="0"/>
                  </a:spcBef>
                </a:pPr>
              </a:p>
              <a:p>
                <a:pPr algn="ctr" marL="0" indent="0" lvl="0">
                  <a:lnSpc>
                    <a:spcPts val="1853"/>
                  </a:lnSpc>
                  <a:spcBef>
                    <a:spcPct val="0"/>
                  </a:spcBef>
                </a:pPr>
              </a:p>
              <a:p>
                <a:pPr algn="ctr" marL="0" indent="0" lvl="0">
                  <a:lnSpc>
                    <a:spcPts val="1853"/>
                  </a:lnSpc>
                  <a:spcBef>
                    <a:spcPct val="0"/>
                  </a:spcBef>
                </a:pPr>
              </a:p>
            </p:txBody>
          </p:sp>
        </p:grpSp>
      </p:grpSp>
      <p:sp>
        <p:nvSpPr>
          <p:cNvPr name="Freeform 15" id="15"/>
          <p:cNvSpPr/>
          <p:nvPr/>
        </p:nvSpPr>
        <p:spPr>
          <a:xfrm flipH="false" flipV="false" rot="0">
            <a:off x="820604" y="843344"/>
            <a:ext cx="334731" cy="334731"/>
          </a:xfrm>
          <a:custGeom>
            <a:avLst/>
            <a:gdLst/>
            <a:ahLst/>
            <a:cxnLst/>
            <a:rect r="r" b="b" t="t" l="l"/>
            <a:pathLst>
              <a:path h="334731" w="334731">
                <a:moveTo>
                  <a:pt x="0" y="0"/>
                </a:moveTo>
                <a:lnTo>
                  <a:pt x="334731" y="0"/>
                </a:lnTo>
                <a:lnTo>
                  <a:pt x="334731" y="334731"/>
                </a:lnTo>
                <a:lnTo>
                  <a:pt x="0" y="334731"/>
                </a:lnTo>
                <a:lnTo>
                  <a:pt x="0" y="0"/>
                </a:lnTo>
                <a:close/>
              </a:path>
            </a:pathLst>
          </a:custGeom>
          <a:blipFill>
            <a:blip r:embed="rId3">
              <a:extLst>
                <a:ext uri="{96DAC541-7B7A-43D3-8B79-37D633B846F1}">
                  <asvg:svgBlip xmlns:asvg="http://schemas.microsoft.com/office/drawing/2016/SVG/main" r:embed="rId4"/>
                </a:ext>
              </a:extLst>
            </a:blip>
            <a:stretch>
              <a:fillRect l="0" t="0" r="0" b="0"/>
            </a:stretch>
          </a:blipFill>
        </p:spPr>
      </p:sp>
      <p:sp>
        <p:nvSpPr>
          <p:cNvPr name="TextBox 16" id="16"/>
          <p:cNvSpPr txBox="true"/>
          <p:nvPr/>
        </p:nvSpPr>
        <p:spPr>
          <a:xfrm rot="0">
            <a:off x="1355167" y="696396"/>
            <a:ext cx="12295240" cy="685800"/>
          </a:xfrm>
          <a:prstGeom prst="rect">
            <a:avLst/>
          </a:prstGeom>
        </p:spPr>
        <p:txBody>
          <a:bodyPr anchor="t" rtlCol="false" tIns="0" lIns="0" bIns="0" rIns="0">
            <a:spAutoFit/>
          </a:bodyPr>
          <a:lstStyle/>
          <a:p>
            <a:pPr algn="l" marL="0" indent="0" lvl="0">
              <a:lnSpc>
                <a:spcPts val="5100"/>
              </a:lnSpc>
              <a:spcBef>
                <a:spcPct val="0"/>
              </a:spcBef>
            </a:pPr>
            <a:r>
              <a:rPr lang="en-US" b="true" sz="5000" spc="-100" strike="noStrike" u="none">
                <a:solidFill>
                  <a:srgbClr val="FFFFFF"/>
                </a:solidFill>
                <a:latin typeface="프리젠테이션 Bold"/>
                <a:ea typeface="프리젠테이션 Bold"/>
                <a:cs typeface="프리젠테이션 Bold"/>
                <a:sym typeface="프리젠테이션 Bold"/>
              </a:rPr>
              <a:t>TCREI 프레임워크</a:t>
            </a:r>
          </a:p>
        </p:txBody>
      </p:sp>
      <p:sp>
        <p:nvSpPr>
          <p:cNvPr name="TextBox 17" id="17"/>
          <p:cNvSpPr txBox="true"/>
          <p:nvPr/>
        </p:nvSpPr>
        <p:spPr>
          <a:xfrm rot="0">
            <a:off x="14694520" y="1353621"/>
            <a:ext cx="2865076" cy="325120"/>
          </a:xfrm>
          <a:prstGeom prst="rect">
            <a:avLst/>
          </a:prstGeom>
        </p:spPr>
        <p:txBody>
          <a:bodyPr anchor="t" rtlCol="false" tIns="0" lIns="0" bIns="0" rIns="0">
            <a:spAutoFit/>
          </a:bodyPr>
          <a:lstStyle/>
          <a:p>
            <a:pPr algn="ctr" marL="0" indent="0" lvl="0">
              <a:lnSpc>
                <a:spcPts val="2540"/>
              </a:lnSpc>
              <a:spcBef>
                <a:spcPct val="0"/>
              </a:spcBef>
            </a:pPr>
            <a:r>
              <a:rPr lang="en-US" b="true" sz="2000" spc="122" strike="noStrike" u="none">
                <a:solidFill>
                  <a:srgbClr val="5170FF"/>
                </a:solidFill>
                <a:latin typeface="프리젠테이션 Bold"/>
                <a:ea typeface="프리젠테이션 Bold"/>
                <a:cs typeface="프리젠테이션 Bold"/>
                <a:sym typeface="프리젠테이션 Bold"/>
              </a:rPr>
              <a:t>해달 바이브코딩 기초반</a:t>
            </a:r>
          </a:p>
        </p:txBody>
      </p:sp>
      <p:sp>
        <p:nvSpPr>
          <p:cNvPr name="TextBox 18" id="18"/>
          <p:cNvSpPr txBox="true"/>
          <p:nvPr/>
        </p:nvSpPr>
        <p:spPr>
          <a:xfrm rot="0">
            <a:off x="8382000" y="9280525"/>
            <a:ext cx="1524000" cy="358775"/>
          </a:xfrm>
          <a:prstGeom prst="rect">
            <a:avLst/>
          </a:prstGeom>
        </p:spPr>
        <p:txBody>
          <a:bodyPr anchor="t" rtlCol="false" tIns="0" lIns="0" bIns="0" rIns="0">
            <a:spAutoFit/>
          </a:bodyPr>
          <a:lstStyle/>
          <a:p>
            <a:pPr algn="ctr" marL="0" indent="0" lvl="0">
              <a:lnSpc>
                <a:spcPts val="2800"/>
              </a:lnSpc>
              <a:spcBef>
                <a:spcPct val="0"/>
              </a:spcBef>
            </a:pPr>
            <a:r>
              <a:rPr lang="en-US" b="true" sz="2000" strike="noStrike" u="none">
                <a:solidFill>
                  <a:srgbClr val="4165C1"/>
                </a:solidFill>
                <a:latin typeface="프리젠테이션 Bold"/>
                <a:ea typeface="프리젠테이션 Bold"/>
                <a:cs typeface="프리젠테이션 Bold"/>
                <a:sym typeface="프리젠테이션 Bold"/>
              </a:rPr>
              <a:t>- 21 -</a:t>
            </a:r>
          </a:p>
        </p:txBody>
      </p:sp>
      <p:grpSp>
        <p:nvGrpSpPr>
          <p:cNvPr name="Group 19" id="19"/>
          <p:cNvGrpSpPr/>
          <p:nvPr/>
        </p:nvGrpSpPr>
        <p:grpSpPr>
          <a:xfrm rot="0">
            <a:off x="1428750" y="3800693"/>
            <a:ext cx="2667000" cy="3143250"/>
            <a:chOff x="0" y="0"/>
            <a:chExt cx="3556000" cy="4191000"/>
          </a:xfrm>
        </p:grpSpPr>
        <p:sp>
          <p:nvSpPr>
            <p:cNvPr name="Freeform 20" id="20"/>
            <p:cNvSpPr/>
            <p:nvPr/>
          </p:nvSpPr>
          <p:spPr>
            <a:xfrm flipH="false" flipV="false" rot="0">
              <a:off x="0" y="0"/>
              <a:ext cx="3556000" cy="4191000"/>
            </a:xfrm>
            <a:custGeom>
              <a:avLst/>
              <a:gdLst/>
              <a:ahLst/>
              <a:cxnLst/>
              <a:rect r="r" b="b" t="t" l="l"/>
              <a:pathLst>
                <a:path h="4191000" w="3556000">
                  <a:moveTo>
                    <a:pt x="108857" y="0"/>
                  </a:moveTo>
                  <a:lnTo>
                    <a:pt x="3447143" y="0"/>
                  </a:lnTo>
                  <a:cubicBezTo>
                    <a:pt x="3476013" y="0"/>
                    <a:pt x="3503702" y="11469"/>
                    <a:pt x="3524117" y="31884"/>
                  </a:cubicBezTo>
                  <a:cubicBezTo>
                    <a:pt x="3544531" y="52298"/>
                    <a:pt x="3556000" y="79986"/>
                    <a:pt x="3556000" y="108857"/>
                  </a:cubicBezTo>
                  <a:lnTo>
                    <a:pt x="3556000" y="4082143"/>
                  </a:lnTo>
                  <a:cubicBezTo>
                    <a:pt x="3556000" y="4111013"/>
                    <a:pt x="3544531" y="4138702"/>
                    <a:pt x="3524117" y="4159117"/>
                  </a:cubicBezTo>
                  <a:cubicBezTo>
                    <a:pt x="3503702" y="4179531"/>
                    <a:pt x="3476013" y="4191000"/>
                    <a:pt x="3447143" y="4191000"/>
                  </a:cubicBezTo>
                  <a:lnTo>
                    <a:pt x="108857" y="4191000"/>
                  </a:lnTo>
                  <a:cubicBezTo>
                    <a:pt x="79986" y="4191000"/>
                    <a:pt x="52298" y="4179531"/>
                    <a:pt x="31884" y="4159117"/>
                  </a:cubicBezTo>
                  <a:cubicBezTo>
                    <a:pt x="11469" y="4138702"/>
                    <a:pt x="0" y="4111013"/>
                    <a:pt x="0" y="4082143"/>
                  </a:cubicBezTo>
                  <a:lnTo>
                    <a:pt x="0" y="108857"/>
                  </a:lnTo>
                  <a:cubicBezTo>
                    <a:pt x="0" y="79986"/>
                    <a:pt x="11469" y="52298"/>
                    <a:pt x="31884" y="31884"/>
                  </a:cubicBezTo>
                  <a:cubicBezTo>
                    <a:pt x="52298" y="11469"/>
                    <a:pt x="79986" y="0"/>
                    <a:pt x="108857" y="0"/>
                  </a:cubicBezTo>
                  <a:close/>
                </a:path>
              </a:pathLst>
            </a:custGeom>
            <a:solidFill>
              <a:srgbClr val="5170FF"/>
            </a:solidFill>
          </p:spPr>
        </p:sp>
        <p:sp>
          <p:nvSpPr>
            <p:cNvPr name="TextBox 21" id="21"/>
            <p:cNvSpPr txBox="true"/>
            <p:nvPr/>
          </p:nvSpPr>
          <p:spPr>
            <a:xfrm>
              <a:off x="0" y="-38100"/>
              <a:ext cx="3556000" cy="4229100"/>
            </a:xfrm>
            <a:prstGeom prst="rect">
              <a:avLst/>
            </a:prstGeom>
          </p:spPr>
          <p:txBody>
            <a:bodyPr anchor="ctr" rtlCol="false" tIns="50800" lIns="50800" bIns="50800" rIns="50800"/>
            <a:lstStyle/>
            <a:p>
              <a:pPr algn="l">
                <a:lnSpc>
                  <a:spcPts val="1679"/>
                </a:lnSpc>
              </a:pPr>
            </a:p>
          </p:txBody>
        </p:sp>
      </p:grpSp>
      <p:grpSp>
        <p:nvGrpSpPr>
          <p:cNvPr name="Group 22" id="22"/>
          <p:cNvGrpSpPr/>
          <p:nvPr/>
        </p:nvGrpSpPr>
        <p:grpSpPr>
          <a:xfrm rot="0">
            <a:off x="4572000" y="3800693"/>
            <a:ext cx="2667000" cy="3143250"/>
            <a:chOff x="0" y="0"/>
            <a:chExt cx="3556000" cy="4191000"/>
          </a:xfrm>
        </p:grpSpPr>
        <p:sp>
          <p:nvSpPr>
            <p:cNvPr name="Freeform 23" id="23"/>
            <p:cNvSpPr/>
            <p:nvPr/>
          </p:nvSpPr>
          <p:spPr>
            <a:xfrm flipH="false" flipV="false" rot="0">
              <a:off x="0" y="0"/>
              <a:ext cx="3556000" cy="4191000"/>
            </a:xfrm>
            <a:custGeom>
              <a:avLst/>
              <a:gdLst/>
              <a:ahLst/>
              <a:cxnLst/>
              <a:rect r="r" b="b" t="t" l="l"/>
              <a:pathLst>
                <a:path h="4191000" w="3556000">
                  <a:moveTo>
                    <a:pt x="108857" y="0"/>
                  </a:moveTo>
                  <a:lnTo>
                    <a:pt x="3447143" y="0"/>
                  </a:lnTo>
                  <a:cubicBezTo>
                    <a:pt x="3476013" y="0"/>
                    <a:pt x="3503702" y="11469"/>
                    <a:pt x="3524117" y="31884"/>
                  </a:cubicBezTo>
                  <a:cubicBezTo>
                    <a:pt x="3544531" y="52298"/>
                    <a:pt x="3556000" y="79986"/>
                    <a:pt x="3556000" y="108857"/>
                  </a:cubicBezTo>
                  <a:lnTo>
                    <a:pt x="3556000" y="4082143"/>
                  </a:lnTo>
                  <a:cubicBezTo>
                    <a:pt x="3556000" y="4111013"/>
                    <a:pt x="3544531" y="4138702"/>
                    <a:pt x="3524117" y="4159117"/>
                  </a:cubicBezTo>
                  <a:cubicBezTo>
                    <a:pt x="3503702" y="4179531"/>
                    <a:pt x="3476013" y="4191000"/>
                    <a:pt x="3447143" y="4191000"/>
                  </a:cubicBezTo>
                  <a:lnTo>
                    <a:pt x="108857" y="4191000"/>
                  </a:lnTo>
                  <a:cubicBezTo>
                    <a:pt x="79986" y="4191000"/>
                    <a:pt x="52298" y="4179531"/>
                    <a:pt x="31884" y="4159117"/>
                  </a:cubicBezTo>
                  <a:cubicBezTo>
                    <a:pt x="11469" y="4138702"/>
                    <a:pt x="0" y="4111013"/>
                    <a:pt x="0" y="4082143"/>
                  </a:cubicBezTo>
                  <a:lnTo>
                    <a:pt x="0" y="108857"/>
                  </a:lnTo>
                  <a:cubicBezTo>
                    <a:pt x="0" y="79986"/>
                    <a:pt x="11469" y="52298"/>
                    <a:pt x="31884" y="31884"/>
                  </a:cubicBezTo>
                  <a:cubicBezTo>
                    <a:pt x="52298" y="11469"/>
                    <a:pt x="79986" y="0"/>
                    <a:pt x="108857" y="0"/>
                  </a:cubicBezTo>
                  <a:close/>
                </a:path>
              </a:pathLst>
            </a:custGeom>
            <a:solidFill>
              <a:srgbClr val="5170FF"/>
            </a:solidFill>
          </p:spPr>
        </p:sp>
        <p:sp>
          <p:nvSpPr>
            <p:cNvPr name="TextBox 24" id="24"/>
            <p:cNvSpPr txBox="true"/>
            <p:nvPr/>
          </p:nvSpPr>
          <p:spPr>
            <a:xfrm>
              <a:off x="0" y="-38100"/>
              <a:ext cx="3556000" cy="4229100"/>
            </a:xfrm>
            <a:prstGeom prst="rect">
              <a:avLst/>
            </a:prstGeom>
          </p:spPr>
          <p:txBody>
            <a:bodyPr anchor="ctr" rtlCol="false" tIns="50800" lIns="50800" bIns="50800" rIns="50800"/>
            <a:lstStyle/>
            <a:p>
              <a:pPr algn="l">
                <a:lnSpc>
                  <a:spcPts val="1679"/>
                </a:lnSpc>
              </a:pPr>
            </a:p>
          </p:txBody>
        </p:sp>
      </p:grpSp>
      <p:grpSp>
        <p:nvGrpSpPr>
          <p:cNvPr name="Group 25" id="25"/>
          <p:cNvGrpSpPr/>
          <p:nvPr/>
        </p:nvGrpSpPr>
        <p:grpSpPr>
          <a:xfrm rot="0">
            <a:off x="7715250" y="3800693"/>
            <a:ext cx="2667000" cy="3143250"/>
            <a:chOff x="0" y="0"/>
            <a:chExt cx="3556000" cy="4191000"/>
          </a:xfrm>
        </p:grpSpPr>
        <p:sp>
          <p:nvSpPr>
            <p:cNvPr name="Freeform 26" id="26"/>
            <p:cNvSpPr/>
            <p:nvPr/>
          </p:nvSpPr>
          <p:spPr>
            <a:xfrm flipH="false" flipV="false" rot="0">
              <a:off x="0" y="0"/>
              <a:ext cx="3556000" cy="4191000"/>
            </a:xfrm>
            <a:custGeom>
              <a:avLst/>
              <a:gdLst/>
              <a:ahLst/>
              <a:cxnLst/>
              <a:rect r="r" b="b" t="t" l="l"/>
              <a:pathLst>
                <a:path h="4191000" w="3556000">
                  <a:moveTo>
                    <a:pt x="108857" y="0"/>
                  </a:moveTo>
                  <a:lnTo>
                    <a:pt x="3447143" y="0"/>
                  </a:lnTo>
                  <a:cubicBezTo>
                    <a:pt x="3476013" y="0"/>
                    <a:pt x="3503702" y="11469"/>
                    <a:pt x="3524117" y="31884"/>
                  </a:cubicBezTo>
                  <a:cubicBezTo>
                    <a:pt x="3544531" y="52298"/>
                    <a:pt x="3556000" y="79986"/>
                    <a:pt x="3556000" y="108857"/>
                  </a:cubicBezTo>
                  <a:lnTo>
                    <a:pt x="3556000" y="4082143"/>
                  </a:lnTo>
                  <a:cubicBezTo>
                    <a:pt x="3556000" y="4111013"/>
                    <a:pt x="3544531" y="4138702"/>
                    <a:pt x="3524117" y="4159117"/>
                  </a:cubicBezTo>
                  <a:cubicBezTo>
                    <a:pt x="3503702" y="4179531"/>
                    <a:pt x="3476013" y="4191000"/>
                    <a:pt x="3447143" y="4191000"/>
                  </a:cubicBezTo>
                  <a:lnTo>
                    <a:pt x="108857" y="4191000"/>
                  </a:lnTo>
                  <a:cubicBezTo>
                    <a:pt x="79986" y="4191000"/>
                    <a:pt x="52298" y="4179531"/>
                    <a:pt x="31884" y="4159117"/>
                  </a:cubicBezTo>
                  <a:cubicBezTo>
                    <a:pt x="11469" y="4138702"/>
                    <a:pt x="0" y="4111013"/>
                    <a:pt x="0" y="4082143"/>
                  </a:cubicBezTo>
                  <a:lnTo>
                    <a:pt x="0" y="108857"/>
                  </a:lnTo>
                  <a:cubicBezTo>
                    <a:pt x="0" y="79986"/>
                    <a:pt x="11469" y="52298"/>
                    <a:pt x="31884" y="31884"/>
                  </a:cubicBezTo>
                  <a:cubicBezTo>
                    <a:pt x="52298" y="11469"/>
                    <a:pt x="79986" y="0"/>
                    <a:pt x="108857" y="0"/>
                  </a:cubicBezTo>
                  <a:close/>
                </a:path>
              </a:pathLst>
            </a:custGeom>
            <a:solidFill>
              <a:srgbClr val="5170FF"/>
            </a:solidFill>
          </p:spPr>
        </p:sp>
        <p:sp>
          <p:nvSpPr>
            <p:cNvPr name="TextBox 27" id="27"/>
            <p:cNvSpPr txBox="true"/>
            <p:nvPr/>
          </p:nvSpPr>
          <p:spPr>
            <a:xfrm>
              <a:off x="0" y="-38100"/>
              <a:ext cx="3556000" cy="4229100"/>
            </a:xfrm>
            <a:prstGeom prst="rect">
              <a:avLst/>
            </a:prstGeom>
          </p:spPr>
          <p:txBody>
            <a:bodyPr anchor="ctr" rtlCol="false" tIns="50800" lIns="50800" bIns="50800" rIns="50800"/>
            <a:lstStyle/>
            <a:p>
              <a:pPr algn="l">
                <a:lnSpc>
                  <a:spcPts val="1679"/>
                </a:lnSpc>
              </a:pPr>
            </a:p>
          </p:txBody>
        </p:sp>
      </p:grpSp>
      <p:grpSp>
        <p:nvGrpSpPr>
          <p:cNvPr name="Group 28" id="28"/>
          <p:cNvGrpSpPr/>
          <p:nvPr/>
        </p:nvGrpSpPr>
        <p:grpSpPr>
          <a:xfrm rot="0">
            <a:off x="10858500" y="3800693"/>
            <a:ext cx="2667000" cy="3143250"/>
            <a:chOff x="0" y="0"/>
            <a:chExt cx="3556000" cy="4191000"/>
          </a:xfrm>
        </p:grpSpPr>
        <p:sp>
          <p:nvSpPr>
            <p:cNvPr name="Freeform 29" id="29"/>
            <p:cNvSpPr/>
            <p:nvPr/>
          </p:nvSpPr>
          <p:spPr>
            <a:xfrm flipH="false" flipV="false" rot="0">
              <a:off x="0" y="0"/>
              <a:ext cx="3556000" cy="4191000"/>
            </a:xfrm>
            <a:custGeom>
              <a:avLst/>
              <a:gdLst/>
              <a:ahLst/>
              <a:cxnLst/>
              <a:rect r="r" b="b" t="t" l="l"/>
              <a:pathLst>
                <a:path h="4191000" w="3556000">
                  <a:moveTo>
                    <a:pt x="108857" y="0"/>
                  </a:moveTo>
                  <a:lnTo>
                    <a:pt x="3447143" y="0"/>
                  </a:lnTo>
                  <a:cubicBezTo>
                    <a:pt x="3476013" y="0"/>
                    <a:pt x="3503702" y="11469"/>
                    <a:pt x="3524117" y="31884"/>
                  </a:cubicBezTo>
                  <a:cubicBezTo>
                    <a:pt x="3544531" y="52298"/>
                    <a:pt x="3556000" y="79986"/>
                    <a:pt x="3556000" y="108857"/>
                  </a:cubicBezTo>
                  <a:lnTo>
                    <a:pt x="3556000" y="4082143"/>
                  </a:lnTo>
                  <a:cubicBezTo>
                    <a:pt x="3556000" y="4111013"/>
                    <a:pt x="3544531" y="4138702"/>
                    <a:pt x="3524117" y="4159117"/>
                  </a:cubicBezTo>
                  <a:cubicBezTo>
                    <a:pt x="3503702" y="4179531"/>
                    <a:pt x="3476013" y="4191000"/>
                    <a:pt x="3447143" y="4191000"/>
                  </a:cubicBezTo>
                  <a:lnTo>
                    <a:pt x="108857" y="4191000"/>
                  </a:lnTo>
                  <a:cubicBezTo>
                    <a:pt x="79986" y="4191000"/>
                    <a:pt x="52298" y="4179531"/>
                    <a:pt x="31884" y="4159117"/>
                  </a:cubicBezTo>
                  <a:cubicBezTo>
                    <a:pt x="11469" y="4138702"/>
                    <a:pt x="0" y="4111013"/>
                    <a:pt x="0" y="4082143"/>
                  </a:cubicBezTo>
                  <a:lnTo>
                    <a:pt x="0" y="108857"/>
                  </a:lnTo>
                  <a:cubicBezTo>
                    <a:pt x="0" y="79986"/>
                    <a:pt x="11469" y="52298"/>
                    <a:pt x="31884" y="31884"/>
                  </a:cubicBezTo>
                  <a:cubicBezTo>
                    <a:pt x="52298" y="11469"/>
                    <a:pt x="79986" y="0"/>
                    <a:pt x="108857" y="0"/>
                  </a:cubicBezTo>
                  <a:close/>
                </a:path>
              </a:pathLst>
            </a:custGeom>
            <a:solidFill>
              <a:srgbClr val="5170FF"/>
            </a:solidFill>
          </p:spPr>
        </p:sp>
        <p:sp>
          <p:nvSpPr>
            <p:cNvPr name="TextBox 30" id="30"/>
            <p:cNvSpPr txBox="true"/>
            <p:nvPr/>
          </p:nvSpPr>
          <p:spPr>
            <a:xfrm>
              <a:off x="0" y="-38100"/>
              <a:ext cx="3556000" cy="4229100"/>
            </a:xfrm>
            <a:prstGeom prst="rect">
              <a:avLst/>
            </a:prstGeom>
          </p:spPr>
          <p:txBody>
            <a:bodyPr anchor="ctr" rtlCol="false" tIns="50800" lIns="50800" bIns="50800" rIns="50800"/>
            <a:lstStyle/>
            <a:p>
              <a:pPr algn="l">
                <a:lnSpc>
                  <a:spcPts val="1679"/>
                </a:lnSpc>
              </a:pPr>
            </a:p>
          </p:txBody>
        </p:sp>
      </p:grpSp>
      <p:grpSp>
        <p:nvGrpSpPr>
          <p:cNvPr name="Group 31" id="31"/>
          <p:cNvGrpSpPr/>
          <p:nvPr/>
        </p:nvGrpSpPr>
        <p:grpSpPr>
          <a:xfrm rot="0">
            <a:off x="14001750" y="3800693"/>
            <a:ext cx="2667000" cy="3143250"/>
            <a:chOff x="0" y="0"/>
            <a:chExt cx="3556000" cy="4191000"/>
          </a:xfrm>
        </p:grpSpPr>
        <p:sp>
          <p:nvSpPr>
            <p:cNvPr name="Freeform 32" id="32"/>
            <p:cNvSpPr/>
            <p:nvPr/>
          </p:nvSpPr>
          <p:spPr>
            <a:xfrm flipH="false" flipV="false" rot="0">
              <a:off x="0" y="0"/>
              <a:ext cx="3556000" cy="4191000"/>
            </a:xfrm>
            <a:custGeom>
              <a:avLst/>
              <a:gdLst/>
              <a:ahLst/>
              <a:cxnLst/>
              <a:rect r="r" b="b" t="t" l="l"/>
              <a:pathLst>
                <a:path h="4191000" w="3556000">
                  <a:moveTo>
                    <a:pt x="108857" y="0"/>
                  </a:moveTo>
                  <a:lnTo>
                    <a:pt x="3447143" y="0"/>
                  </a:lnTo>
                  <a:cubicBezTo>
                    <a:pt x="3476013" y="0"/>
                    <a:pt x="3503702" y="11469"/>
                    <a:pt x="3524117" y="31884"/>
                  </a:cubicBezTo>
                  <a:cubicBezTo>
                    <a:pt x="3544531" y="52298"/>
                    <a:pt x="3556000" y="79986"/>
                    <a:pt x="3556000" y="108857"/>
                  </a:cubicBezTo>
                  <a:lnTo>
                    <a:pt x="3556000" y="4082143"/>
                  </a:lnTo>
                  <a:cubicBezTo>
                    <a:pt x="3556000" y="4111013"/>
                    <a:pt x="3544531" y="4138702"/>
                    <a:pt x="3524117" y="4159117"/>
                  </a:cubicBezTo>
                  <a:cubicBezTo>
                    <a:pt x="3503702" y="4179531"/>
                    <a:pt x="3476013" y="4191000"/>
                    <a:pt x="3447143" y="4191000"/>
                  </a:cubicBezTo>
                  <a:lnTo>
                    <a:pt x="108857" y="4191000"/>
                  </a:lnTo>
                  <a:cubicBezTo>
                    <a:pt x="79986" y="4191000"/>
                    <a:pt x="52298" y="4179531"/>
                    <a:pt x="31884" y="4159117"/>
                  </a:cubicBezTo>
                  <a:cubicBezTo>
                    <a:pt x="11469" y="4138702"/>
                    <a:pt x="0" y="4111013"/>
                    <a:pt x="0" y="4082143"/>
                  </a:cubicBezTo>
                  <a:lnTo>
                    <a:pt x="0" y="108857"/>
                  </a:lnTo>
                  <a:cubicBezTo>
                    <a:pt x="0" y="79986"/>
                    <a:pt x="11469" y="52298"/>
                    <a:pt x="31884" y="31884"/>
                  </a:cubicBezTo>
                  <a:cubicBezTo>
                    <a:pt x="52298" y="11469"/>
                    <a:pt x="79986" y="0"/>
                    <a:pt x="108857" y="0"/>
                  </a:cubicBezTo>
                  <a:close/>
                </a:path>
              </a:pathLst>
            </a:custGeom>
            <a:solidFill>
              <a:srgbClr val="2D3350"/>
            </a:solidFill>
          </p:spPr>
        </p:sp>
        <p:sp>
          <p:nvSpPr>
            <p:cNvPr name="TextBox 33" id="33"/>
            <p:cNvSpPr txBox="true"/>
            <p:nvPr/>
          </p:nvSpPr>
          <p:spPr>
            <a:xfrm>
              <a:off x="0" y="-38100"/>
              <a:ext cx="3556000" cy="4229100"/>
            </a:xfrm>
            <a:prstGeom prst="rect">
              <a:avLst/>
            </a:prstGeom>
          </p:spPr>
          <p:txBody>
            <a:bodyPr anchor="ctr" rtlCol="false" tIns="50800" lIns="50800" bIns="50800" rIns="50800"/>
            <a:lstStyle/>
            <a:p>
              <a:pPr algn="l">
                <a:lnSpc>
                  <a:spcPts val="1679"/>
                </a:lnSpc>
              </a:pPr>
            </a:p>
          </p:txBody>
        </p:sp>
      </p:grpSp>
      <p:sp>
        <p:nvSpPr>
          <p:cNvPr name="TextBox 34" id="34"/>
          <p:cNvSpPr txBox="true"/>
          <p:nvPr/>
        </p:nvSpPr>
        <p:spPr>
          <a:xfrm rot="0">
            <a:off x="1428750" y="3753068"/>
            <a:ext cx="2667000" cy="1447800"/>
          </a:xfrm>
          <a:prstGeom prst="rect">
            <a:avLst/>
          </a:prstGeom>
        </p:spPr>
        <p:txBody>
          <a:bodyPr anchor="t" rtlCol="false" tIns="0" lIns="0" bIns="0" rIns="0">
            <a:spAutoFit/>
          </a:bodyPr>
          <a:lstStyle/>
          <a:p>
            <a:pPr algn="ctr">
              <a:lnSpc>
                <a:spcPts val="11549"/>
              </a:lnSpc>
            </a:pPr>
            <a:r>
              <a:rPr lang="en-US" sz="8250" b="true">
                <a:solidFill>
                  <a:srgbClr val="FFFFFF"/>
                </a:solidFill>
                <a:latin typeface="Arimo Bold"/>
                <a:ea typeface="Arimo Bold"/>
                <a:cs typeface="Arimo Bold"/>
                <a:sym typeface="Arimo Bold"/>
              </a:rPr>
              <a:t>T</a:t>
            </a:r>
          </a:p>
        </p:txBody>
      </p:sp>
      <p:sp>
        <p:nvSpPr>
          <p:cNvPr name="TextBox 35" id="35"/>
          <p:cNvSpPr txBox="true"/>
          <p:nvPr/>
        </p:nvSpPr>
        <p:spPr>
          <a:xfrm rot="0">
            <a:off x="4572000" y="3753068"/>
            <a:ext cx="2667000" cy="1447800"/>
          </a:xfrm>
          <a:prstGeom prst="rect">
            <a:avLst/>
          </a:prstGeom>
        </p:spPr>
        <p:txBody>
          <a:bodyPr anchor="t" rtlCol="false" tIns="0" lIns="0" bIns="0" rIns="0">
            <a:spAutoFit/>
          </a:bodyPr>
          <a:lstStyle/>
          <a:p>
            <a:pPr algn="ctr">
              <a:lnSpc>
                <a:spcPts val="11549"/>
              </a:lnSpc>
            </a:pPr>
            <a:r>
              <a:rPr lang="en-US" sz="8250" b="true">
                <a:solidFill>
                  <a:srgbClr val="FFFFFF"/>
                </a:solidFill>
                <a:latin typeface="Arimo Bold"/>
                <a:ea typeface="Arimo Bold"/>
                <a:cs typeface="Arimo Bold"/>
                <a:sym typeface="Arimo Bold"/>
              </a:rPr>
              <a:t>C</a:t>
            </a:r>
          </a:p>
        </p:txBody>
      </p:sp>
      <p:sp>
        <p:nvSpPr>
          <p:cNvPr name="TextBox 36" id="36"/>
          <p:cNvSpPr txBox="true"/>
          <p:nvPr/>
        </p:nvSpPr>
        <p:spPr>
          <a:xfrm rot="0">
            <a:off x="7715250" y="3753068"/>
            <a:ext cx="2667000" cy="1447800"/>
          </a:xfrm>
          <a:prstGeom prst="rect">
            <a:avLst/>
          </a:prstGeom>
        </p:spPr>
        <p:txBody>
          <a:bodyPr anchor="t" rtlCol="false" tIns="0" lIns="0" bIns="0" rIns="0">
            <a:spAutoFit/>
          </a:bodyPr>
          <a:lstStyle/>
          <a:p>
            <a:pPr algn="ctr">
              <a:lnSpc>
                <a:spcPts val="11549"/>
              </a:lnSpc>
            </a:pPr>
            <a:r>
              <a:rPr lang="en-US" sz="8250" b="true">
                <a:solidFill>
                  <a:srgbClr val="FFFFFF"/>
                </a:solidFill>
                <a:latin typeface="Arimo Bold"/>
                <a:ea typeface="Arimo Bold"/>
                <a:cs typeface="Arimo Bold"/>
                <a:sym typeface="Arimo Bold"/>
              </a:rPr>
              <a:t>R</a:t>
            </a:r>
          </a:p>
        </p:txBody>
      </p:sp>
      <p:sp>
        <p:nvSpPr>
          <p:cNvPr name="TextBox 37" id="37"/>
          <p:cNvSpPr txBox="true"/>
          <p:nvPr/>
        </p:nvSpPr>
        <p:spPr>
          <a:xfrm rot="0">
            <a:off x="10858500" y="3753068"/>
            <a:ext cx="2667000" cy="1447800"/>
          </a:xfrm>
          <a:prstGeom prst="rect">
            <a:avLst/>
          </a:prstGeom>
        </p:spPr>
        <p:txBody>
          <a:bodyPr anchor="t" rtlCol="false" tIns="0" lIns="0" bIns="0" rIns="0">
            <a:spAutoFit/>
          </a:bodyPr>
          <a:lstStyle/>
          <a:p>
            <a:pPr algn="ctr">
              <a:lnSpc>
                <a:spcPts val="11549"/>
              </a:lnSpc>
            </a:pPr>
            <a:r>
              <a:rPr lang="en-US" sz="8250" b="true">
                <a:solidFill>
                  <a:srgbClr val="FFFFFF"/>
                </a:solidFill>
                <a:latin typeface="Arimo Bold"/>
                <a:ea typeface="Arimo Bold"/>
                <a:cs typeface="Arimo Bold"/>
                <a:sym typeface="Arimo Bold"/>
              </a:rPr>
              <a:t>E</a:t>
            </a:r>
          </a:p>
        </p:txBody>
      </p:sp>
      <p:sp>
        <p:nvSpPr>
          <p:cNvPr name="TextBox 38" id="38"/>
          <p:cNvSpPr txBox="true"/>
          <p:nvPr/>
        </p:nvSpPr>
        <p:spPr>
          <a:xfrm rot="0">
            <a:off x="14001750" y="3753068"/>
            <a:ext cx="2667000" cy="1447800"/>
          </a:xfrm>
          <a:prstGeom prst="rect">
            <a:avLst/>
          </a:prstGeom>
        </p:spPr>
        <p:txBody>
          <a:bodyPr anchor="t" rtlCol="false" tIns="0" lIns="0" bIns="0" rIns="0">
            <a:spAutoFit/>
          </a:bodyPr>
          <a:lstStyle/>
          <a:p>
            <a:pPr algn="ctr">
              <a:lnSpc>
                <a:spcPts val="11549"/>
              </a:lnSpc>
            </a:pPr>
            <a:r>
              <a:rPr lang="en-US" sz="8250" b="true">
                <a:solidFill>
                  <a:srgbClr val="FFFFFF"/>
                </a:solidFill>
                <a:latin typeface="Arimo Bold"/>
                <a:ea typeface="Arimo Bold"/>
                <a:cs typeface="Arimo Bold"/>
                <a:sym typeface="Arimo Bold"/>
              </a:rPr>
              <a:t>I</a:t>
            </a:r>
          </a:p>
        </p:txBody>
      </p:sp>
      <p:sp>
        <p:nvSpPr>
          <p:cNvPr name="TextBox 39" id="39"/>
          <p:cNvSpPr txBox="true"/>
          <p:nvPr/>
        </p:nvSpPr>
        <p:spPr>
          <a:xfrm rot="0">
            <a:off x="1571625" y="5324693"/>
            <a:ext cx="2381250" cy="1480185"/>
          </a:xfrm>
          <a:prstGeom prst="rect">
            <a:avLst/>
          </a:prstGeom>
        </p:spPr>
        <p:txBody>
          <a:bodyPr anchor="t" rtlCol="false" tIns="0" lIns="0" bIns="0" rIns="0">
            <a:spAutoFit/>
          </a:bodyPr>
          <a:lstStyle/>
          <a:p>
            <a:pPr algn="ctr">
              <a:lnSpc>
                <a:spcPts val="2940"/>
              </a:lnSpc>
            </a:pPr>
            <a:r>
              <a:rPr lang="en-US" sz="2100" b="true">
                <a:solidFill>
                  <a:srgbClr val="FFFFFF"/>
                </a:solidFill>
                <a:latin typeface="Arimo Bold"/>
                <a:ea typeface="Arimo Bold"/>
                <a:cs typeface="Arimo Bold"/>
                <a:sym typeface="Arimo Bold"/>
              </a:rPr>
              <a:t>Task · 작업</a:t>
            </a:r>
          </a:p>
          <a:p>
            <a:pPr algn="ctr">
              <a:lnSpc>
                <a:spcPts val="2940"/>
              </a:lnSpc>
            </a:pPr>
          </a:p>
          <a:p>
            <a:pPr algn="ctr">
              <a:lnSpc>
                <a:spcPts val="2940"/>
              </a:lnSpc>
            </a:pPr>
            <a:r>
              <a:rPr lang="en-US" sz="2100" b="true">
                <a:solidFill>
                  <a:srgbClr val="FFFFFF"/>
                </a:solidFill>
                <a:latin typeface="Arimo Bold"/>
                <a:ea typeface="Arimo Bold"/>
                <a:cs typeface="Arimo Bold"/>
                <a:sym typeface="Arimo Bold"/>
              </a:rPr>
              <a:t>무엇을 할지</a:t>
            </a:r>
          </a:p>
          <a:p>
            <a:pPr algn="ctr">
              <a:lnSpc>
                <a:spcPts val="2940"/>
              </a:lnSpc>
            </a:pPr>
            <a:r>
              <a:rPr lang="en-US" sz="2100" b="true">
                <a:solidFill>
                  <a:srgbClr val="FFFFFF"/>
                </a:solidFill>
                <a:latin typeface="Arimo Bold"/>
                <a:ea typeface="Arimo Bold"/>
                <a:cs typeface="Arimo Bold"/>
                <a:sym typeface="Arimo Bold"/>
              </a:rPr>
              <a:t>구체적인 목표</a:t>
            </a:r>
          </a:p>
        </p:txBody>
      </p:sp>
      <p:sp>
        <p:nvSpPr>
          <p:cNvPr name="TextBox 40" id="40"/>
          <p:cNvSpPr txBox="true"/>
          <p:nvPr/>
        </p:nvSpPr>
        <p:spPr>
          <a:xfrm rot="0">
            <a:off x="4714875" y="5324693"/>
            <a:ext cx="2381250" cy="1480185"/>
          </a:xfrm>
          <a:prstGeom prst="rect">
            <a:avLst/>
          </a:prstGeom>
        </p:spPr>
        <p:txBody>
          <a:bodyPr anchor="t" rtlCol="false" tIns="0" lIns="0" bIns="0" rIns="0">
            <a:spAutoFit/>
          </a:bodyPr>
          <a:lstStyle/>
          <a:p>
            <a:pPr algn="ctr">
              <a:lnSpc>
                <a:spcPts val="2940"/>
              </a:lnSpc>
            </a:pPr>
            <a:r>
              <a:rPr lang="en-US" sz="2100" b="true">
                <a:solidFill>
                  <a:srgbClr val="FFFFFF"/>
                </a:solidFill>
                <a:latin typeface="Arimo Bold"/>
                <a:ea typeface="Arimo Bold"/>
                <a:cs typeface="Arimo Bold"/>
                <a:sym typeface="Arimo Bold"/>
              </a:rPr>
              <a:t>Context · 배경</a:t>
            </a:r>
          </a:p>
          <a:p>
            <a:pPr algn="ctr">
              <a:lnSpc>
                <a:spcPts val="2940"/>
              </a:lnSpc>
            </a:pPr>
          </a:p>
          <a:p>
            <a:pPr algn="ctr">
              <a:lnSpc>
                <a:spcPts val="2940"/>
              </a:lnSpc>
            </a:pPr>
            <a:r>
              <a:rPr lang="en-US" sz="2100" b="true">
                <a:solidFill>
                  <a:srgbClr val="FFFFFF"/>
                </a:solidFill>
                <a:latin typeface="Arimo Bold"/>
                <a:ea typeface="Arimo Bold"/>
                <a:cs typeface="Arimo Bold"/>
                <a:sym typeface="Arimo Bold"/>
              </a:rPr>
              <a:t>상황과 환경</a:t>
            </a:r>
          </a:p>
          <a:p>
            <a:pPr algn="ctr">
              <a:lnSpc>
                <a:spcPts val="2940"/>
              </a:lnSpc>
            </a:pPr>
            <a:r>
              <a:rPr lang="en-US" sz="2100" b="true">
                <a:solidFill>
                  <a:srgbClr val="FFFFFF"/>
                </a:solidFill>
                <a:latin typeface="Arimo Bold"/>
                <a:ea typeface="Arimo Bold"/>
                <a:cs typeface="Arimo Bold"/>
                <a:sym typeface="Arimo Bold"/>
              </a:rPr>
              <a:t>지켜야 할 조건</a:t>
            </a:r>
          </a:p>
        </p:txBody>
      </p:sp>
      <p:sp>
        <p:nvSpPr>
          <p:cNvPr name="TextBox 41" id="41"/>
          <p:cNvSpPr txBox="true"/>
          <p:nvPr/>
        </p:nvSpPr>
        <p:spPr>
          <a:xfrm rot="0">
            <a:off x="7858125" y="5324693"/>
            <a:ext cx="2381250" cy="1480185"/>
          </a:xfrm>
          <a:prstGeom prst="rect">
            <a:avLst/>
          </a:prstGeom>
        </p:spPr>
        <p:txBody>
          <a:bodyPr anchor="t" rtlCol="false" tIns="0" lIns="0" bIns="0" rIns="0">
            <a:spAutoFit/>
          </a:bodyPr>
          <a:lstStyle/>
          <a:p>
            <a:pPr algn="ctr">
              <a:lnSpc>
                <a:spcPts val="2940"/>
              </a:lnSpc>
            </a:pPr>
            <a:r>
              <a:rPr lang="en-US" sz="2100" b="true">
                <a:solidFill>
                  <a:srgbClr val="FFFFFF"/>
                </a:solidFill>
                <a:latin typeface="Arimo Bold"/>
                <a:ea typeface="Arimo Bold"/>
                <a:cs typeface="Arimo Bold"/>
                <a:sym typeface="Arimo Bold"/>
              </a:rPr>
              <a:t>Reference · 참조</a:t>
            </a:r>
          </a:p>
          <a:p>
            <a:pPr algn="ctr">
              <a:lnSpc>
                <a:spcPts val="2940"/>
              </a:lnSpc>
            </a:pPr>
          </a:p>
          <a:p>
            <a:pPr algn="ctr">
              <a:lnSpc>
                <a:spcPts val="2940"/>
              </a:lnSpc>
            </a:pPr>
            <a:r>
              <a:rPr lang="en-US" sz="2100" b="true">
                <a:solidFill>
                  <a:srgbClr val="FFFFFF"/>
                </a:solidFill>
                <a:latin typeface="Arimo Bold"/>
                <a:ea typeface="Arimo Bold"/>
                <a:cs typeface="Arimo Bold"/>
                <a:sym typeface="Arimo Bold"/>
              </a:rPr>
              <a:t>따라 할 예시</a:t>
            </a:r>
          </a:p>
          <a:p>
            <a:pPr algn="ctr">
              <a:lnSpc>
                <a:spcPts val="2940"/>
              </a:lnSpc>
            </a:pPr>
            <a:r>
              <a:rPr lang="en-US" sz="2100" b="true">
                <a:solidFill>
                  <a:srgbClr val="FFFFFF"/>
                </a:solidFill>
                <a:latin typeface="Arimo Bold"/>
                <a:ea typeface="Arimo Bold"/>
                <a:cs typeface="Arimo Bold"/>
                <a:sym typeface="Arimo Bold"/>
              </a:rPr>
              <a:t>참고 자료</a:t>
            </a:r>
          </a:p>
        </p:txBody>
      </p:sp>
      <p:sp>
        <p:nvSpPr>
          <p:cNvPr name="TextBox 42" id="42"/>
          <p:cNvSpPr txBox="true"/>
          <p:nvPr/>
        </p:nvSpPr>
        <p:spPr>
          <a:xfrm rot="0">
            <a:off x="11001375" y="5324693"/>
            <a:ext cx="2381250" cy="1480185"/>
          </a:xfrm>
          <a:prstGeom prst="rect">
            <a:avLst/>
          </a:prstGeom>
        </p:spPr>
        <p:txBody>
          <a:bodyPr anchor="t" rtlCol="false" tIns="0" lIns="0" bIns="0" rIns="0">
            <a:spAutoFit/>
          </a:bodyPr>
          <a:lstStyle/>
          <a:p>
            <a:pPr algn="ctr">
              <a:lnSpc>
                <a:spcPts val="2940"/>
              </a:lnSpc>
            </a:pPr>
            <a:r>
              <a:rPr lang="en-US" sz="2100" b="true">
                <a:solidFill>
                  <a:srgbClr val="FFFFFF"/>
                </a:solidFill>
                <a:latin typeface="Arimo Bold"/>
                <a:ea typeface="Arimo Bold"/>
                <a:cs typeface="Arimo Bold"/>
                <a:sym typeface="Arimo Bold"/>
              </a:rPr>
              <a:t>Evaluate · 평가</a:t>
            </a:r>
          </a:p>
          <a:p>
            <a:pPr algn="ctr">
              <a:lnSpc>
                <a:spcPts val="2940"/>
              </a:lnSpc>
            </a:pPr>
          </a:p>
          <a:p>
            <a:pPr algn="ctr">
              <a:lnSpc>
                <a:spcPts val="2940"/>
              </a:lnSpc>
            </a:pPr>
            <a:r>
              <a:rPr lang="en-US" sz="2100" b="true">
                <a:solidFill>
                  <a:srgbClr val="FFFFFF"/>
                </a:solidFill>
                <a:latin typeface="Arimo Bold"/>
                <a:ea typeface="Arimo Bold"/>
                <a:cs typeface="Arimo Bold"/>
                <a:sym typeface="Arimo Bold"/>
              </a:rPr>
              <a:t>성공 기준</a:t>
            </a:r>
          </a:p>
          <a:p>
            <a:pPr algn="ctr">
              <a:lnSpc>
                <a:spcPts val="2940"/>
              </a:lnSpc>
            </a:pPr>
            <a:r>
              <a:rPr lang="en-US" sz="2100" b="true">
                <a:solidFill>
                  <a:srgbClr val="FFFFFF"/>
                </a:solidFill>
                <a:latin typeface="Arimo Bold"/>
                <a:ea typeface="Arimo Bold"/>
                <a:cs typeface="Arimo Bold"/>
                <a:sym typeface="Arimo Bold"/>
              </a:rPr>
              <a:t>확인 방법</a:t>
            </a:r>
          </a:p>
        </p:txBody>
      </p:sp>
      <p:sp>
        <p:nvSpPr>
          <p:cNvPr name="TextBox 43" id="43"/>
          <p:cNvSpPr txBox="true"/>
          <p:nvPr/>
        </p:nvSpPr>
        <p:spPr>
          <a:xfrm rot="0">
            <a:off x="14144625" y="5324693"/>
            <a:ext cx="2381250" cy="1480185"/>
          </a:xfrm>
          <a:prstGeom prst="rect">
            <a:avLst/>
          </a:prstGeom>
        </p:spPr>
        <p:txBody>
          <a:bodyPr anchor="t" rtlCol="false" tIns="0" lIns="0" bIns="0" rIns="0">
            <a:spAutoFit/>
          </a:bodyPr>
          <a:lstStyle/>
          <a:p>
            <a:pPr algn="ctr">
              <a:lnSpc>
                <a:spcPts val="2940"/>
              </a:lnSpc>
            </a:pPr>
            <a:r>
              <a:rPr lang="en-US" sz="2100" b="true">
                <a:solidFill>
                  <a:srgbClr val="FFFFFF"/>
                </a:solidFill>
                <a:latin typeface="Arimo Bold"/>
                <a:ea typeface="Arimo Bold"/>
                <a:cs typeface="Arimo Bold"/>
                <a:sym typeface="Arimo Bold"/>
              </a:rPr>
              <a:t>Iterate · 반복</a:t>
            </a:r>
          </a:p>
          <a:p>
            <a:pPr algn="ctr">
              <a:lnSpc>
                <a:spcPts val="2940"/>
              </a:lnSpc>
            </a:pPr>
          </a:p>
          <a:p>
            <a:pPr algn="ctr">
              <a:lnSpc>
                <a:spcPts val="2940"/>
              </a:lnSpc>
            </a:pPr>
            <a:r>
              <a:rPr lang="en-US" sz="2100" b="true">
                <a:solidFill>
                  <a:srgbClr val="FFFFFF"/>
                </a:solidFill>
                <a:latin typeface="Arimo Bold"/>
                <a:ea typeface="Arimo Bold"/>
                <a:cs typeface="Arimo Bold"/>
                <a:sym typeface="Arimo Bold"/>
              </a:rPr>
              <a:t>결과를 보고</a:t>
            </a:r>
          </a:p>
          <a:p>
            <a:pPr algn="ctr">
              <a:lnSpc>
                <a:spcPts val="2940"/>
              </a:lnSpc>
            </a:pPr>
            <a:r>
              <a:rPr lang="en-US" sz="2100" b="true">
                <a:solidFill>
                  <a:srgbClr val="FFFFFF"/>
                </a:solidFill>
                <a:latin typeface="Arimo Bold"/>
                <a:ea typeface="Arimo Bold"/>
                <a:cs typeface="Arimo Bold"/>
                <a:sym typeface="Arimo Bold"/>
              </a:rPr>
              <a:t>조금씩 개선</a:t>
            </a:r>
          </a:p>
        </p:txBody>
      </p:sp>
      <p:sp>
        <p:nvSpPr>
          <p:cNvPr name="TextBox 44" id="44"/>
          <p:cNvSpPr txBox="true"/>
          <p:nvPr/>
        </p:nvSpPr>
        <p:spPr>
          <a:xfrm rot="0">
            <a:off x="4133850" y="5048468"/>
            <a:ext cx="419100" cy="474345"/>
          </a:xfrm>
          <a:prstGeom prst="rect">
            <a:avLst/>
          </a:prstGeom>
        </p:spPr>
        <p:txBody>
          <a:bodyPr anchor="t" rtlCol="false" tIns="0" lIns="0" bIns="0" rIns="0">
            <a:spAutoFit/>
          </a:bodyPr>
          <a:lstStyle/>
          <a:p>
            <a:pPr algn="ctr">
              <a:lnSpc>
                <a:spcPts val="3779"/>
              </a:lnSpc>
            </a:pPr>
            <a:r>
              <a:rPr lang="en-US" sz="2700">
                <a:solidFill>
                  <a:srgbClr val="5170FF"/>
                </a:solidFill>
                <a:latin typeface="Arimo"/>
                <a:ea typeface="Arimo"/>
                <a:cs typeface="Arimo"/>
                <a:sym typeface="Arimo"/>
              </a:rPr>
              <a:t>▶</a:t>
            </a:r>
          </a:p>
        </p:txBody>
      </p:sp>
      <p:sp>
        <p:nvSpPr>
          <p:cNvPr name="TextBox 45" id="45"/>
          <p:cNvSpPr txBox="true"/>
          <p:nvPr/>
        </p:nvSpPr>
        <p:spPr>
          <a:xfrm rot="0">
            <a:off x="7277100" y="5048468"/>
            <a:ext cx="419100" cy="474345"/>
          </a:xfrm>
          <a:prstGeom prst="rect">
            <a:avLst/>
          </a:prstGeom>
        </p:spPr>
        <p:txBody>
          <a:bodyPr anchor="t" rtlCol="false" tIns="0" lIns="0" bIns="0" rIns="0">
            <a:spAutoFit/>
          </a:bodyPr>
          <a:lstStyle/>
          <a:p>
            <a:pPr algn="ctr">
              <a:lnSpc>
                <a:spcPts val="3779"/>
              </a:lnSpc>
            </a:pPr>
            <a:r>
              <a:rPr lang="en-US" sz="2700">
                <a:solidFill>
                  <a:srgbClr val="5170FF"/>
                </a:solidFill>
                <a:latin typeface="Arimo"/>
                <a:ea typeface="Arimo"/>
                <a:cs typeface="Arimo"/>
                <a:sym typeface="Arimo"/>
              </a:rPr>
              <a:t>▶</a:t>
            </a:r>
          </a:p>
        </p:txBody>
      </p:sp>
      <p:sp>
        <p:nvSpPr>
          <p:cNvPr name="TextBox 46" id="46"/>
          <p:cNvSpPr txBox="true"/>
          <p:nvPr/>
        </p:nvSpPr>
        <p:spPr>
          <a:xfrm rot="0">
            <a:off x="10420350" y="5048468"/>
            <a:ext cx="419100" cy="474345"/>
          </a:xfrm>
          <a:prstGeom prst="rect">
            <a:avLst/>
          </a:prstGeom>
        </p:spPr>
        <p:txBody>
          <a:bodyPr anchor="t" rtlCol="false" tIns="0" lIns="0" bIns="0" rIns="0">
            <a:spAutoFit/>
          </a:bodyPr>
          <a:lstStyle/>
          <a:p>
            <a:pPr algn="ctr">
              <a:lnSpc>
                <a:spcPts val="3779"/>
              </a:lnSpc>
            </a:pPr>
            <a:r>
              <a:rPr lang="en-US" sz="2700">
                <a:solidFill>
                  <a:srgbClr val="5170FF"/>
                </a:solidFill>
                <a:latin typeface="Arimo"/>
                <a:ea typeface="Arimo"/>
                <a:cs typeface="Arimo"/>
                <a:sym typeface="Arimo"/>
              </a:rPr>
              <a:t>▶</a:t>
            </a:r>
          </a:p>
        </p:txBody>
      </p:sp>
      <p:sp>
        <p:nvSpPr>
          <p:cNvPr name="TextBox 47" id="47"/>
          <p:cNvSpPr txBox="true"/>
          <p:nvPr/>
        </p:nvSpPr>
        <p:spPr>
          <a:xfrm rot="0">
            <a:off x="13563600" y="5048468"/>
            <a:ext cx="419100" cy="474345"/>
          </a:xfrm>
          <a:prstGeom prst="rect">
            <a:avLst/>
          </a:prstGeom>
        </p:spPr>
        <p:txBody>
          <a:bodyPr anchor="t" rtlCol="false" tIns="0" lIns="0" bIns="0" rIns="0">
            <a:spAutoFit/>
          </a:bodyPr>
          <a:lstStyle/>
          <a:p>
            <a:pPr algn="ctr">
              <a:lnSpc>
                <a:spcPts val="3779"/>
              </a:lnSpc>
            </a:pPr>
            <a:r>
              <a:rPr lang="en-US" sz="2700">
                <a:solidFill>
                  <a:srgbClr val="5170FF"/>
                </a:solidFill>
                <a:latin typeface="Arimo"/>
                <a:ea typeface="Arimo"/>
                <a:cs typeface="Arimo"/>
                <a:sym typeface="Arimo"/>
              </a:rPr>
              <a:t>▶</a:t>
            </a:r>
          </a:p>
        </p:txBody>
      </p:sp>
      <p:sp>
        <p:nvSpPr>
          <p:cNvPr name="TextBox 48" id="48"/>
          <p:cNvSpPr txBox="true"/>
          <p:nvPr/>
        </p:nvSpPr>
        <p:spPr>
          <a:xfrm rot="0">
            <a:off x="1285875" y="2754848"/>
            <a:ext cx="15240000" cy="474345"/>
          </a:xfrm>
          <a:prstGeom prst="rect">
            <a:avLst/>
          </a:prstGeom>
        </p:spPr>
        <p:txBody>
          <a:bodyPr anchor="t" rtlCol="false" tIns="0" lIns="0" bIns="0" rIns="0">
            <a:spAutoFit/>
          </a:bodyPr>
          <a:lstStyle/>
          <a:p>
            <a:pPr algn="ctr">
              <a:lnSpc>
                <a:spcPts val="3779"/>
              </a:lnSpc>
            </a:pPr>
            <a:r>
              <a:rPr lang="en-US" sz="2700" b="true">
                <a:solidFill>
                  <a:srgbClr val="747EA3"/>
                </a:solidFill>
                <a:latin typeface="Arimo Bold"/>
                <a:ea typeface="Arimo Bold"/>
                <a:cs typeface="Arimo Bold"/>
                <a:sym typeface="Arimo Bold"/>
              </a:rPr>
              <a:t>좋은 요청의 5가지 재료 (구글 권장 가이드)</a:t>
            </a:r>
          </a:p>
        </p:txBody>
      </p:sp>
      <p:sp>
        <p:nvSpPr>
          <p:cNvPr name="TextBox 49" id="49"/>
          <p:cNvSpPr txBox="true"/>
          <p:nvPr/>
        </p:nvSpPr>
        <p:spPr>
          <a:xfrm rot="0">
            <a:off x="1428750" y="7458293"/>
            <a:ext cx="15240000" cy="440055"/>
          </a:xfrm>
          <a:prstGeom prst="rect">
            <a:avLst/>
          </a:prstGeom>
        </p:spPr>
        <p:txBody>
          <a:bodyPr anchor="t" rtlCol="false" tIns="0" lIns="0" bIns="0" rIns="0">
            <a:spAutoFit/>
          </a:bodyPr>
          <a:lstStyle/>
          <a:p>
            <a:pPr algn="ctr">
              <a:lnSpc>
                <a:spcPts val="3569"/>
              </a:lnSpc>
            </a:pPr>
            <a:r>
              <a:rPr lang="en-US" sz="2550" b="true">
                <a:solidFill>
                  <a:srgbClr val="5170FF"/>
                </a:solidFill>
                <a:latin typeface="Arimo Bold"/>
                <a:ea typeface="Arimo Bold"/>
                <a:cs typeface="Arimo Bold"/>
                <a:sym typeface="Arimo Bold"/>
              </a:rPr>
              <a:t>↻  결과가 아쉬우면 다시 T부터!  한 번에 완벽한 프롬프트는 없어요</a:t>
            </a:r>
          </a:p>
        </p:txBody>
      </p:sp>
    </p:spTree>
  </p:cSld>
  <p:clrMapOvr>
    <a:masterClrMapping/>
  </p:clrMapOvr>
</p:sld>
</file>

<file path=ppt/slides/slide22.xml><?xml version="1.0" encoding="utf-8"?>
<p:sld xmlns:p="http://schemas.openxmlformats.org/presentationml/2006/main" xmlns:a="http://schemas.openxmlformats.org/drawingml/2006/main" xmlns:r="http://schemas.openxmlformats.org/officeDocument/2006/relationships">
  <p:cSld>
    <p:bg>
      <p:bgPr>
        <a:solidFill>
          <a:srgbClr val="5170FF"/>
        </a:solidFill>
      </p:bgPr>
    </p:bg>
    <p:spTree>
      <p:nvGrpSpPr>
        <p:cNvPr id="1" name=""/>
        <p:cNvGrpSpPr/>
        <p:nvPr/>
      </p:nvGrpSpPr>
      <p:grpSpPr>
        <a:xfrm>
          <a:off x="0" y="0"/>
          <a:ext cx="0" cy="0"/>
          <a:chOff x="0" y="0"/>
          <a:chExt cx="0" cy="0"/>
        </a:xfrm>
      </p:grpSpPr>
      <p:grpSp>
        <p:nvGrpSpPr>
          <p:cNvPr name="Group 2" id="2"/>
          <p:cNvGrpSpPr/>
          <p:nvPr/>
        </p:nvGrpSpPr>
        <p:grpSpPr>
          <a:xfrm rot="0">
            <a:off x="534854" y="457200"/>
            <a:ext cx="17218292" cy="9294946"/>
            <a:chOff x="0" y="0"/>
            <a:chExt cx="22957723" cy="12393261"/>
          </a:xfrm>
        </p:grpSpPr>
        <p:grpSp>
          <p:nvGrpSpPr>
            <p:cNvPr name="Group 3" id="3"/>
            <p:cNvGrpSpPr/>
            <p:nvPr/>
          </p:nvGrpSpPr>
          <p:grpSpPr>
            <a:xfrm rot="0">
              <a:off x="0" y="1727243"/>
              <a:ext cx="22957723" cy="10666019"/>
              <a:chOff x="0" y="0"/>
              <a:chExt cx="4777465" cy="2219581"/>
            </a:xfrm>
          </p:grpSpPr>
          <p:sp>
            <p:nvSpPr>
              <p:cNvPr name="Freeform 4" id="4"/>
              <p:cNvSpPr/>
              <p:nvPr/>
            </p:nvSpPr>
            <p:spPr>
              <a:xfrm flipH="false" flipV="false" rot="0">
                <a:off x="0" y="0"/>
                <a:ext cx="4777465" cy="2219581"/>
              </a:xfrm>
              <a:custGeom>
                <a:avLst/>
                <a:gdLst/>
                <a:ahLst/>
                <a:cxnLst/>
                <a:rect r="r" b="b" t="t" l="l"/>
                <a:pathLst>
                  <a:path h="2219581" w="4777465">
                    <a:moveTo>
                      <a:pt x="22931" y="0"/>
                    </a:moveTo>
                    <a:lnTo>
                      <a:pt x="4754534" y="0"/>
                    </a:lnTo>
                    <a:cubicBezTo>
                      <a:pt x="4767199" y="0"/>
                      <a:pt x="4777465" y="10267"/>
                      <a:pt x="4777465" y="22931"/>
                    </a:cubicBezTo>
                    <a:lnTo>
                      <a:pt x="4777465" y="2196650"/>
                    </a:lnTo>
                    <a:cubicBezTo>
                      <a:pt x="4777465" y="2202732"/>
                      <a:pt x="4775049" y="2208564"/>
                      <a:pt x="4770749" y="2212865"/>
                    </a:cubicBezTo>
                    <a:cubicBezTo>
                      <a:pt x="4766449" y="2217165"/>
                      <a:pt x="4760616" y="2219581"/>
                      <a:pt x="4754534" y="2219581"/>
                    </a:cubicBezTo>
                    <a:lnTo>
                      <a:pt x="22931" y="2219581"/>
                    </a:lnTo>
                    <a:cubicBezTo>
                      <a:pt x="10267" y="2219581"/>
                      <a:pt x="0" y="2209315"/>
                      <a:pt x="0" y="2196650"/>
                    </a:cubicBezTo>
                    <a:lnTo>
                      <a:pt x="0" y="22931"/>
                    </a:lnTo>
                    <a:cubicBezTo>
                      <a:pt x="0" y="10267"/>
                      <a:pt x="10267" y="0"/>
                      <a:pt x="22931" y="0"/>
                    </a:cubicBezTo>
                    <a:close/>
                  </a:path>
                </a:pathLst>
              </a:custGeom>
              <a:solidFill>
                <a:srgbClr val="FFFFFF"/>
              </a:solidFill>
              <a:ln cap="rnd">
                <a:noFill/>
                <a:prstDash val="solid"/>
                <a:round/>
              </a:ln>
            </p:spPr>
          </p:sp>
          <p:sp>
            <p:nvSpPr>
              <p:cNvPr name="TextBox 5" id="5"/>
              <p:cNvSpPr txBox="true"/>
              <p:nvPr/>
            </p:nvSpPr>
            <p:spPr>
              <a:xfrm>
                <a:off x="0" y="-38100"/>
                <a:ext cx="4777465" cy="2257681"/>
              </a:xfrm>
              <a:prstGeom prst="rect">
                <a:avLst/>
              </a:prstGeom>
            </p:spPr>
            <p:txBody>
              <a:bodyPr anchor="ctr" rtlCol="false" tIns="48220" lIns="48220" bIns="48220" rIns="48220"/>
              <a:lstStyle/>
              <a:p>
                <a:pPr algn="ctr" marL="0" indent="0" lvl="0">
                  <a:lnSpc>
                    <a:spcPts val="1853"/>
                  </a:lnSpc>
                  <a:spcBef>
                    <a:spcPct val="0"/>
                  </a:spcBef>
                </a:pPr>
              </a:p>
              <a:p>
                <a:pPr algn="ctr" marL="0" indent="0" lvl="0">
                  <a:lnSpc>
                    <a:spcPts val="1853"/>
                  </a:lnSpc>
                  <a:spcBef>
                    <a:spcPct val="0"/>
                  </a:spcBef>
                </a:pPr>
              </a:p>
              <a:p>
                <a:pPr algn="ctr" marL="0" indent="0" lvl="0">
                  <a:lnSpc>
                    <a:spcPts val="1853"/>
                  </a:lnSpc>
                  <a:spcBef>
                    <a:spcPct val="0"/>
                  </a:spcBef>
                </a:pPr>
              </a:p>
            </p:txBody>
          </p:sp>
        </p:grpSp>
        <p:grpSp>
          <p:nvGrpSpPr>
            <p:cNvPr name="Group 6" id="6"/>
            <p:cNvGrpSpPr/>
            <p:nvPr/>
          </p:nvGrpSpPr>
          <p:grpSpPr>
            <a:xfrm rot="0">
              <a:off x="18499830" y="891712"/>
              <a:ext cx="4457893" cy="3397582"/>
              <a:chOff x="0" y="0"/>
              <a:chExt cx="927680" cy="707031"/>
            </a:xfrm>
          </p:grpSpPr>
          <p:sp>
            <p:nvSpPr>
              <p:cNvPr name="Freeform 7" id="7"/>
              <p:cNvSpPr/>
              <p:nvPr/>
            </p:nvSpPr>
            <p:spPr>
              <a:xfrm flipH="false" flipV="false" rot="0">
                <a:off x="0" y="0"/>
                <a:ext cx="927680" cy="707031"/>
              </a:xfrm>
              <a:custGeom>
                <a:avLst/>
                <a:gdLst/>
                <a:ahLst/>
                <a:cxnLst/>
                <a:rect r="r" b="b" t="t" l="l"/>
                <a:pathLst>
                  <a:path h="707031" w="927680">
                    <a:moveTo>
                      <a:pt x="118094" y="0"/>
                    </a:moveTo>
                    <a:lnTo>
                      <a:pt x="809586" y="0"/>
                    </a:lnTo>
                    <a:cubicBezTo>
                      <a:pt x="874808" y="0"/>
                      <a:pt x="927680" y="52872"/>
                      <a:pt x="927680" y="118094"/>
                    </a:cubicBezTo>
                    <a:lnTo>
                      <a:pt x="927680" y="588937"/>
                    </a:lnTo>
                    <a:cubicBezTo>
                      <a:pt x="927680" y="654159"/>
                      <a:pt x="874808" y="707031"/>
                      <a:pt x="809586" y="707031"/>
                    </a:cubicBezTo>
                    <a:lnTo>
                      <a:pt x="118094" y="707031"/>
                    </a:lnTo>
                    <a:cubicBezTo>
                      <a:pt x="52872" y="707031"/>
                      <a:pt x="0" y="654159"/>
                      <a:pt x="0" y="588937"/>
                    </a:cubicBezTo>
                    <a:lnTo>
                      <a:pt x="0" y="118094"/>
                    </a:lnTo>
                    <a:cubicBezTo>
                      <a:pt x="0" y="52872"/>
                      <a:pt x="52872" y="0"/>
                      <a:pt x="118094" y="0"/>
                    </a:cubicBezTo>
                    <a:close/>
                  </a:path>
                </a:pathLst>
              </a:custGeom>
              <a:solidFill>
                <a:srgbClr val="FFFFFF"/>
              </a:solidFill>
              <a:ln cap="rnd">
                <a:noFill/>
                <a:prstDash val="solid"/>
                <a:round/>
              </a:ln>
            </p:spPr>
          </p:sp>
          <p:sp>
            <p:nvSpPr>
              <p:cNvPr name="TextBox 8" id="8"/>
              <p:cNvSpPr txBox="true"/>
              <p:nvPr/>
            </p:nvSpPr>
            <p:spPr>
              <a:xfrm>
                <a:off x="0" y="-38100"/>
                <a:ext cx="927680" cy="745131"/>
              </a:xfrm>
              <a:prstGeom prst="rect">
                <a:avLst/>
              </a:prstGeom>
            </p:spPr>
            <p:txBody>
              <a:bodyPr anchor="ctr" rtlCol="false" tIns="48220" lIns="48220" bIns="48220" rIns="48220"/>
              <a:lstStyle/>
              <a:p>
                <a:pPr algn="ctr" marL="0" indent="0" lvl="0">
                  <a:lnSpc>
                    <a:spcPts val="1853"/>
                  </a:lnSpc>
                  <a:spcBef>
                    <a:spcPct val="0"/>
                  </a:spcBef>
                </a:pPr>
              </a:p>
              <a:p>
                <a:pPr algn="ctr" marL="0" indent="0" lvl="0">
                  <a:lnSpc>
                    <a:spcPts val="1853"/>
                  </a:lnSpc>
                  <a:spcBef>
                    <a:spcPct val="0"/>
                  </a:spcBef>
                </a:pPr>
              </a:p>
              <a:p>
                <a:pPr algn="ctr" marL="0" indent="0" lvl="0">
                  <a:lnSpc>
                    <a:spcPts val="1853"/>
                  </a:lnSpc>
                  <a:spcBef>
                    <a:spcPct val="0"/>
                  </a:spcBef>
                </a:pPr>
              </a:p>
            </p:txBody>
          </p:sp>
        </p:grpSp>
        <p:grpSp>
          <p:nvGrpSpPr>
            <p:cNvPr name="Group 9" id="9"/>
            <p:cNvGrpSpPr/>
            <p:nvPr/>
          </p:nvGrpSpPr>
          <p:grpSpPr>
            <a:xfrm rot="0">
              <a:off x="18064463" y="1334482"/>
              <a:ext cx="2392010" cy="1865053"/>
              <a:chOff x="0" y="0"/>
              <a:chExt cx="497773" cy="388115"/>
            </a:xfrm>
          </p:grpSpPr>
          <p:sp>
            <p:nvSpPr>
              <p:cNvPr name="Freeform 10" id="10"/>
              <p:cNvSpPr/>
              <p:nvPr/>
            </p:nvSpPr>
            <p:spPr>
              <a:xfrm flipH="false" flipV="false" rot="0">
                <a:off x="0" y="0"/>
                <a:ext cx="497773" cy="388115"/>
              </a:xfrm>
              <a:custGeom>
                <a:avLst/>
                <a:gdLst/>
                <a:ahLst/>
                <a:cxnLst/>
                <a:rect r="r" b="b" t="t" l="l"/>
                <a:pathLst>
                  <a:path h="388115" w="497773">
                    <a:moveTo>
                      <a:pt x="0" y="0"/>
                    </a:moveTo>
                    <a:lnTo>
                      <a:pt x="497773" y="0"/>
                    </a:lnTo>
                    <a:lnTo>
                      <a:pt x="497773" y="388115"/>
                    </a:lnTo>
                    <a:lnTo>
                      <a:pt x="0" y="388115"/>
                    </a:lnTo>
                    <a:close/>
                  </a:path>
                </a:pathLst>
              </a:custGeom>
              <a:solidFill>
                <a:srgbClr val="FFFFFF"/>
              </a:solidFill>
              <a:ln cap="sq">
                <a:noFill/>
                <a:prstDash val="solid"/>
                <a:miter/>
              </a:ln>
            </p:spPr>
          </p:sp>
          <p:sp>
            <p:nvSpPr>
              <p:cNvPr name="TextBox 11" id="11"/>
              <p:cNvSpPr txBox="true"/>
              <p:nvPr/>
            </p:nvSpPr>
            <p:spPr>
              <a:xfrm>
                <a:off x="0" y="-38100"/>
                <a:ext cx="497773" cy="426215"/>
              </a:xfrm>
              <a:prstGeom prst="rect">
                <a:avLst/>
              </a:prstGeom>
            </p:spPr>
            <p:txBody>
              <a:bodyPr anchor="ctr" rtlCol="false" tIns="48220" lIns="48220" bIns="48220" rIns="48220"/>
              <a:lstStyle/>
              <a:p>
                <a:pPr algn="ctr" marL="0" indent="0" lvl="0">
                  <a:lnSpc>
                    <a:spcPts val="1853"/>
                  </a:lnSpc>
                  <a:spcBef>
                    <a:spcPct val="0"/>
                  </a:spcBef>
                </a:pPr>
              </a:p>
              <a:p>
                <a:pPr algn="ctr" marL="0" indent="0" lvl="0">
                  <a:lnSpc>
                    <a:spcPts val="1853"/>
                  </a:lnSpc>
                  <a:spcBef>
                    <a:spcPct val="0"/>
                  </a:spcBef>
                </a:pPr>
              </a:p>
              <a:p>
                <a:pPr algn="ctr" marL="0" indent="0" lvl="0">
                  <a:lnSpc>
                    <a:spcPts val="1853"/>
                  </a:lnSpc>
                  <a:spcBef>
                    <a:spcPct val="0"/>
                  </a:spcBef>
                </a:pPr>
              </a:p>
            </p:txBody>
          </p:sp>
        </p:grpSp>
        <p:grpSp>
          <p:nvGrpSpPr>
            <p:cNvPr name="Group 12" id="12"/>
            <p:cNvGrpSpPr/>
            <p:nvPr/>
          </p:nvGrpSpPr>
          <p:grpSpPr>
            <a:xfrm rot="0">
              <a:off x="16059231" y="0"/>
              <a:ext cx="2504831" cy="1727243"/>
              <a:chOff x="0" y="0"/>
              <a:chExt cx="521251" cy="359436"/>
            </a:xfrm>
          </p:grpSpPr>
          <p:sp>
            <p:nvSpPr>
              <p:cNvPr name="Freeform 13" id="13"/>
              <p:cNvSpPr/>
              <p:nvPr/>
            </p:nvSpPr>
            <p:spPr>
              <a:xfrm flipH="false" flipV="false" rot="0">
                <a:off x="0" y="0"/>
                <a:ext cx="521251" cy="359436"/>
              </a:xfrm>
              <a:custGeom>
                <a:avLst/>
                <a:gdLst/>
                <a:ahLst/>
                <a:cxnLst/>
                <a:rect r="r" b="b" t="t" l="l"/>
                <a:pathLst>
                  <a:path h="359436" w="521251">
                    <a:moveTo>
                      <a:pt x="179718" y="0"/>
                    </a:moveTo>
                    <a:lnTo>
                      <a:pt x="341533" y="0"/>
                    </a:lnTo>
                    <a:cubicBezTo>
                      <a:pt x="440789" y="0"/>
                      <a:pt x="521251" y="80463"/>
                      <a:pt x="521251" y="179718"/>
                    </a:cubicBezTo>
                    <a:lnTo>
                      <a:pt x="521251" y="179718"/>
                    </a:lnTo>
                    <a:cubicBezTo>
                      <a:pt x="521251" y="227382"/>
                      <a:pt x="502317" y="273094"/>
                      <a:pt x="468613" y="306798"/>
                    </a:cubicBezTo>
                    <a:cubicBezTo>
                      <a:pt x="434909" y="340502"/>
                      <a:pt x="389197" y="359436"/>
                      <a:pt x="341533" y="359436"/>
                    </a:cubicBezTo>
                    <a:lnTo>
                      <a:pt x="179718" y="359436"/>
                    </a:lnTo>
                    <a:cubicBezTo>
                      <a:pt x="132054" y="359436"/>
                      <a:pt x="86342" y="340502"/>
                      <a:pt x="52638" y="306798"/>
                    </a:cubicBezTo>
                    <a:cubicBezTo>
                      <a:pt x="18935" y="273094"/>
                      <a:pt x="0" y="227382"/>
                      <a:pt x="0" y="179718"/>
                    </a:cubicBezTo>
                    <a:lnTo>
                      <a:pt x="0" y="179718"/>
                    </a:lnTo>
                    <a:cubicBezTo>
                      <a:pt x="0" y="132054"/>
                      <a:pt x="18935" y="86342"/>
                      <a:pt x="52638" y="52638"/>
                    </a:cubicBezTo>
                    <a:cubicBezTo>
                      <a:pt x="86342" y="18935"/>
                      <a:pt x="132054" y="0"/>
                      <a:pt x="179718" y="0"/>
                    </a:cubicBezTo>
                    <a:close/>
                  </a:path>
                </a:pathLst>
              </a:custGeom>
              <a:solidFill>
                <a:srgbClr val="5170FF"/>
              </a:solidFill>
              <a:ln cap="rnd">
                <a:noFill/>
                <a:prstDash val="solid"/>
                <a:round/>
              </a:ln>
            </p:spPr>
          </p:sp>
          <p:sp>
            <p:nvSpPr>
              <p:cNvPr name="TextBox 14" id="14"/>
              <p:cNvSpPr txBox="true"/>
              <p:nvPr/>
            </p:nvSpPr>
            <p:spPr>
              <a:xfrm>
                <a:off x="0" y="-38100"/>
                <a:ext cx="521251" cy="397536"/>
              </a:xfrm>
              <a:prstGeom prst="rect">
                <a:avLst/>
              </a:prstGeom>
            </p:spPr>
            <p:txBody>
              <a:bodyPr anchor="ctr" rtlCol="false" tIns="48220" lIns="48220" bIns="48220" rIns="48220"/>
              <a:lstStyle/>
              <a:p>
                <a:pPr algn="ctr" marL="0" indent="0" lvl="0">
                  <a:lnSpc>
                    <a:spcPts val="1853"/>
                  </a:lnSpc>
                  <a:spcBef>
                    <a:spcPct val="0"/>
                  </a:spcBef>
                </a:pPr>
              </a:p>
              <a:p>
                <a:pPr algn="ctr" marL="0" indent="0" lvl="0">
                  <a:lnSpc>
                    <a:spcPts val="1853"/>
                  </a:lnSpc>
                  <a:spcBef>
                    <a:spcPct val="0"/>
                  </a:spcBef>
                </a:pPr>
              </a:p>
              <a:p>
                <a:pPr algn="ctr" marL="0" indent="0" lvl="0">
                  <a:lnSpc>
                    <a:spcPts val="1853"/>
                  </a:lnSpc>
                  <a:spcBef>
                    <a:spcPct val="0"/>
                  </a:spcBef>
                </a:pPr>
              </a:p>
            </p:txBody>
          </p:sp>
        </p:grpSp>
      </p:grpSp>
      <p:sp>
        <p:nvSpPr>
          <p:cNvPr name="Freeform 15" id="15"/>
          <p:cNvSpPr/>
          <p:nvPr/>
        </p:nvSpPr>
        <p:spPr>
          <a:xfrm flipH="false" flipV="false" rot="0">
            <a:off x="820604" y="843344"/>
            <a:ext cx="334731" cy="334731"/>
          </a:xfrm>
          <a:custGeom>
            <a:avLst/>
            <a:gdLst/>
            <a:ahLst/>
            <a:cxnLst/>
            <a:rect r="r" b="b" t="t" l="l"/>
            <a:pathLst>
              <a:path h="334731" w="334731">
                <a:moveTo>
                  <a:pt x="0" y="0"/>
                </a:moveTo>
                <a:lnTo>
                  <a:pt x="334731" y="0"/>
                </a:lnTo>
                <a:lnTo>
                  <a:pt x="334731" y="334731"/>
                </a:lnTo>
                <a:lnTo>
                  <a:pt x="0" y="334731"/>
                </a:lnTo>
                <a:lnTo>
                  <a:pt x="0" y="0"/>
                </a:lnTo>
                <a:close/>
              </a:path>
            </a:pathLst>
          </a:custGeom>
          <a:blipFill>
            <a:blip r:embed="rId3">
              <a:extLst>
                <a:ext uri="{96DAC541-7B7A-43D3-8B79-37D633B846F1}">
                  <asvg:svgBlip xmlns:asvg="http://schemas.microsoft.com/office/drawing/2016/SVG/main" r:embed="rId4"/>
                </a:ext>
              </a:extLst>
            </a:blip>
            <a:stretch>
              <a:fillRect l="0" t="0" r="0" b="0"/>
            </a:stretch>
          </a:blipFill>
        </p:spPr>
      </p:sp>
      <p:grpSp>
        <p:nvGrpSpPr>
          <p:cNvPr name="Group 16" id="16"/>
          <p:cNvGrpSpPr/>
          <p:nvPr/>
        </p:nvGrpSpPr>
        <p:grpSpPr>
          <a:xfrm rot="0">
            <a:off x="10472784" y="6346709"/>
            <a:ext cx="5384961" cy="2252671"/>
            <a:chOff x="0" y="0"/>
            <a:chExt cx="7179948" cy="3003561"/>
          </a:xfrm>
        </p:grpSpPr>
        <p:grpSp>
          <p:nvGrpSpPr>
            <p:cNvPr name="Group 17" id="17"/>
            <p:cNvGrpSpPr/>
            <p:nvPr/>
          </p:nvGrpSpPr>
          <p:grpSpPr>
            <a:xfrm rot="0">
              <a:off x="0" y="0"/>
              <a:ext cx="7179948" cy="3003561"/>
              <a:chOff x="0" y="0"/>
              <a:chExt cx="1418261" cy="593296"/>
            </a:xfrm>
          </p:grpSpPr>
          <p:sp>
            <p:nvSpPr>
              <p:cNvPr name="Freeform 18" id="18"/>
              <p:cNvSpPr/>
              <p:nvPr/>
            </p:nvSpPr>
            <p:spPr>
              <a:xfrm flipH="false" flipV="false" rot="0">
                <a:off x="0" y="0"/>
                <a:ext cx="1418261" cy="593296"/>
              </a:xfrm>
              <a:custGeom>
                <a:avLst/>
                <a:gdLst/>
                <a:ahLst/>
                <a:cxnLst/>
                <a:rect r="r" b="b" t="t" l="l"/>
                <a:pathLst>
                  <a:path h="593296" w="1418261">
                    <a:moveTo>
                      <a:pt x="21565" y="0"/>
                    </a:moveTo>
                    <a:lnTo>
                      <a:pt x="1396696" y="0"/>
                    </a:lnTo>
                    <a:cubicBezTo>
                      <a:pt x="1408606" y="0"/>
                      <a:pt x="1418261" y="9655"/>
                      <a:pt x="1418261" y="21565"/>
                    </a:cubicBezTo>
                    <a:lnTo>
                      <a:pt x="1418261" y="571731"/>
                    </a:lnTo>
                    <a:cubicBezTo>
                      <a:pt x="1418261" y="577450"/>
                      <a:pt x="1415989" y="582935"/>
                      <a:pt x="1411945" y="586980"/>
                    </a:cubicBezTo>
                    <a:cubicBezTo>
                      <a:pt x="1407901" y="591024"/>
                      <a:pt x="1402415" y="593296"/>
                      <a:pt x="1396696" y="593296"/>
                    </a:cubicBezTo>
                    <a:lnTo>
                      <a:pt x="21565" y="593296"/>
                    </a:lnTo>
                    <a:cubicBezTo>
                      <a:pt x="9655" y="593296"/>
                      <a:pt x="0" y="583641"/>
                      <a:pt x="0" y="571731"/>
                    </a:cubicBezTo>
                    <a:lnTo>
                      <a:pt x="0" y="21565"/>
                    </a:lnTo>
                    <a:cubicBezTo>
                      <a:pt x="0" y="9655"/>
                      <a:pt x="9655" y="0"/>
                      <a:pt x="21565" y="0"/>
                    </a:cubicBezTo>
                    <a:close/>
                  </a:path>
                </a:pathLst>
              </a:custGeom>
              <a:solidFill>
                <a:srgbClr val="EAEAEA"/>
              </a:solidFill>
              <a:ln cap="sq">
                <a:noFill/>
                <a:prstDash val="solid"/>
                <a:miter/>
              </a:ln>
            </p:spPr>
          </p:sp>
          <p:sp>
            <p:nvSpPr>
              <p:cNvPr name="TextBox 19" id="19"/>
              <p:cNvSpPr txBox="true"/>
              <p:nvPr/>
            </p:nvSpPr>
            <p:spPr>
              <a:xfrm>
                <a:off x="0" y="19050"/>
                <a:ext cx="1418261" cy="574246"/>
              </a:xfrm>
              <a:prstGeom prst="rect">
                <a:avLst/>
              </a:prstGeom>
            </p:spPr>
            <p:txBody>
              <a:bodyPr anchor="ctr" rtlCol="false" tIns="50800" lIns="50800" bIns="50800" rIns="50800"/>
              <a:lstStyle/>
              <a:p>
                <a:pPr algn="ctr">
                  <a:lnSpc>
                    <a:spcPts val="2743"/>
                  </a:lnSpc>
                </a:pPr>
              </a:p>
            </p:txBody>
          </p:sp>
        </p:grpSp>
        <p:sp>
          <p:nvSpPr>
            <p:cNvPr name="Freeform 20" id="20"/>
            <p:cNvSpPr/>
            <p:nvPr/>
          </p:nvSpPr>
          <p:spPr>
            <a:xfrm flipH="false" flipV="false" rot="0">
              <a:off x="741639" y="709385"/>
              <a:ext cx="189653" cy="144610"/>
            </a:xfrm>
            <a:custGeom>
              <a:avLst/>
              <a:gdLst/>
              <a:ahLst/>
              <a:cxnLst/>
              <a:rect r="r" b="b" t="t" l="l"/>
              <a:pathLst>
                <a:path h="144610" w="189653">
                  <a:moveTo>
                    <a:pt x="0" y="0"/>
                  </a:moveTo>
                  <a:lnTo>
                    <a:pt x="189653" y="0"/>
                  </a:lnTo>
                  <a:lnTo>
                    <a:pt x="189653" y="144610"/>
                  </a:lnTo>
                  <a:lnTo>
                    <a:pt x="0" y="144610"/>
                  </a:lnTo>
                  <a:lnTo>
                    <a:pt x="0" y="0"/>
                  </a:lnTo>
                  <a:close/>
                </a:path>
              </a:pathLst>
            </a:custGeom>
            <a:blipFill>
              <a:blip r:embed="rId5">
                <a:extLst>
                  <a:ext uri="{96DAC541-7B7A-43D3-8B79-37D633B846F1}">
                    <asvg:svgBlip xmlns:asvg="http://schemas.microsoft.com/office/drawing/2016/SVG/main" r:embed="rId6"/>
                  </a:ext>
                </a:extLst>
              </a:blip>
              <a:stretch>
                <a:fillRect l="0" t="0" r="0" b="0"/>
              </a:stretch>
            </a:blipFill>
          </p:spPr>
        </p:sp>
        <p:sp>
          <p:nvSpPr>
            <p:cNvPr name="TextBox 21" id="21"/>
            <p:cNvSpPr txBox="true"/>
            <p:nvPr/>
          </p:nvSpPr>
          <p:spPr>
            <a:xfrm rot="0">
              <a:off x="1045128" y="502290"/>
              <a:ext cx="6134820" cy="482600"/>
            </a:xfrm>
            <a:prstGeom prst="rect">
              <a:avLst/>
            </a:prstGeom>
          </p:spPr>
          <p:txBody>
            <a:bodyPr anchor="t" rtlCol="false" tIns="0" lIns="0" bIns="0" rIns="0">
              <a:spAutoFit/>
            </a:bodyPr>
            <a:lstStyle/>
            <a:p>
              <a:pPr algn="l" marL="0" indent="0" lvl="0">
                <a:lnSpc>
                  <a:spcPts val="3000"/>
                </a:lnSpc>
                <a:spcBef>
                  <a:spcPct val="0"/>
                </a:spcBef>
              </a:pPr>
              <a:r>
                <a:rPr lang="en-US" b="true" sz="2000" spc="-40" strike="noStrike" u="none">
                  <a:solidFill>
                    <a:srgbClr val="333333">
                      <a:alpha val="89804"/>
                    </a:srgbClr>
                  </a:solidFill>
                  <a:latin typeface="프리젠테이션 Bold"/>
                  <a:ea typeface="프리젠테이션 Bold"/>
                  <a:cs typeface="프리젠테이션 Bold"/>
                  <a:sym typeface="프리젠테이션 Bold"/>
                </a:rPr>
                <a:t>모호하면 AI가 마음대로 결정</a:t>
              </a:r>
            </a:p>
          </p:txBody>
        </p:sp>
        <p:sp>
          <p:nvSpPr>
            <p:cNvPr name="Freeform 22" id="22"/>
            <p:cNvSpPr/>
            <p:nvPr/>
          </p:nvSpPr>
          <p:spPr>
            <a:xfrm flipH="false" flipV="false" rot="0">
              <a:off x="741639" y="1418045"/>
              <a:ext cx="189653" cy="144610"/>
            </a:xfrm>
            <a:custGeom>
              <a:avLst/>
              <a:gdLst/>
              <a:ahLst/>
              <a:cxnLst/>
              <a:rect r="r" b="b" t="t" l="l"/>
              <a:pathLst>
                <a:path h="144610" w="189653">
                  <a:moveTo>
                    <a:pt x="0" y="0"/>
                  </a:moveTo>
                  <a:lnTo>
                    <a:pt x="189653" y="0"/>
                  </a:lnTo>
                  <a:lnTo>
                    <a:pt x="189653" y="144611"/>
                  </a:lnTo>
                  <a:lnTo>
                    <a:pt x="0" y="144611"/>
                  </a:lnTo>
                  <a:lnTo>
                    <a:pt x="0" y="0"/>
                  </a:lnTo>
                  <a:close/>
                </a:path>
              </a:pathLst>
            </a:custGeom>
            <a:blipFill>
              <a:blip r:embed="rId5">
                <a:extLst>
                  <a:ext uri="{96DAC541-7B7A-43D3-8B79-37D633B846F1}">
                    <asvg:svgBlip xmlns:asvg="http://schemas.microsoft.com/office/drawing/2016/SVG/main" r:embed="rId6"/>
                  </a:ext>
                </a:extLst>
              </a:blip>
              <a:stretch>
                <a:fillRect l="0" t="0" r="0" b="0"/>
              </a:stretch>
            </a:blipFill>
          </p:spPr>
        </p:sp>
        <p:sp>
          <p:nvSpPr>
            <p:cNvPr name="TextBox 23" id="23"/>
            <p:cNvSpPr txBox="true"/>
            <p:nvPr/>
          </p:nvSpPr>
          <p:spPr>
            <a:xfrm rot="0">
              <a:off x="1045128" y="1210950"/>
              <a:ext cx="6134820" cy="482600"/>
            </a:xfrm>
            <a:prstGeom prst="rect">
              <a:avLst/>
            </a:prstGeom>
          </p:spPr>
          <p:txBody>
            <a:bodyPr anchor="t" rtlCol="false" tIns="0" lIns="0" bIns="0" rIns="0">
              <a:spAutoFit/>
            </a:bodyPr>
            <a:lstStyle/>
            <a:p>
              <a:pPr algn="l" marL="0" indent="0" lvl="0">
                <a:lnSpc>
                  <a:spcPts val="3000"/>
                </a:lnSpc>
                <a:spcBef>
                  <a:spcPct val="0"/>
                </a:spcBef>
              </a:pPr>
              <a:r>
                <a:rPr lang="en-US" b="true" sz="2000" spc="-40" strike="noStrike" u="none">
                  <a:solidFill>
                    <a:srgbClr val="333333">
                      <a:alpha val="89804"/>
                    </a:srgbClr>
                  </a:solidFill>
                  <a:latin typeface="프리젠테이션 Bold"/>
                  <a:ea typeface="프리젠테이션 Bold"/>
                  <a:cs typeface="프리젠테이션 Bold"/>
                  <a:sym typeface="프리젠테이션 Bold"/>
                </a:rPr>
                <a:t>"뭐 좀", "알아서"는 금지어</a:t>
              </a:r>
            </a:p>
          </p:txBody>
        </p:sp>
        <p:sp>
          <p:nvSpPr>
            <p:cNvPr name="Freeform 24" id="24"/>
            <p:cNvSpPr/>
            <p:nvPr/>
          </p:nvSpPr>
          <p:spPr>
            <a:xfrm flipH="false" flipV="false" rot="0">
              <a:off x="741639" y="2126706"/>
              <a:ext cx="189653" cy="144610"/>
            </a:xfrm>
            <a:custGeom>
              <a:avLst/>
              <a:gdLst/>
              <a:ahLst/>
              <a:cxnLst/>
              <a:rect r="r" b="b" t="t" l="l"/>
              <a:pathLst>
                <a:path h="144610" w="189653">
                  <a:moveTo>
                    <a:pt x="0" y="0"/>
                  </a:moveTo>
                  <a:lnTo>
                    <a:pt x="189653" y="0"/>
                  </a:lnTo>
                  <a:lnTo>
                    <a:pt x="189653" y="144610"/>
                  </a:lnTo>
                  <a:lnTo>
                    <a:pt x="0" y="144610"/>
                  </a:lnTo>
                  <a:lnTo>
                    <a:pt x="0" y="0"/>
                  </a:lnTo>
                  <a:close/>
                </a:path>
              </a:pathLst>
            </a:custGeom>
            <a:blipFill>
              <a:blip r:embed="rId5">
                <a:extLst>
                  <a:ext uri="{96DAC541-7B7A-43D3-8B79-37D633B846F1}">
                    <asvg:svgBlip xmlns:asvg="http://schemas.microsoft.com/office/drawing/2016/SVG/main" r:embed="rId6"/>
                  </a:ext>
                </a:extLst>
              </a:blip>
              <a:stretch>
                <a:fillRect l="0" t="0" r="0" b="0"/>
              </a:stretch>
            </a:blipFill>
          </p:spPr>
        </p:sp>
        <p:sp>
          <p:nvSpPr>
            <p:cNvPr name="TextBox 25" id="25"/>
            <p:cNvSpPr txBox="true"/>
            <p:nvPr/>
          </p:nvSpPr>
          <p:spPr>
            <a:xfrm rot="0">
              <a:off x="1045128" y="1919611"/>
              <a:ext cx="6134820" cy="482600"/>
            </a:xfrm>
            <a:prstGeom prst="rect">
              <a:avLst/>
            </a:prstGeom>
          </p:spPr>
          <p:txBody>
            <a:bodyPr anchor="t" rtlCol="false" tIns="0" lIns="0" bIns="0" rIns="0">
              <a:spAutoFit/>
            </a:bodyPr>
            <a:lstStyle/>
            <a:p>
              <a:pPr algn="l" marL="0" indent="0" lvl="0">
                <a:lnSpc>
                  <a:spcPts val="3000"/>
                </a:lnSpc>
                <a:spcBef>
                  <a:spcPct val="0"/>
                </a:spcBef>
              </a:pPr>
              <a:r>
                <a:rPr lang="en-US" b="true" sz="2000" spc="-40" strike="noStrike" u="none">
                  <a:solidFill>
                    <a:srgbClr val="333333">
                      <a:alpha val="89804"/>
                    </a:srgbClr>
                  </a:solidFill>
                  <a:latin typeface="프리젠테이션 Bold"/>
                  <a:ea typeface="프리젠테이션 Bold"/>
                  <a:cs typeface="프리젠테이션 Bold"/>
                  <a:sym typeface="프리젠테이션 Bold"/>
                </a:rPr>
                <a:t>동사는 분명하게: 추가·변경·삭제</a:t>
              </a:r>
            </a:p>
          </p:txBody>
        </p:sp>
      </p:grpSp>
      <p:grpSp>
        <p:nvGrpSpPr>
          <p:cNvPr name="Group 26" id="26"/>
          <p:cNvGrpSpPr/>
          <p:nvPr/>
        </p:nvGrpSpPr>
        <p:grpSpPr>
          <a:xfrm rot="0">
            <a:off x="10472784" y="2884234"/>
            <a:ext cx="3903318" cy="547878"/>
            <a:chOff x="0" y="0"/>
            <a:chExt cx="5204424" cy="730504"/>
          </a:xfrm>
        </p:grpSpPr>
        <p:sp>
          <p:nvSpPr>
            <p:cNvPr name="Freeform 27" id="27"/>
            <p:cNvSpPr/>
            <p:nvPr/>
          </p:nvSpPr>
          <p:spPr>
            <a:xfrm flipH="false" flipV="false" rot="0">
              <a:off x="0" y="192339"/>
              <a:ext cx="355986" cy="355986"/>
            </a:xfrm>
            <a:custGeom>
              <a:avLst/>
              <a:gdLst/>
              <a:ahLst/>
              <a:cxnLst/>
              <a:rect r="r" b="b" t="t" l="l"/>
              <a:pathLst>
                <a:path h="355986" w="355986">
                  <a:moveTo>
                    <a:pt x="0" y="0"/>
                  </a:moveTo>
                  <a:lnTo>
                    <a:pt x="355986" y="0"/>
                  </a:lnTo>
                  <a:lnTo>
                    <a:pt x="355986" y="355986"/>
                  </a:lnTo>
                  <a:lnTo>
                    <a:pt x="0" y="355986"/>
                  </a:lnTo>
                  <a:lnTo>
                    <a:pt x="0" y="0"/>
                  </a:lnTo>
                  <a:close/>
                </a:path>
              </a:pathLst>
            </a:custGeom>
            <a:blipFill>
              <a:blip r:embed="rId7">
                <a:extLst>
                  <a:ext uri="{96DAC541-7B7A-43D3-8B79-37D633B846F1}">
                    <asvg:svgBlip xmlns:asvg="http://schemas.microsoft.com/office/drawing/2016/SVG/main" r:embed="rId8"/>
                  </a:ext>
                </a:extLst>
              </a:blip>
              <a:stretch>
                <a:fillRect l="0" t="0" r="0" b="0"/>
              </a:stretch>
            </a:blipFill>
          </p:spPr>
        </p:sp>
        <p:sp>
          <p:nvSpPr>
            <p:cNvPr name="TextBox 28" id="28"/>
            <p:cNvSpPr txBox="true"/>
            <p:nvPr/>
          </p:nvSpPr>
          <p:spPr>
            <a:xfrm rot="0">
              <a:off x="500339" y="76200"/>
              <a:ext cx="4704085" cy="654304"/>
            </a:xfrm>
            <a:prstGeom prst="rect">
              <a:avLst/>
            </a:prstGeom>
          </p:spPr>
          <p:txBody>
            <a:bodyPr anchor="t" rtlCol="false" tIns="0" lIns="0" bIns="0" rIns="0">
              <a:spAutoFit/>
            </a:bodyPr>
            <a:lstStyle/>
            <a:p>
              <a:pPr algn="l" marL="0" indent="0" lvl="0">
                <a:lnSpc>
                  <a:spcPts val="3456"/>
                </a:lnSpc>
                <a:spcBef>
                  <a:spcPct val="0"/>
                </a:spcBef>
              </a:pPr>
              <a:r>
                <a:rPr lang="en-US" b="true" sz="3600" spc="-72" strike="noStrike" u="none">
                  <a:solidFill>
                    <a:srgbClr val="333333"/>
                  </a:solidFill>
                  <a:latin typeface="프리젠테이션 Bold"/>
                  <a:ea typeface="프리젠테이션 Bold"/>
                  <a:cs typeface="프리젠테이션 Bold"/>
                  <a:sym typeface="프리젠테이션 Bold"/>
                </a:rPr>
                <a:t>목표를 한 문장으로</a:t>
              </a:r>
            </a:p>
          </p:txBody>
        </p:sp>
      </p:grpSp>
      <p:sp>
        <p:nvSpPr>
          <p:cNvPr name="TextBox 29" id="29"/>
          <p:cNvSpPr txBox="true"/>
          <p:nvPr/>
        </p:nvSpPr>
        <p:spPr>
          <a:xfrm rot="0">
            <a:off x="1355167" y="696396"/>
            <a:ext cx="12295240" cy="685800"/>
          </a:xfrm>
          <a:prstGeom prst="rect">
            <a:avLst/>
          </a:prstGeom>
        </p:spPr>
        <p:txBody>
          <a:bodyPr anchor="t" rtlCol="false" tIns="0" lIns="0" bIns="0" rIns="0">
            <a:spAutoFit/>
          </a:bodyPr>
          <a:lstStyle/>
          <a:p>
            <a:pPr algn="l" marL="0" indent="0" lvl="0">
              <a:lnSpc>
                <a:spcPts val="5100"/>
              </a:lnSpc>
              <a:spcBef>
                <a:spcPct val="0"/>
              </a:spcBef>
            </a:pPr>
            <a:r>
              <a:rPr lang="en-US" b="true" sz="5000" spc="-100" strike="noStrike" u="none">
                <a:solidFill>
                  <a:srgbClr val="FFFFFF"/>
                </a:solidFill>
                <a:latin typeface="프리젠테이션 Bold"/>
                <a:ea typeface="프리젠테이션 Bold"/>
                <a:cs typeface="프리젠테이션 Bold"/>
                <a:sym typeface="프리젠테이션 Bold"/>
              </a:rPr>
              <a:t>[T] Task · 무엇을 할지</a:t>
            </a:r>
          </a:p>
        </p:txBody>
      </p:sp>
      <p:sp>
        <p:nvSpPr>
          <p:cNvPr name="TextBox 30" id="30"/>
          <p:cNvSpPr txBox="true"/>
          <p:nvPr/>
        </p:nvSpPr>
        <p:spPr>
          <a:xfrm rot="0">
            <a:off x="10472784" y="3604117"/>
            <a:ext cx="7086813" cy="1365885"/>
          </a:xfrm>
          <a:prstGeom prst="rect">
            <a:avLst/>
          </a:prstGeom>
        </p:spPr>
        <p:txBody>
          <a:bodyPr anchor="t" rtlCol="false" tIns="0" lIns="0" bIns="0" rIns="0">
            <a:spAutoFit/>
          </a:bodyPr>
          <a:lstStyle/>
          <a:p>
            <a:pPr algn="l" marL="0" indent="0" lvl="0">
              <a:lnSpc>
                <a:spcPts val="3600"/>
              </a:lnSpc>
              <a:spcBef>
                <a:spcPct val="0"/>
              </a:spcBef>
            </a:pPr>
            <a:r>
              <a:rPr lang="en-US" b="true" sz="2400" spc="-48" strike="noStrike" u="none">
                <a:solidFill>
                  <a:srgbClr val="000000">
                    <a:alpha val="69804"/>
                  </a:srgbClr>
                </a:solidFill>
                <a:latin typeface="프리젠테이션 Bold"/>
                <a:ea typeface="프리젠테이션 Bold"/>
                <a:cs typeface="프리젠테이션 Bold"/>
                <a:sym typeface="프리젠테이션 Bold"/>
              </a:rPr>
              <a:t>① 무엇을 만들지 딱 한 문장</a:t>
            </a:r>
          </a:p>
          <a:p>
            <a:pPr algn="l" marL="0" indent="0" lvl="0">
              <a:lnSpc>
                <a:spcPts val="3600"/>
              </a:lnSpc>
              <a:spcBef>
                <a:spcPct val="0"/>
              </a:spcBef>
            </a:pPr>
            <a:r>
              <a:rPr lang="en-US" b="true" sz="2400" spc="-48" strike="noStrike" u="none">
                <a:solidFill>
                  <a:srgbClr val="000000">
                    <a:alpha val="69804"/>
                  </a:srgbClr>
                </a:solidFill>
                <a:latin typeface="프리젠테이션 Bold"/>
                <a:ea typeface="프리젠테이션 Bold"/>
                <a:cs typeface="프리젠테이션 Bold"/>
                <a:sym typeface="프리젠테이션 Bold"/>
              </a:rPr>
              <a:t>② 대상(파일·섹션)을 정확히</a:t>
            </a:r>
          </a:p>
          <a:p>
            <a:pPr algn="l" marL="0" indent="0" lvl="0">
              <a:lnSpc>
                <a:spcPts val="3600"/>
              </a:lnSpc>
              <a:spcBef>
                <a:spcPct val="0"/>
              </a:spcBef>
            </a:pPr>
            <a:r>
              <a:rPr lang="en-US" b="true" sz="2400" spc="-48" strike="noStrike" u="none">
                <a:solidFill>
                  <a:srgbClr val="000000">
                    <a:alpha val="69804"/>
                  </a:srgbClr>
                </a:solidFill>
                <a:latin typeface="프리젠테이션 Bold"/>
                <a:ea typeface="프리젠테이션 Bold"/>
                <a:cs typeface="프리젠테이션 Bold"/>
                <a:sym typeface="프리젠테이션 Bold"/>
              </a:rPr>
              <a:t>③ 개수·범위 같은 조건 포함</a:t>
            </a:r>
          </a:p>
        </p:txBody>
      </p:sp>
      <p:sp>
        <p:nvSpPr>
          <p:cNvPr name="TextBox 31" id="31"/>
          <p:cNvSpPr txBox="true"/>
          <p:nvPr/>
        </p:nvSpPr>
        <p:spPr>
          <a:xfrm rot="0">
            <a:off x="14694520" y="1353621"/>
            <a:ext cx="2865076" cy="325120"/>
          </a:xfrm>
          <a:prstGeom prst="rect">
            <a:avLst/>
          </a:prstGeom>
        </p:spPr>
        <p:txBody>
          <a:bodyPr anchor="t" rtlCol="false" tIns="0" lIns="0" bIns="0" rIns="0">
            <a:spAutoFit/>
          </a:bodyPr>
          <a:lstStyle/>
          <a:p>
            <a:pPr algn="ctr" marL="0" indent="0" lvl="0">
              <a:lnSpc>
                <a:spcPts val="2540"/>
              </a:lnSpc>
              <a:spcBef>
                <a:spcPct val="0"/>
              </a:spcBef>
            </a:pPr>
            <a:r>
              <a:rPr lang="en-US" b="true" sz="2000" spc="122" strike="noStrike" u="none">
                <a:solidFill>
                  <a:srgbClr val="5170FF"/>
                </a:solidFill>
                <a:latin typeface="프리젠테이션 Bold"/>
                <a:ea typeface="프리젠테이션 Bold"/>
                <a:cs typeface="프리젠테이션 Bold"/>
                <a:sym typeface="프리젠테이션 Bold"/>
              </a:rPr>
              <a:t>해달 바이브코딩 기초반</a:t>
            </a:r>
          </a:p>
        </p:txBody>
      </p:sp>
      <p:grpSp>
        <p:nvGrpSpPr>
          <p:cNvPr name="Group 32" id="32"/>
          <p:cNvGrpSpPr/>
          <p:nvPr/>
        </p:nvGrpSpPr>
        <p:grpSpPr>
          <a:xfrm rot="0">
            <a:off x="1714500" y="2895600"/>
            <a:ext cx="8201025" cy="5695950"/>
            <a:chOff x="0" y="0"/>
            <a:chExt cx="10934700" cy="7594600"/>
          </a:xfrm>
        </p:grpSpPr>
        <p:sp>
          <p:nvSpPr>
            <p:cNvPr name="Freeform 33" id="33"/>
            <p:cNvSpPr/>
            <p:nvPr/>
          </p:nvSpPr>
          <p:spPr>
            <a:xfrm flipH="false" flipV="false" rot="0">
              <a:off x="0" y="0"/>
              <a:ext cx="10934700" cy="7594600"/>
            </a:xfrm>
            <a:custGeom>
              <a:avLst/>
              <a:gdLst/>
              <a:ahLst/>
              <a:cxnLst/>
              <a:rect r="r" b="b" t="t" l="l"/>
              <a:pathLst>
                <a:path h="7594600" w="10934700">
                  <a:moveTo>
                    <a:pt x="35401" y="0"/>
                  </a:moveTo>
                  <a:lnTo>
                    <a:pt x="10899299" y="0"/>
                  </a:lnTo>
                  <a:cubicBezTo>
                    <a:pt x="10918851" y="0"/>
                    <a:pt x="10934700" y="15849"/>
                    <a:pt x="10934700" y="35401"/>
                  </a:cubicBezTo>
                  <a:lnTo>
                    <a:pt x="10934700" y="7559199"/>
                  </a:lnTo>
                  <a:cubicBezTo>
                    <a:pt x="10934700" y="7578751"/>
                    <a:pt x="10918851" y="7594600"/>
                    <a:pt x="10899299" y="7594600"/>
                  </a:cubicBezTo>
                  <a:lnTo>
                    <a:pt x="35401" y="7594600"/>
                  </a:lnTo>
                  <a:cubicBezTo>
                    <a:pt x="15849" y="7594600"/>
                    <a:pt x="0" y="7578751"/>
                    <a:pt x="0" y="7559199"/>
                  </a:cubicBezTo>
                  <a:lnTo>
                    <a:pt x="0" y="35401"/>
                  </a:lnTo>
                  <a:cubicBezTo>
                    <a:pt x="0" y="15849"/>
                    <a:pt x="15849" y="0"/>
                    <a:pt x="35401" y="0"/>
                  </a:cubicBezTo>
                  <a:close/>
                </a:path>
              </a:pathLst>
            </a:custGeom>
            <a:solidFill>
              <a:srgbClr val="1E2233"/>
            </a:solidFill>
          </p:spPr>
        </p:sp>
        <p:sp>
          <p:nvSpPr>
            <p:cNvPr name="TextBox 34" id="34"/>
            <p:cNvSpPr txBox="true"/>
            <p:nvPr/>
          </p:nvSpPr>
          <p:spPr>
            <a:xfrm>
              <a:off x="0" y="-38100"/>
              <a:ext cx="10934700" cy="7632700"/>
            </a:xfrm>
            <a:prstGeom prst="rect">
              <a:avLst/>
            </a:prstGeom>
          </p:spPr>
          <p:txBody>
            <a:bodyPr anchor="ctr" rtlCol="false" tIns="50800" lIns="50800" bIns="50800" rIns="50800"/>
            <a:lstStyle/>
            <a:p>
              <a:pPr algn="l">
                <a:lnSpc>
                  <a:spcPts val="1679"/>
                </a:lnSpc>
              </a:pPr>
            </a:p>
          </p:txBody>
        </p:sp>
      </p:grpSp>
      <p:grpSp>
        <p:nvGrpSpPr>
          <p:cNvPr name="Group 35" id="35"/>
          <p:cNvGrpSpPr/>
          <p:nvPr/>
        </p:nvGrpSpPr>
        <p:grpSpPr>
          <a:xfrm rot="0">
            <a:off x="1714500" y="2895600"/>
            <a:ext cx="8201025" cy="609600"/>
            <a:chOff x="0" y="0"/>
            <a:chExt cx="10934700" cy="812800"/>
          </a:xfrm>
        </p:grpSpPr>
        <p:sp>
          <p:nvSpPr>
            <p:cNvPr name="Freeform 36" id="36"/>
            <p:cNvSpPr/>
            <p:nvPr/>
          </p:nvSpPr>
          <p:spPr>
            <a:xfrm flipH="false" flipV="false" rot="0">
              <a:off x="0" y="0"/>
              <a:ext cx="10934700" cy="812800"/>
            </a:xfrm>
            <a:custGeom>
              <a:avLst/>
              <a:gdLst/>
              <a:ahLst/>
              <a:cxnLst/>
              <a:rect r="r" b="b" t="t" l="l"/>
              <a:pathLst>
                <a:path h="812800" w="10934700">
                  <a:moveTo>
                    <a:pt x="35401" y="0"/>
                  </a:moveTo>
                  <a:lnTo>
                    <a:pt x="10899299" y="0"/>
                  </a:lnTo>
                  <a:cubicBezTo>
                    <a:pt x="10918851" y="0"/>
                    <a:pt x="10934700" y="15849"/>
                    <a:pt x="10934700" y="35401"/>
                  </a:cubicBezTo>
                  <a:lnTo>
                    <a:pt x="10934700" y="777399"/>
                  </a:lnTo>
                  <a:cubicBezTo>
                    <a:pt x="10934700" y="796951"/>
                    <a:pt x="10918851" y="812800"/>
                    <a:pt x="10899299" y="812800"/>
                  </a:cubicBezTo>
                  <a:lnTo>
                    <a:pt x="35401" y="812800"/>
                  </a:lnTo>
                  <a:cubicBezTo>
                    <a:pt x="15849" y="812800"/>
                    <a:pt x="0" y="796951"/>
                    <a:pt x="0" y="777399"/>
                  </a:cubicBezTo>
                  <a:lnTo>
                    <a:pt x="0" y="35401"/>
                  </a:lnTo>
                  <a:cubicBezTo>
                    <a:pt x="0" y="15849"/>
                    <a:pt x="15849" y="0"/>
                    <a:pt x="35401" y="0"/>
                  </a:cubicBezTo>
                  <a:close/>
                </a:path>
              </a:pathLst>
            </a:custGeom>
            <a:solidFill>
              <a:srgbClr val="2D3350"/>
            </a:solidFill>
          </p:spPr>
        </p:sp>
        <p:sp>
          <p:nvSpPr>
            <p:cNvPr name="TextBox 37" id="37"/>
            <p:cNvSpPr txBox="true"/>
            <p:nvPr/>
          </p:nvSpPr>
          <p:spPr>
            <a:xfrm>
              <a:off x="0" y="-38100"/>
              <a:ext cx="10934700" cy="850900"/>
            </a:xfrm>
            <a:prstGeom prst="rect">
              <a:avLst/>
            </a:prstGeom>
          </p:spPr>
          <p:txBody>
            <a:bodyPr anchor="ctr" rtlCol="false" tIns="50800" lIns="50800" bIns="50800" rIns="50800"/>
            <a:lstStyle/>
            <a:p>
              <a:pPr algn="l">
                <a:lnSpc>
                  <a:spcPts val="1679"/>
                </a:lnSpc>
              </a:pPr>
            </a:p>
          </p:txBody>
        </p:sp>
      </p:grpSp>
      <p:sp>
        <p:nvSpPr>
          <p:cNvPr name="TextBox 38" id="38"/>
          <p:cNvSpPr txBox="true"/>
          <p:nvPr/>
        </p:nvSpPr>
        <p:spPr>
          <a:xfrm rot="0">
            <a:off x="2047875" y="2971800"/>
            <a:ext cx="7429500" cy="350520"/>
          </a:xfrm>
          <a:prstGeom prst="rect">
            <a:avLst/>
          </a:prstGeom>
        </p:spPr>
        <p:txBody>
          <a:bodyPr anchor="t" rtlCol="false" tIns="0" lIns="0" bIns="0" rIns="0">
            <a:spAutoFit/>
          </a:bodyPr>
          <a:lstStyle/>
          <a:p>
            <a:pPr algn="l" marL="0" indent="0" lvl="0">
              <a:lnSpc>
                <a:spcPts val="2729"/>
              </a:lnSpc>
              <a:spcBef>
                <a:spcPct val="0"/>
              </a:spcBef>
            </a:pPr>
            <a:r>
              <a:rPr lang="en-US" b="true" sz="1950" strike="noStrike" u="none">
                <a:solidFill>
                  <a:srgbClr val="A9B8FF"/>
                </a:solidFill>
                <a:latin typeface="Arimo Bold"/>
                <a:ea typeface="Arimo Bold"/>
                <a:cs typeface="Arimo Bold"/>
                <a:sym typeface="Arimo Bold"/>
              </a:rPr>
              <a:t>💬 ❌ 모호한 요청 vs ✅ Task 요청</a:t>
            </a:r>
          </a:p>
        </p:txBody>
      </p:sp>
      <p:sp>
        <p:nvSpPr>
          <p:cNvPr name="TextBox 39" id="39"/>
          <p:cNvSpPr txBox="true"/>
          <p:nvPr/>
        </p:nvSpPr>
        <p:spPr>
          <a:xfrm rot="0">
            <a:off x="2143125" y="3762375"/>
            <a:ext cx="7524750" cy="3337560"/>
          </a:xfrm>
          <a:prstGeom prst="rect">
            <a:avLst/>
          </a:prstGeom>
        </p:spPr>
        <p:txBody>
          <a:bodyPr anchor="t" rtlCol="false" tIns="0" lIns="0" bIns="0" rIns="0">
            <a:spAutoFit/>
          </a:bodyPr>
          <a:lstStyle/>
          <a:p>
            <a:pPr algn="l" marL="0" indent="0" lvl="0">
              <a:lnSpc>
                <a:spcPts val="2940"/>
              </a:lnSpc>
              <a:spcBef>
                <a:spcPct val="0"/>
              </a:spcBef>
            </a:pPr>
            <a:r>
              <a:rPr lang="en-US" sz="2100" strike="noStrike" u="none">
                <a:solidFill>
                  <a:srgbClr val="EEF1FF"/>
                </a:solidFill>
                <a:latin typeface="Arimo"/>
                <a:ea typeface="Arimo"/>
                <a:cs typeface="Arimo"/>
                <a:sym typeface="Arimo"/>
              </a:rPr>
              <a:t>❌ 페이지에 뭐 좀 추가해줘</a:t>
            </a:r>
          </a:p>
          <a:p>
            <a:pPr algn="l" marL="0" indent="0" lvl="0">
              <a:lnSpc>
                <a:spcPts val="2940"/>
              </a:lnSpc>
              <a:spcBef>
                <a:spcPct val="0"/>
              </a:spcBef>
            </a:pPr>
          </a:p>
          <a:p>
            <a:pPr algn="l" marL="0" indent="0" lvl="0">
              <a:lnSpc>
                <a:spcPts val="2940"/>
              </a:lnSpc>
              <a:spcBef>
                <a:spcPct val="0"/>
              </a:spcBef>
            </a:pPr>
            <a:r>
              <a:rPr lang="en-US" sz="2100" strike="noStrike" u="none">
                <a:solidFill>
                  <a:srgbClr val="EEF1FF"/>
                </a:solidFill>
                <a:latin typeface="Arimo"/>
                <a:ea typeface="Arimo"/>
                <a:cs typeface="Arimo"/>
                <a:sym typeface="Arimo"/>
              </a:rPr>
              <a:t>✅ [Task]</a:t>
            </a:r>
          </a:p>
          <a:p>
            <a:pPr algn="l" marL="0" indent="0" lvl="0">
              <a:lnSpc>
                <a:spcPts val="2940"/>
              </a:lnSpc>
              <a:spcBef>
                <a:spcPct val="0"/>
              </a:spcBef>
            </a:pPr>
            <a:r>
              <a:rPr lang="en-US" sz="2100" strike="noStrike" u="none">
                <a:solidFill>
                  <a:srgbClr val="EEF1FF"/>
                </a:solidFill>
                <a:latin typeface="Arimo"/>
                <a:ea typeface="Arimo"/>
                <a:cs typeface="Arimo"/>
                <a:sym typeface="Arimo"/>
              </a:rPr>
              <a:t>index.html에 '올해 목표' 섹션을</a:t>
            </a:r>
          </a:p>
          <a:p>
            <a:pPr algn="l" marL="0" indent="0" lvl="0">
              <a:lnSpc>
                <a:spcPts val="2940"/>
              </a:lnSpc>
              <a:spcBef>
                <a:spcPct val="0"/>
              </a:spcBef>
            </a:pPr>
            <a:r>
              <a:rPr lang="en-US" sz="2100" strike="noStrike" u="none">
                <a:solidFill>
                  <a:srgbClr val="EEF1FF"/>
                </a:solidFill>
                <a:latin typeface="Arimo"/>
                <a:ea typeface="Arimo"/>
                <a:cs typeface="Arimo"/>
                <a:sym typeface="Arimo"/>
              </a:rPr>
              <a:t>새로 추가해줘.</a:t>
            </a:r>
          </a:p>
          <a:p>
            <a:pPr algn="l" marL="0" indent="0" lvl="0">
              <a:lnSpc>
                <a:spcPts val="2940"/>
              </a:lnSpc>
              <a:spcBef>
                <a:spcPct val="0"/>
              </a:spcBef>
            </a:pPr>
            <a:r>
              <a:rPr lang="en-US" sz="2100" strike="noStrike" u="none">
                <a:solidFill>
                  <a:srgbClr val="EEF1FF"/>
                </a:solidFill>
                <a:latin typeface="Arimo"/>
                <a:ea typeface="Arimo"/>
                <a:cs typeface="Arimo"/>
                <a:sym typeface="Arimo"/>
              </a:rPr>
              <a:t>목표는 3개야.</a:t>
            </a:r>
          </a:p>
          <a:p>
            <a:pPr algn="l" marL="0" indent="0" lvl="0">
              <a:lnSpc>
                <a:spcPts val="2940"/>
              </a:lnSpc>
              <a:spcBef>
                <a:spcPct val="0"/>
              </a:spcBef>
            </a:pPr>
          </a:p>
          <a:p>
            <a:pPr algn="l" marL="0" indent="0" lvl="0">
              <a:lnSpc>
                <a:spcPts val="2940"/>
              </a:lnSpc>
              <a:spcBef>
                <a:spcPct val="0"/>
              </a:spcBef>
            </a:pPr>
            <a:r>
              <a:rPr lang="en-US" sz="2100" strike="noStrike" u="none">
                <a:solidFill>
                  <a:srgbClr val="EEF1FF"/>
                </a:solidFill>
                <a:latin typeface="Arimo"/>
                <a:ea typeface="Arimo"/>
                <a:cs typeface="Arimo"/>
                <a:sym typeface="Arimo"/>
              </a:rPr>
              <a:t>👉 무엇을(대상) + 어떻게(동사)</a:t>
            </a:r>
          </a:p>
          <a:p>
            <a:pPr algn="l" marL="0" indent="0" lvl="0">
              <a:lnSpc>
                <a:spcPts val="2940"/>
              </a:lnSpc>
              <a:spcBef>
                <a:spcPct val="0"/>
              </a:spcBef>
            </a:pPr>
            <a:r>
              <a:rPr lang="en-US" sz="2100" strike="noStrike" u="none">
                <a:solidFill>
                  <a:srgbClr val="EEF1FF"/>
                </a:solidFill>
                <a:latin typeface="Arimo"/>
                <a:ea typeface="Arimo"/>
                <a:cs typeface="Arimo"/>
                <a:sym typeface="Arimo"/>
              </a:rPr>
              <a:t>    + 얼마나(조건)</a:t>
            </a:r>
          </a:p>
        </p:txBody>
      </p:sp>
      <p:sp>
        <p:nvSpPr>
          <p:cNvPr name="TextBox 40" id="40"/>
          <p:cNvSpPr txBox="true"/>
          <p:nvPr/>
        </p:nvSpPr>
        <p:spPr>
          <a:xfrm rot="0">
            <a:off x="8382000" y="8899525"/>
            <a:ext cx="1524000" cy="358775"/>
          </a:xfrm>
          <a:prstGeom prst="rect">
            <a:avLst/>
          </a:prstGeom>
        </p:spPr>
        <p:txBody>
          <a:bodyPr anchor="t" rtlCol="false" tIns="0" lIns="0" bIns="0" rIns="0">
            <a:spAutoFit/>
          </a:bodyPr>
          <a:lstStyle/>
          <a:p>
            <a:pPr algn="ctr" marL="0" indent="0" lvl="0">
              <a:lnSpc>
                <a:spcPts val="2800"/>
              </a:lnSpc>
              <a:spcBef>
                <a:spcPct val="0"/>
              </a:spcBef>
            </a:pPr>
            <a:r>
              <a:rPr lang="en-US" b="true" sz="2000" strike="noStrike" u="none">
                <a:solidFill>
                  <a:srgbClr val="4165C1"/>
                </a:solidFill>
                <a:latin typeface="프리젠테이션 Bold"/>
                <a:ea typeface="프리젠테이션 Bold"/>
                <a:cs typeface="프리젠테이션 Bold"/>
                <a:sym typeface="프리젠테이션 Bold"/>
              </a:rPr>
              <a:t>- 22 -</a:t>
            </a:r>
          </a:p>
        </p:txBody>
      </p:sp>
    </p:spTree>
  </p:cSld>
  <p:clrMapOvr>
    <a:masterClrMapping/>
  </p:clrMapOvr>
</p:sld>
</file>

<file path=ppt/slides/slide23.xml><?xml version="1.0" encoding="utf-8"?>
<p:sld xmlns:p="http://schemas.openxmlformats.org/presentationml/2006/main" xmlns:a="http://schemas.openxmlformats.org/drawingml/2006/main" xmlns:r="http://schemas.openxmlformats.org/officeDocument/2006/relationships">
  <p:cSld>
    <p:bg>
      <p:bgPr>
        <a:solidFill>
          <a:srgbClr val="5170FF"/>
        </a:solidFill>
      </p:bgPr>
    </p:bg>
    <p:spTree>
      <p:nvGrpSpPr>
        <p:cNvPr id="1" name=""/>
        <p:cNvGrpSpPr/>
        <p:nvPr/>
      </p:nvGrpSpPr>
      <p:grpSpPr>
        <a:xfrm>
          <a:off x="0" y="0"/>
          <a:ext cx="0" cy="0"/>
          <a:chOff x="0" y="0"/>
          <a:chExt cx="0" cy="0"/>
        </a:xfrm>
      </p:grpSpPr>
      <p:grpSp>
        <p:nvGrpSpPr>
          <p:cNvPr name="Group 2" id="2"/>
          <p:cNvGrpSpPr/>
          <p:nvPr/>
        </p:nvGrpSpPr>
        <p:grpSpPr>
          <a:xfrm rot="0">
            <a:off x="534854" y="457200"/>
            <a:ext cx="17218292" cy="9294946"/>
            <a:chOff x="0" y="0"/>
            <a:chExt cx="22957723" cy="12393261"/>
          </a:xfrm>
        </p:grpSpPr>
        <p:grpSp>
          <p:nvGrpSpPr>
            <p:cNvPr name="Group 3" id="3"/>
            <p:cNvGrpSpPr/>
            <p:nvPr/>
          </p:nvGrpSpPr>
          <p:grpSpPr>
            <a:xfrm rot="0">
              <a:off x="0" y="1727243"/>
              <a:ext cx="22957723" cy="10666019"/>
              <a:chOff x="0" y="0"/>
              <a:chExt cx="4777465" cy="2219581"/>
            </a:xfrm>
          </p:grpSpPr>
          <p:sp>
            <p:nvSpPr>
              <p:cNvPr name="Freeform 4" id="4"/>
              <p:cNvSpPr/>
              <p:nvPr/>
            </p:nvSpPr>
            <p:spPr>
              <a:xfrm flipH="false" flipV="false" rot="0">
                <a:off x="0" y="0"/>
                <a:ext cx="4777465" cy="2219581"/>
              </a:xfrm>
              <a:custGeom>
                <a:avLst/>
                <a:gdLst/>
                <a:ahLst/>
                <a:cxnLst/>
                <a:rect r="r" b="b" t="t" l="l"/>
                <a:pathLst>
                  <a:path h="2219581" w="4777465">
                    <a:moveTo>
                      <a:pt x="22931" y="0"/>
                    </a:moveTo>
                    <a:lnTo>
                      <a:pt x="4754534" y="0"/>
                    </a:lnTo>
                    <a:cubicBezTo>
                      <a:pt x="4767199" y="0"/>
                      <a:pt x="4777465" y="10267"/>
                      <a:pt x="4777465" y="22931"/>
                    </a:cubicBezTo>
                    <a:lnTo>
                      <a:pt x="4777465" y="2196650"/>
                    </a:lnTo>
                    <a:cubicBezTo>
                      <a:pt x="4777465" y="2202732"/>
                      <a:pt x="4775049" y="2208564"/>
                      <a:pt x="4770749" y="2212865"/>
                    </a:cubicBezTo>
                    <a:cubicBezTo>
                      <a:pt x="4766449" y="2217165"/>
                      <a:pt x="4760616" y="2219581"/>
                      <a:pt x="4754534" y="2219581"/>
                    </a:cubicBezTo>
                    <a:lnTo>
                      <a:pt x="22931" y="2219581"/>
                    </a:lnTo>
                    <a:cubicBezTo>
                      <a:pt x="10267" y="2219581"/>
                      <a:pt x="0" y="2209315"/>
                      <a:pt x="0" y="2196650"/>
                    </a:cubicBezTo>
                    <a:lnTo>
                      <a:pt x="0" y="22931"/>
                    </a:lnTo>
                    <a:cubicBezTo>
                      <a:pt x="0" y="10267"/>
                      <a:pt x="10267" y="0"/>
                      <a:pt x="22931" y="0"/>
                    </a:cubicBezTo>
                    <a:close/>
                  </a:path>
                </a:pathLst>
              </a:custGeom>
              <a:solidFill>
                <a:srgbClr val="FFFFFF"/>
              </a:solidFill>
              <a:ln cap="rnd">
                <a:noFill/>
                <a:prstDash val="solid"/>
                <a:round/>
              </a:ln>
            </p:spPr>
          </p:sp>
          <p:sp>
            <p:nvSpPr>
              <p:cNvPr name="TextBox 5" id="5"/>
              <p:cNvSpPr txBox="true"/>
              <p:nvPr/>
            </p:nvSpPr>
            <p:spPr>
              <a:xfrm>
                <a:off x="0" y="-38100"/>
                <a:ext cx="4777465" cy="2257681"/>
              </a:xfrm>
              <a:prstGeom prst="rect">
                <a:avLst/>
              </a:prstGeom>
            </p:spPr>
            <p:txBody>
              <a:bodyPr anchor="ctr" rtlCol="false" tIns="48220" lIns="48220" bIns="48220" rIns="48220"/>
              <a:lstStyle/>
              <a:p>
                <a:pPr algn="ctr" marL="0" indent="0" lvl="0">
                  <a:lnSpc>
                    <a:spcPts val="1853"/>
                  </a:lnSpc>
                  <a:spcBef>
                    <a:spcPct val="0"/>
                  </a:spcBef>
                </a:pPr>
              </a:p>
              <a:p>
                <a:pPr algn="ctr" marL="0" indent="0" lvl="0">
                  <a:lnSpc>
                    <a:spcPts val="1853"/>
                  </a:lnSpc>
                  <a:spcBef>
                    <a:spcPct val="0"/>
                  </a:spcBef>
                </a:pPr>
              </a:p>
              <a:p>
                <a:pPr algn="ctr" marL="0" indent="0" lvl="0">
                  <a:lnSpc>
                    <a:spcPts val="1853"/>
                  </a:lnSpc>
                  <a:spcBef>
                    <a:spcPct val="0"/>
                  </a:spcBef>
                </a:pPr>
              </a:p>
            </p:txBody>
          </p:sp>
        </p:grpSp>
        <p:grpSp>
          <p:nvGrpSpPr>
            <p:cNvPr name="Group 6" id="6"/>
            <p:cNvGrpSpPr/>
            <p:nvPr/>
          </p:nvGrpSpPr>
          <p:grpSpPr>
            <a:xfrm rot="0">
              <a:off x="18499830" y="891712"/>
              <a:ext cx="4457893" cy="3397582"/>
              <a:chOff x="0" y="0"/>
              <a:chExt cx="927680" cy="707031"/>
            </a:xfrm>
          </p:grpSpPr>
          <p:sp>
            <p:nvSpPr>
              <p:cNvPr name="Freeform 7" id="7"/>
              <p:cNvSpPr/>
              <p:nvPr/>
            </p:nvSpPr>
            <p:spPr>
              <a:xfrm flipH="false" flipV="false" rot="0">
                <a:off x="0" y="0"/>
                <a:ext cx="927680" cy="707031"/>
              </a:xfrm>
              <a:custGeom>
                <a:avLst/>
                <a:gdLst/>
                <a:ahLst/>
                <a:cxnLst/>
                <a:rect r="r" b="b" t="t" l="l"/>
                <a:pathLst>
                  <a:path h="707031" w="927680">
                    <a:moveTo>
                      <a:pt x="118094" y="0"/>
                    </a:moveTo>
                    <a:lnTo>
                      <a:pt x="809586" y="0"/>
                    </a:lnTo>
                    <a:cubicBezTo>
                      <a:pt x="874808" y="0"/>
                      <a:pt x="927680" y="52872"/>
                      <a:pt x="927680" y="118094"/>
                    </a:cubicBezTo>
                    <a:lnTo>
                      <a:pt x="927680" y="588937"/>
                    </a:lnTo>
                    <a:cubicBezTo>
                      <a:pt x="927680" y="654159"/>
                      <a:pt x="874808" y="707031"/>
                      <a:pt x="809586" y="707031"/>
                    </a:cubicBezTo>
                    <a:lnTo>
                      <a:pt x="118094" y="707031"/>
                    </a:lnTo>
                    <a:cubicBezTo>
                      <a:pt x="52872" y="707031"/>
                      <a:pt x="0" y="654159"/>
                      <a:pt x="0" y="588937"/>
                    </a:cubicBezTo>
                    <a:lnTo>
                      <a:pt x="0" y="118094"/>
                    </a:lnTo>
                    <a:cubicBezTo>
                      <a:pt x="0" y="52872"/>
                      <a:pt x="52872" y="0"/>
                      <a:pt x="118094" y="0"/>
                    </a:cubicBezTo>
                    <a:close/>
                  </a:path>
                </a:pathLst>
              </a:custGeom>
              <a:solidFill>
                <a:srgbClr val="FFFFFF"/>
              </a:solidFill>
              <a:ln cap="rnd">
                <a:noFill/>
                <a:prstDash val="solid"/>
                <a:round/>
              </a:ln>
            </p:spPr>
          </p:sp>
          <p:sp>
            <p:nvSpPr>
              <p:cNvPr name="TextBox 8" id="8"/>
              <p:cNvSpPr txBox="true"/>
              <p:nvPr/>
            </p:nvSpPr>
            <p:spPr>
              <a:xfrm>
                <a:off x="0" y="-38100"/>
                <a:ext cx="927680" cy="745131"/>
              </a:xfrm>
              <a:prstGeom prst="rect">
                <a:avLst/>
              </a:prstGeom>
            </p:spPr>
            <p:txBody>
              <a:bodyPr anchor="ctr" rtlCol="false" tIns="48220" lIns="48220" bIns="48220" rIns="48220"/>
              <a:lstStyle/>
              <a:p>
                <a:pPr algn="ctr" marL="0" indent="0" lvl="0">
                  <a:lnSpc>
                    <a:spcPts val="1853"/>
                  </a:lnSpc>
                  <a:spcBef>
                    <a:spcPct val="0"/>
                  </a:spcBef>
                </a:pPr>
              </a:p>
              <a:p>
                <a:pPr algn="ctr" marL="0" indent="0" lvl="0">
                  <a:lnSpc>
                    <a:spcPts val="1853"/>
                  </a:lnSpc>
                  <a:spcBef>
                    <a:spcPct val="0"/>
                  </a:spcBef>
                </a:pPr>
              </a:p>
              <a:p>
                <a:pPr algn="ctr" marL="0" indent="0" lvl="0">
                  <a:lnSpc>
                    <a:spcPts val="1853"/>
                  </a:lnSpc>
                  <a:spcBef>
                    <a:spcPct val="0"/>
                  </a:spcBef>
                </a:pPr>
              </a:p>
            </p:txBody>
          </p:sp>
        </p:grpSp>
        <p:grpSp>
          <p:nvGrpSpPr>
            <p:cNvPr name="Group 9" id="9"/>
            <p:cNvGrpSpPr/>
            <p:nvPr/>
          </p:nvGrpSpPr>
          <p:grpSpPr>
            <a:xfrm rot="0">
              <a:off x="18064463" y="1334482"/>
              <a:ext cx="2392010" cy="1865053"/>
              <a:chOff x="0" y="0"/>
              <a:chExt cx="497773" cy="388115"/>
            </a:xfrm>
          </p:grpSpPr>
          <p:sp>
            <p:nvSpPr>
              <p:cNvPr name="Freeform 10" id="10"/>
              <p:cNvSpPr/>
              <p:nvPr/>
            </p:nvSpPr>
            <p:spPr>
              <a:xfrm flipH="false" flipV="false" rot="0">
                <a:off x="0" y="0"/>
                <a:ext cx="497773" cy="388115"/>
              </a:xfrm>
              <a:custGeom>
                <a:avLst/>
                <a:gdLst/>
                <a:ahLst/>
                <a:cxnLst/>
                <a:rect r="r" b="b" t="t" l="l"/>
                <a:pathLst>
                  <a:path h="388115" w="497773">
                    <a:moveTo>
                      <a:pt x="0" y="0"/>
                    </a:moveTo>
                    <a:lnTo>
                      <a:pt x="497773" y="0"/>
                    </a:lnTo>
                    <a:lnTo>
                      <a:pt x="497773" y="388115"/>
                    </a:lnTo>
                    <a:lnTo>
                      <a:pt x="0" y="388115"/>
                    </a:lnTo>
                    <a:close/>
                  </a:path>
                </a:pathLst>
              </a:custGeom>
              <a:solidFill>
                <a:srgbClr val="FFFFFF"/>
              </a:solidFill>
              <a:ln cap="sq">
                <a:noFill/>
                <a:prstDash val="solid"/>
                <a:miter/>
              </a:ln>
            </p:spPr>
          </p:sp>
          <p:sp>
            <p:nvSpPr>
              <p:cNvPr name="TextBox 11" id="11"/>
              <p:cNvSpPr txBox="true"/>
              <p:nvPr/>
            </p:nvSpPr>
            <p:spPr>
              <a:xfrm>
                <a:off x="0" y="-38100"/>
                <a:ext cx="497773" cy="426215"/>
              </a:xfrm>
              <a:prstGeom prst="rect">
                <a:avLst/>
              </a:prstGeom>
            </p:spPr>
            <p:txBody>
              <a:bodyPr anchor="ctr" rtlCol="false" tIns="48220" lIns="48220" bIns="48220" rIns="48220"/>
              <a:lstStyle/>
              <a:p>
                <a:pPr algn="ctr" marL="0" indent="0" lvl="0">
                  <a:lnSpc>
                    <a:spcPts val="1853"/>
                  </a:lnSpc>
                  <a:spcBef>
                    <a:spcPct val="0"/>
                  </a:spcBef>
                </a:pPr>
              </a:p>
              <a:p>
                <a:pPr algn="ctr" marL="0" indent="0" lvl="0">
                  <a:lnSpc>
                    <a:spcPts val="1853"/>
                  </a:lnSpc>
                  <a:spcBef>
                    <a:spcPct val="0"/>
                  </a:spcBef>
                </a:pPr>
              </a:p>
              <a:p>
                <a:pPr algn="ctr" marL="0" indent="0" lvl="0">
                  <a:lnSpc>
                    <a:spcPts val="1853"/>
                  </a:lnSpc>
                  <a:spcBef>
                    <a:spcPct val="0"/>
                  </a:spcBef>
                </a:pPr>
              </a:p>
            </p:txBody>
          </p:sp>
        </p:grpSp>
        <p:grpSp>
          <p:nvGrpSpPr>
            <p:cNvPr name="Group 12" id="12"/>
            <p:cNvGrpSpPr/>
            <p:nvPr/>
          </p:nvGrpSpPr>
          <p:grpSpPr>
            <a:xfrm rot="0">
              <a:off x="16059231" y="0"/>
              <a:ext cx="2504831" cy="1727243"/>
              <a:chOff x="0" y="0"/>
              <a:chExt cx="521251" cy="359436"/>
            </a:xfrm>
          </p:grpSpPr>
          <p:sp>
            <p:nvSpPr>
              <p:cNvPr name="Freeform 13" id="13"/>
              <p:cNvSpPr/>
              <p:nvPr/>
            </p:nvSpPr>
            <p:spPr>
              <a:xfrm flipH="false" flipV="false" rot="0">
                <a:off x="0" y="0"/>
                <a:ext cx="521251" cy="359436"/>
              </a:xfrm>
              <a:custGeom>
                <a:avLst/>
                <a:gdLst/>
                <a:ahLst/>
                <a:cxnLst/>
                <a:rect r="r" b="b" t="t" l="l"/>
                <a:pathLst>
                  <a:path h="359436" w="521251">
                    <a:moveTo>
                      <a:pt x="179718" y="0"/>
                    </a:moveTo>
                    <a:lnTo>
                      <a:pt x="341533" y="0"/>
                    </a:lnTo>
                    <a:cubicBezTo>
                      <a:pt x="440789" y="0"/>
                      <a:pt x="521251" y="80463"/>
                      <a:pt x="521251" y="179718"/>
                    </a:cubicBezTo>
                    <a:lnTo>
                      <a:pt x="521251" y="179718"/>
                    </a:lnTo>
                    <a:cubicBezTo>
                      <a:pt x="521251" y="227382"/>
                      <a:pt x="502317" y="273094"/>
                      <a:pt x="468613" y="306798"/>
                    </a:cubicBezTo>
                    <a:cubicBezTo>
                      <a:pt x="434909" y="340502"/>
                      <a:pt x="389197" y="359436"/>
                      <a:pt x="341533" y="359436"/>
                    </a:cubicBezTo>
                    <a:lnTo>
                      <a:pt x="179718" y="359436"/>
                    </a:lnTo>
                    <a:cubicBezTo>
                      <a:pt x="132054" y="359436"/>
                      <a:pt x="86342" y="340502"/>
                      <a:pt x="52638" y="306798"/>
                    </a:cubicBezTo>
                    <a:cubicBezTo>
                      <a:pt x="18935" y="273094"/>
                      <a:pt x="0" y="227382"/>
                      <a:pt x="0" y="179718"/>
                    </a:cubicBezTo>
                    <a:lnTo>
                      <a:pt x="0" y="179718"/>
                    </a:lnTo>
                    <a:cubicBezTo>
                      <a:pt x="0" y="132054"/>
                      <a:pt x="18935" y="86342"/>
                      <a:pt x="52638" y="52638"/>
                    </a:cubicBezTo>
                    <a:cubicBezTo>
                      <a:pt x="86342" y="18935"/>
                      <a:pt x="132054" y="0"/>
                      <a:pt x="179718" y="0"/>
                    </a:cubicBezTo>
                    <a:close/>
                  </a:path>
                </a:pathLst>
              </a:custGeom>
              <a:solidFill>
                <a:srgbClr val="5170FF"/>
              </a:solidFill>
              <a:ln cap="rnd">
                <a:noFill/>
                <a:prstDash val="solid"/>
                <a:round/>
              </a:ln>
            </p:spPr>
          </p:sp>
          <p:sp>
            <p:nvSpPr>
              <p:cNvPr name="TextBox 14" id="14"/>
              <p:cNvSpPr txBox="true"/>
              <p:nvPr/>
            </p:nvSpPr>
            <p:spPr>
              <a:xfrm>
                <a:off x="0" y="-38100"/>
                <a:ext cx="521251" cy="397536"/>
              </a:xfrm>
              <a:prstGeom prst="rect">
                <a:avLst/>
              </a:prstGeom>
            </p:spPr>
            <p:txBody>
              <a:bodyPr anchor="ctr" rtlCol="false" tIns="48220" lIns="48220" bIns="48220" rIns="48220"/>
              <a:lstStyle/>
              <a:p>
                <a:pPr algn="ctr" marL="0" indent="0" lvl="0">
                  <a:lnSpc>
                    <a:spcPts val="1853"/>
                  </a:lnSpc>
                  <a:spcBef>
                    <a:spcPct val="0"/>
                  </a:spcBef>
                </a:pPr>
              </a:p>
              <a:p>
                <a:pPr algn="ctr" marL="0" indent="0" lvl="0">
                  <a:lnSpc>
                    <a:spcPts val="1853"/>
                  </a:lnSpc>
                  <a:spcBef>
                    <a:spcPct val="0"/>
                  </a:spcBef>
                </a:pPr>
              </a:p>
              <a:p>
                <a:pPr algn="ctr" marL="0" indent="0" lvl="0">
                  <a:lnSpc>
                    <a:spcPts val="1853"/>
                  </a:lnSpc>
                  <a:spcBef>
                    <a:spcPct val="0"/>
                  </a:spcBef>
                </a:pPr>
              </a:p>
            </p:txBody>
          </p:sp>
        </p:grpSp>
      </p:grpSp>
      <p:sp>
        <p:nvSpPr>
          <p:cNvPr name="Freeform 15" id="15"/>
          <p:cNvSpPr/>
          <p:nvPr/>
        </p:nvSpPr>
        <p:spPr>
          <a:xfrm flipH="false" flipV="false" rot="0">
            <a:off x="820604" y="843344"/>
            <a:ext cx="334731" cy="334731"/>
          </a:xfrm>
          <a:custGeom>
            <a:avLst/>
            <a:gdLst/>
            <a:ahLst/>
            <a:cxnLst/>
            <a:rect r="r" b="b" t="t" l="l"/>
            <a:pathLst>
              <a:path h="334731" w="334731">
                <a:moveTo>
                  <a:pt x="0" y="0"/>
                </a:moveTo>
                <a:lnTo>
                  <a:pt x="334731" y="0"/>
                </a:lnTo>
                <a:lnTo>
                  <a:pt x="334731" y="334731"/>
                </a:lnTo>
                <a:lnTo>
                  <a:pt x="0" y="334731"/>
                </a:lnTo>
                <a:lnTo>
                  <a:pt x="0" y="0"/>
                </a:lnTo>
                <a:close/>
              </a:path>
            </a:pathLst>
          </a:custGeom>
          <a:blipFill>
            <a:blip r:embed="rId3">
              <a:extLst>
                <a:ext uri="{96DAC541-7B7A-43D3-8B79-37D633B846F1}">
                  <asvg:svgBlip xmlns:asvg="http://schemas.microsoft.com/office/drawing/2016/SVG/main" r:embed="rId4"/>
                </a:ext>
              </a:extLst>
            </a:blip>
            <a:stretch>
              <a:fillRect l="0" t="0" r="0" b="0"/>
            </a:stretch>
          </a:blipFill>
        </p:spPr>
      </p:sp>
      <p:grpSp>
        <p:nvGrpSpPr>
          <p:cNvPr name="Group 16" id="16"/>
          <p:cNvGrpSpPr/>
          <p:nvPr/>
        </p:nvGrpSpPr>
        <p:grpSpPr>
          <a:xfrm rot="0">
            <a:off x="10472784" y="6346709"/>
            <a:ext cx="5384961" cy="2252671"/>
            <a:chOff x="0" y="0"/>
            <a:chExt cx="7179948" cy="3003561"/>
          </a:xfrm>
        </p:grpSpPr>
        <p:grpSp>
          <p:nvGrpSpPr>
            <p:cNvPr name="Group 17" id="17"/>
            <p:cNvGrpSpPr/>
            <p:nvPr/>
          </p:nvGrpSpPr>
          <p:grpSpPr>
            <a:xfrm rot="0">
              <a:off x="0" y="0"/>
              <a:ext cx="7179948" cy="3003561"/>
              <a:chOff x="0" y="0"/>
              <a:chExt cx="1418261" cy="593296"/>
            </a:xfrm>
          </p:grpSpPr>
          <p:sp>
            <p:nvSpPr>
              <p:cNvPr name="Freeform 18" id="18"/>
              <p:cNvSpPr/>
              <p:nvPr/>
            </p:nvSpPr>
            <p:spPr>
              <a:xfrm flipH="false" flipV="false" rot="0">
                <a:off x="0" y="0"/>
                <a:ext cx="1418261" cy="593296"/>
              </a:xfrm>
              <a:custGeom>
                <a:avLst/>
                <a:gdLst/>
                <a:ahLst/>
                <a:cxnLst/>
                <a:rect r="r" b="b" t="t" l="l"/>
                <a:pathLst>
                  <a:path h="593296" w="1418261">
                    <a:moveTo>
                      <a:pt x="21565" y="0"/>
                    </a:moveTo>
                    <a:lnTo>
                      <a:pt x="1396696" y="0"/>
                    </a:lnTo>
                    <a:cubicBezTo>
                      <a:pt x="1408606" y="0"/>
                      <a:pt x="1418261" y="9655"/>
                      <a:pt x="1418261" y="21565"/>
                    </a:cubicBezTo>
                    <a:lnTo>
                      <a:pt x="1418261" y="571731"/>
                    </a:lnTo>
                    <a:cubicBezTo>
                      <a:pt x="1418261" y="577450"/>
                      <a:pt x="1415989" y="582935"/>
                      <a:pt x="1411945" y="586980"/>
                    </a:cubicBezTo>
                    <a:cubicBezTo>
                      <a:pt x="1407901" y="591024"/>
                      <a:pt x="1402415" y="593296"/>
                      <a:pt x="1396696" y="593296"/>
                    </a:cubicBezTo>
                    <a:lnTo>
                      <a:pt x="21565" y="593296"/>
                    </a:lnTo>
                    <a:cubicBezTo>
                      <a:pt x="9655" y="593296"/>
                      <a:pt x="0" y="583641"/>
                      <a:pt x="0" y="571731"/>
                    </a:cubicBezTo>
                    <a:lnTo>
                      <a:pt x="0" y="21565"/>
                    </a:lnTo>
                    <a:cubicBezTo>
                      <a:pt x="0" y="9655"/>
                      <a:pt x="9655" y="0"/>
                      <a:pt x="21565" y="0"/>
                    </a:cubicBezTo>
                    <a:close/>
                  </a:path>
                </a:pathLst>
              </a:custGeom>
              <a:solidFill>
                <a:srgbClr val="EAEAEA"/>
              </a:solidFill>
              <a:ln cap="sq">
                <a:noFill/>
                <a:prstDash val="solid"/>
                <a:miter/>
              </a:ln>
            </p:spPr>
          </p:sp>
          <p:sp>
            <p:nvSpPr>
              <p:cNvPr name="TextBox 19" id="19"/>
              <p:cNvSpPr txBox="true"/>
              <p:nvPr/>
            </p:nvSpPr>
            <p:spPr>
              <a:xfrm>
                <a:off x="0" y="19050"/>
                <a:ext cx="1418261" cy="574246"/>
              </a:xfrm>
              <a:prstGeom prst="rect">
                <a:avLst/>
              </a:prstGeom>
            </p:spPr>
            <p:txBody>
              <a:bodyPr anchor="ctr" rtlCol="false" tIns="50800" lIns="50800" bIns="50800" rIns="50800"/>
              <a:lstStyle/>
              <a:p>
                <a:pPr algn="ctr">
                  <a:lnSpc>
                    <a:spcPts val="2743"/>
                  </a:lnSpc>
                </a:pPr>
              </a:p>
            </p:txBody>
          </p:sp>
        </p:grpSp>
        <p:sp>
          <p:nvSpPr>
            <p:cNvPr name="Freeform 20" id="20"/>
            <p:cNvSpPr/>
            <p:nvPr/>
          </p:nvSpPr>
          <p:spPr>
            <a:xfrm flipH="false" flipV="false" rot="0">
              <a:off x="741639" y="709385"/>
              <a:ext cx="189653" cy="144610"/>
            </a:xfrm>
            <a:custGeom>
              <a:avLst/>
              <a:gdLst/>
              <a:ahLst/>
              <a:cxnLst/>
              <a:rect r="r" b="b" t="t" l="l"/>
              <a:pathLst>
                <a:path h="144610" w="189653">
                  <a:moveTo>
                    <a:pt x="0" y="0"/>
                  </a:moveTo>
                  <a:lnTo>
                    <a:pt x="189653" y="0"/>
                  </a:lnTo>
                  <a:lnTo>
                    <a:pt x="189653" y="144610"/>
                  </a:lnTo>
                  <a:lnTo>
                    <a:pt x="0" y="144610"/>
                  </a:lnTo>
                  <a:lnTo>
                    <a:pt x="0" y="0"/>
                  </a:lnTo>
                  <a:close/>
                </a:path>
              </a:pathLst>
            </a:custGeom>
            <a:blipFill>
              <a:blip r:embed="rId5">
                <a:extLst>
                  <a:ext uri="{96DAC541-7B7A-43D3-8B79-37D633B846F1}">
                    <asvg:svgBlip xmlns:asvg="http://schemas.microsoft.com/office/drawing/2016/SVG/main" r:embed="rId6"/>
                  </a:ext>
                </a:extLst>
              </a:blip>
              <a:stretch>
                <a:fillRect l="0" t="0" r="0" b="0"/>
              </a:stretch>
            </a:blipFill>
          </p:spPr>
        </p:sp>
        <p:sp>
          <p:nvSpPr>
            <p:cNvPr name="TextBox 21" id="21"/>
            <p:cNvSpPr txBox="true"/>
            <p:nvPr/>
          </p:nvSpPr>
          <p:spPr>
            <a:xfrm rot="0">
              <a:off x="1045128" y="502290"/>
              <a:ext cx="6134820" cy="482600"/>
            </a:xfrm>
            <a:prstGeom prst="rect">
              <a:avLst/>
            </a:prstGeom>
          </p:spPr>
          <p:txBody>
            <a:bodyPr anchor="t" rtlCol="false" tIns="0" lIns="0" bIns="0" rIns="0">
              <a:spAutoFit/>
            </a:bodyPr>
            <a:lstStyle/>
            <a:p>
              <a:pPr algn="l" marL="0" indent="0" lvl="0">
                <a:lnSpc>
                  <a:spcPts val="3000"/>
                </a:lnSpc>
                <a:spcBef>
                  <a:spcPct val="0"/>
                </a:spcBef>
              </a:pPr>
              <a:r>
                <a:rPr lang="en-US" b="true" sz="2000" spc="-40" strike="noStrike" u="none">
                  <a:solidFill>
                    <a:srgbClr val="333333">
                      <a:alpha val="89804"/>
                    </a:srgbClr>
                  </a:solidFill>
                  <a:latin typeface="프리젠테이션 Bold"/>
                  <a:ea typeface="프리젠테이션 Bold"/>
                  <a:cs typeface="프리젠테이션 Bold"/>
                  <a:sym typeface="프리젠테이션 Bold"/>
                </a:rPr>
                <a:t>모르는 부분은 AI가 추측</a:t>
              </a:r>
            </a:p>
          </p:txBody>
        </p:sp>
        <p:sp>
          <p:nvSpPr>
            <p:cNvPr name="Freeform 22" id="22"/>
            <p:cNvSpPr/>
            <p:nvPr/>
          </p:nvSpPr>
          <p:spPr>
            <a:xfrm flipH="false" flipV="false" rot="0">
              <a:off x="741639" y="1418045"/>
              <a:ext cx="189653" cy="144610"/>
            </a:xfrm>
            <a:custGeom>
              <a:avLst/>
              <a:gdLst/>
              <a:ahLst/>
              <a:cxnLst/>
              <a:rect r="r" b="b" t="t" l="l"/>
              <a:pathLst>
                <a:path h="144610" w="189653">
                  <a:moveTo>
                    <a:pt x="0" y="0"/>
                  </a:moveTo>
                  <a:lnTo>
                    <a:pt x="189653" y="0"/>
                  </a:lnTo>
                  <a:lnTo>
                    <a:pt x="189653" y="144611"/>
                  </a:lnTo>
                  <a:lnTo>
                    <a:pt x="0" y="144611"/>
                  </a:lnTo>
                  <a:lnTo>
                    <a:pt x="0" y="0"/>
                  </a:lnTo>
                  <a:close/>
                </a:path>
              </a:pathLst>
            </a:custGeom>
            <a:blipFill>
              <a:blip r:embed="rId5">
                <a:extLst>
                  <a:ext uri="{96DAC541-7B7A-43D3-8B79-37D633B846F1}">
                    <asvg:svgBlip xmlns:asvg="http://schemas.microsoft.com/office/drawing/2016/SVG/main" r:embed="rId6"/>
                  </a:ext>
                </a:extLst>
              </a:blip>
              <a:stretch>
                <a:fillRect l="0" t="0" r="0" b="0"/>
              </a:stretch>
            </a:blipFill>
          </p:spPr>
        </p:sp>
        <p:sp>
          <p:nvSpPr>
            <p:cNvPr name="TextBox 23" id="23"/>
            <p:cNvSpPr txBox="true"/>
            <p:nvPr/>
          </p:nvSpPr>
          <p:spPr>
            <a:xfrm rot="0">
              <a:off x="1045128" y="1210950"/>
              <a:ext cx="6134820" cy="482600"/>
            </a:xfrm>
            <a:prstGeom prst="rect">
              <a:avLst/>
            </a:prstGeom>
          </p:spPr>
          <p:txBody>
            <a:bodyPr anchor="t" rtlCol="false" tIns="0" lIns="0" bIns="0" rIns="0">
              <a:spAutoFit/>
            </a:bodyPr>
            <a:lstStyle/>
            <a:p>
              <a:pPr algn="l" marL="0" indent="0" lvl="0">
                <a:lnSpc>
                  <a:spcPts val="3000"/>
                </a:lnSpc>
                <a:spcBef>
                  <a:spcPct val="0"/>
                </a:spcBef>
              </a:pPr>
              <a:r>
                <a:rPr lang="en-US" b="true" sz="2000" spc="-40" strike="noStrike" u="none">
                  <a:solidFill>
                    <a:srgbClr val="333333">
                      <a:alpha val="89804"/>
                    </a:srgbClr>
                  </a:solidFill>
                  <a:latin typeface="프리젠테이션 Bold"/>
                  <a:ea typeface="프리젠테이션 Bold"/>
                  <a:cs typeface="프리젠테이션 Bold"/>
                  <a:sym typeface="프리젠테이션 Bold"/>
                </a:rPr>
                <a:t>핵심 환경부터 먼저 주기</a:t>
              </a:r>
            </a:p>
          </p:txBody>
        </p:sp>
        <p:sp>
          <p:nvSpPr>
            <p:cNvPr name="Freeform 24" id="24"/>
            <p:cNvSpPr/>
            <p:nvPr/>
          </p:nvSpPr>
          <p:spPr>
            <a:xfrm flipH="false" flipV="false" rot="0">
              <a:off x="741639" y="2126706"/>
              <a:ext cx="189653" cy="144610"/>
            </a:xfrm>
            <a:custGeom>
              <a:avLst/>
              <a:gdLst/>
              <a:ahLst/>
              <a:cxnLst/>
              <a:rect r="r" b="b" t="t" l="l"/>
              <a:pathLst>
                <a:path h="144610" w="189653">
                  <a:moveTo>
                    <a:pt x="0" y="0"/>
                  </a:moveTo>
                  <a:lnTo>
                    <a:pt x="189653" y="0"/>
                  </a:lnTo>
                  <a:lnTo>
                    <a:pt x="189653" y="144610"/>
                  </a:lnTo>
                  <a:lnTo>
                    <a:pt x="0" y="144610"/>
                  </a:lnTo>
                  <a:lnTo>
                    <a:pt x="0" y="0"/>
                  </a:lnTo>
                  <a:close/>
                </a:path>
              </a:pathLst>
            </a:custGeom>
            <a:blipFill>
              <a:blip r:embed="rId5">
                <a:extLst>
                  <a:ext uri="{96DAC541-7B7A-43D3-8B79-37D633B846F1}">
                    <asvg:svgBlip xmlns:asvg="http://schemas.microsoft.com/office/drawing/2016/SVG/main" r:embed="rId6"/>
                  </a:ext>
                </a:extLst>
              </a:blip>
              <a:stretch>
                <a:fillRect l="0" t="0" r="0" b="0"/>
              </a:stretch>
            </a:blipFill>
          </p:spPr>
        </p:sp>
        <p:sp>
          <p:nvSpPr>
            <p:cNvPr name="TextBox 25" id="25"/>
            <p:cNvSpPr txBox="true"/>
            <p:nvPr/>
          </p:nvSpPr>
          <p:spPr>
            <a:xfrm rot="0">
              <a:off x="1045128" y="1919611"/>
              <a:ext cx="6134820" cy="482600"/>
            </a:xfrm>
            <a:prstGeom prst="rect">
              <a:avLst/>
            </a:prstGeom>
          </p:spPr>
          <p:txBody>
            <a:bodyPr anchor="t" rtlCol="false" tIns="0" lIns="0" bIns="0" rIns="0">
              <a:spAutoFit/>
            </a:bodyPr>
            <a:lstStyle/>
            <a:p>
              <a:pPr algn="l" marL="0" indent="0" lvl="0">
                <a:lnSpc>
                  <a:spcPts val="3000"/>
                </a:lnSpc>
                <a:spcBef>
                  <a:spcPct val="0"/>
                </a:spcBef>
              </a:pPr>
              <a:r>
                <a:rPr lang="en-US" b="true" sz="2000" spc="-40" strike="noStrike" u="none">
                  <a:solidFill>
                    <a:srgbClr val="333333">
                      <a:alpha val="89804"/>
                    </a:srgbClr>
                  </a:solidFill>
                  <a:latin typeface="프리젠테이션 Bold"/>
                  <a:ea typeface="프리젠테이션 Bold"/>
                  <a:cs typeface="프리젠테이션 Bold"/>
                  <a:sym typeface="프리젠테이션 Bold"/>
                </a:rPr>
                <a:t>많다고 좋은 건 아님 (토큰!)</a:t>
              </a:r>
            </a:p>
          </p:txBody>
        </p:sp>
      </p:grpSp>
      <p:grpSp>
        <p:nvGrpSpPr>
          <p:cNvPr name="Group 26" id="26"/>
          <p:cNvGrpSpPr/>
          <p:nvPr/>
        </p:nvGrpSpPr>
        <p:grpSpPr>
          <a:xfrm rot="0">
            <a:off x="10472784" y="2884234"/>
            <a:ext cx="3903318" cy="547878"/>
            <a:chOff x="0" y="0"/>
            <a:chExt cx="5204424" cy="730504"/>
          </a:xfrm>
        </p:grpSpPr>
        <p:sp>
          <p:nvSpPr>
            <p:cNvPr name="Freeform 27" id="27"/>
            <p:cNvSpPr/>
            <p:nvPr/>
          </p:nvSpPr>
          <p:spPr>
            <a:xfrm flipH="false" flipV="false" rot="0">
              <a:off x="0" y="192339"/>
              <a:ext cx="355986" cy="355986"/>
            </a:xfrm>
            <a:custGeom>
              <a:avLst/>
              <a:gdLst/>
              <a:ahLst/>
              <a:cxnLst/>
              <a:rect r="r" b="b" t="t" l="l"/>
              <a:pathLst>
                <a:path h="355986" w="355986">
                  <a:moveTo>
                    <a:pt x="0" y="0"/>
                  </a:moveTo>
                  <a:lnTo>
                    <a:pt x="355986" y="0"/>
                  </a:lnTo>
                  <a:lnTo>
                    <a:pt x="355986" y="355986"/>
                  </a:lnTo>
                  <a:lnTo>
                    <a:pt x="0" y="355986"/>
                  </a:lnTo>
                  <a:lnTo>
                    <a:pt x="0" y="0"/>
                  </a:lnTo>
                  <a:close/>
                </a:path>
              </a:pathLst>
            </a:custGeom>
            <a:blipFill>
              <a:blip r:embed="rId7">
                <a:extLst>
                  <a:ext uri="{96DAC541-7B7A-43D3-8B79-37D633B846F1}">
                    <asvg:svgBlip xmlns:asvg="http://schemas.microsoft.com/office/drawing/2016/SVG/main" r:embed="rId8"/>
                  </a:ext>
                </a:extLst>
              </a:blip>
              <a:stretch>
                <a:fillRect l="0" t="0" r="0" b="0"/>
              </a:stretch>
            </a:blipFill>
          </p:spPr>
        </p:sp>
        <p:sp>
          <p:nvSpPr>
            <p:cNvPr name="TextBox 28" id="28"/>
            <p:cNvSpPr txBox="true"/>
            <p:nvPr/>
          </p:nvSpPr>
          <p:spPr>
            <a:xfrm rot="0">
              <a:off x="500339" y="76200"/>
              <a:ext cx="4704085" cy="654304"/>
            </a:xfrm>
            <a:prstGeom prst="rect">
              <a:avLst/>
            </a:prstGeom>
          </p:spPr>
          <p:txBody>
            <a:bodyPr anchor="t" rtlCol="false" tIns="0" lIns="0" bIns="0" rIns="0">
              <a:spAutoFit/>
            </a:bodyPr>
            <a:lstStyle/>
            <a:p>
              <a:pPr algn="l" marL="0" indent="0" lvl="0">
                <a:lnSpc>
                  <a:spcPts val="3456"/>
                </a:lnSpc>
                <a:spcBef>
                  <a:spcPct val="0"/>
                </a:spcBef>
              </a:pPr>
              <a:r>
                <a:rPr lang="en-US" b="true" sz="3600" spc="-72" strike="noStrike" u="none">
                  <a:solidFill>
                    <a:srgbClr val="333333"/>
                  </a:solidFill>
                  <a:latin typeface="프리젠테이션 Bold"/>
                  <a:ea typeface="프리젠테이션 Bold"/>
                  <a:cs typeface="프리젠테이션 Bold"/>
                  <a:sym typeface="프리젠테이션 Bold"/>
                </a:rPr>
                <a:t>상황을 알려주기</a:t>
              </a:r>
            </a:p>
          </p:txBody>
        </p:sp>
      </p:grpSp>
      <p:sp>
        <p:nvSpPr>
          <p:cNvPr name="TextBox 29" id="29"/>
          <p:cNvSpPr txBox="true"/>
          <p:nvPr/>
        </p:nvSpPr>
        <p:spPr>
          <a:xfrm rot="0">
            <a:off x="1355167" y="696396"/>
            <a:ext cx="12295240" cy="685800"/>
          </a:xfrm>
          <a:prstGeom prst="rect">
            <a:avLst/>
          </a:prstGeom>
        </p:spPr>
        <p:txBody>
          <a:bodyPr anchor="t" rtlCol="false" tIns="0" lIns="0" bIns="0" rIns="0">
            <a:spAutoFit/>
          </a:bodyPr>
          <a:lstStyle/>
          <a:p>
            <a:pPr algn="l" marL="0" indent="0" lvl="0">
              <a:lnSpc>
                <a:spcPts val="5100"/>
              </a:lnSpc>
              <a:spcBef>
                <a:spcPct val="0"/>
              </a:spcBef>
            </a:pPr>
            <a:r>
              <a:rPr lang="en-US" b="true" sz="5000" spc="-100" strike="noStrike" u="none">
                <a:solidFill>
                  <a:srgbClr val="FFFFFF"/>
                </a:solidFill>
                <a:latin typeface="프리젠테이션 Bold"/>
                <a:ea typeface="프리젠테이션 Bold"/>
                <a:cs typeface="프리젠테이션 Bold"/>
                <a:sym typeface="프리젠테이션 Bold"/>
              </a:rPr>
              <a:t>[C] Context · 배경과 환경</a:t>
            </a:r>
          </a:p>
        </p:txBody>
      </p:sp>
      <p:sp>
        <p:nvSpPr>
          <p:cNvPr name="TextBox 30" id="30"/>
          <p:cNvSpPr txBox="true"/>
          <p:nvPr/>
        </p:nvSpPr>
        <p:spPr>
          <a:xfrm rot="0">
            <a:off x="10472784" y="3604117"/>
            <a:ext cx="7086813" cy="1365885"/>
          </a:xfrm>
          <a:prstGeom prst="rect">
            <a:avLst/>
          </a:prstGeom>
        </p:spPr>
        <p:txBody>
          <a:bodyPr anchor="t" rtlCol="false" tIns="0" lIns="0" bIns="0" rIns="0">
            <a:spAutoFit/>
          </a:bodyPr>
          <a:lstStyle/>
          <a:p>
            <a:pPr algn="l" marL="0" indent="0" lvl="0">
              <a:lnSpc>
                <a:spcPts val="3600"/>
              </a:lnSpc>
              <a:spcBef>
                <a:spcPct val="0"/>
              </a:spcBef>
            </a:pPr>
            <a:r>
              <a:rPr lang="en-US" b="true" sz="2400" spc="-48" strike="noStrike" u="none">
                <a:solidFill>
                  <a:srgbClr val="000000">
                    <a:alpha val="69804"/>
                  </a:srgbClr>
                </a:solidFill>
                <a:latin typeface="프리젠테이션 Bold"/>
                <a:ea typeface="프리젠테이션 Bold"/>
                <a:cs typeface="프리젠테이션 Bold"/>
                <a:sym typeface="프리젠테이션 Bold"/>
              </a:rPr>
              <a:t>① 역할: 누구의 관점으로?</a:t>
            </a:r>
          </a:p>
          <a:p>
            <a:pPr algn="l" marL="0" indent="0" lvl="0">
              <a:lnSpc>
                <a:spcPts val="3600"/>
              </a:lnSpc>
              <a:spcBef>
                <a:spcPct val="0"/>
              </a:spcBef>
            </a:pPr>
            <a:r>
              <a:rPr lang="en-US" b="true" sz="2400" spc="-48" strike="noStrike" u="none">
                <a:solidFill>
                  <a:srgbClr val="000000">
                    <a:alpha val="69804"/>
                  </a:srgbClr>
                </a:solidFill>
                <a:latin typeface="프리젠테이션 Bold"/>
                <a:ea typeface="프리젠테이션 Bold"/>
                <a:cs typeface="프리젠테이션 Bold"/>
                <a:sym typeface="프리젠테이션 Bold"/>
              </a:rPr>
              <a:t>② 현재 상태: 지금 무엇이 있나?</a:t>
            </a:r>
          </a:p>
          <a:p>
            <a:pPr algn="l" marL="0" indent="0" lvl="0">
              <a:lnSpc>
                <a:spcPts val="3600"/>
              </a:lnSpc>
              <a:spcBef>
                <a:spcPct val="0"/>
              </a:spcBef>
            </a:pPr>
            <a:r>
              <a:rPr lang="en-US" b="true" sz="2400" spc="-48" strike="noStrike" u="none">
                <a:solidFill>
                  <a:srgbClr val="000000">
                    <a:alpha val="69804"/>
                  </a:srgbClr>
                </a:solidFill>
                <a:latin typeface="프리젠테이션 Bold"/>
                <a:ea typeface="프리젠테이션 Bold"/>
                <a:cs typeface="프리젠테이션 Bold"/>
                <a:sym typeface="프리젠테이션 Bold"/>
              </a:rPr>
              <a:t>③ 제약: 꼭 지켜야 할 조건은?</a:t>
            </a:r>
          </a:p>
        </p:txBody>
      </p:sp>
      <p:sp>
        <p:nvSpPr>
          <p:cNvPr name="TextBox 31" id="31"/>
          <p:cNvSpPr txBox="true"/>
          <p:nvPr/>
        </p:nvSpPr>
        <p:spPr>
          <a:xfrm rot="0">
            <a:off x="14694520" y="1353621"/>
            <a:ext cx="2865076" cy="325120"/>
          </a:xfrm>
          <a:prstGeom prst="rect">
            <a:avLst/>
          </a:prstGeom>
        </p:spPr>
        <p:txBody>
          <a:bodyPr anchor="t" rtlCol="false" tIns="0" lIns="0" bIns="0" rIns="0">
            <a:spAutoFit/>
          </a:bodyPr>
          <a:lstStyle/>
          <a:p>
            <a:pPr algn="ctr" marL="0" indent="0" lvl="0">
              <a:lnSpc>
                <a:spcPts val="2540"/>
              </a:lnSpc>
              <a:spcBef>
                <a:spcPct val="0"/>
              </a:spcBef>
            </a:pPr>
            <a:r>
              <a:rPr lang="en-US" b="true" sz="2000" spc="122" strike="noStrike" u="none">
                <a:solidFill>
                  <a:srgbClr val="5170FF"/>
                </a:solidFill>
                <a:latin typeface="프리젠테이션 Bold"/>
                <a:ea typeface="프리젠테이션 Bold"/>
                <a:cs typeface="프리젠테이션 Bold"/>
                <a:sym typeface="프리젠테이션 Bold"/>
              </a:rPr>
              <a:t>해달 바이브코딩 기초반</a:t>
            </a:r>
          </a:p>
        </p:txBody>
      </p:sp>
      <p:grpSp>
        <p:nvGrpSpPr>
          <p:cNvPr name="Group 32" id="32"/>
          <p:cNvGrpSpPr/>
          <p:nvPr/>
        </p:nvGrpSpPr>
        <p:grpSpPr>
          <a:xfrm rot="0">
            <a:off x="1714500" y="2895600"/>
            <a:ext cx="8201025" cy="5695950"/>
            <a:chOff x="0" y="0"/>
            <a:chExt cx="10934700" cy="7594600"/>
          </a:xfrm>
        </p:grpSpPr>
        <p:sp>
          <p:nvSpPr>
            <p:cNvPr name="Freeform 33" id="33"/>
            <p:cNvSpPr/>
            <p:nvPr/>
          </p:nvSpPr>
          <p:spPr>
            <a:xfrm flipH="false" flipV="false" rot="0">
              <a:off x="0" y="0"/>
              <a:ext cx="10934700" cy="7594600"/>
            </a:xfrm>
            <a:custGeom>
              <a:avLst/>
              <a:gdLst/>
              <a:ahLst/>
              <a:cxnLst/>
              <a:rect r="r" b="b" t="t" l="l"/>
              <a:pathLst>
                <a:path h="7594600" w="10934700">
                  <a:moveTo>
                    <a:pt x="35401" y="0"/>
                  </a:moveTo>
                  <a:lnTo>
                    <a:pt x="10899299" y="0"/>
                  </a:lnTo>
                  <a:cubicBezTo>
                    <a:pt x="10918851" y="0"/>
                    <a:pt x="10934700" y="15849"/>
                    <a:pt x="10934700" y="35401"/>
                  </a:cubicBezTo>
                  <a:lnTo>
                    <a:pt x="10934700" y="7559199"/>
                  </a:lnTo>
                  <a:cubicBezTo>
                    <a:pt x="10934700" y="7578751"/>
                    <a:pt x="10918851" y="7594600"/>
                    <a:pt x="10899299" y="7594600"/>
                  </a:cubicBezTo>
                  <a:lnTo>
                    <a:pt x="35401" y="7594600"/>
                  </a:lnTo>
                  <a:cubicBezTo>
                    <a:pt x="15849" y="7594600"/>
                    <a:pt x="0" y="7578751"/>
                    <a:pt x="0" y="7559199"/>
                  </a:cubicBezTo>
                  <a:lnTo>
                    <a:pt x="0" y="35401"/>
                  </a:lnTo>
                  <a:cubicBezTo>
                    <a:pt x="0" y="15849"/>
                    <a:pt x="15849" y="0"/>
                    <a:pt x="35401" y="0"/>
                  </a:cubicBezTo>
                  <a:close/>
                </a:path>
              </a:pathLst>
            </a:custGeom>
            <a:solidFill>
              <a:srgbClr val="1E2233"/>
            </a:solidFill>
          </p:spPr>
        </p:sp>
        <p:sp>
          <p:nvSpPr>
            <p:cNvPr name="TextBox 34" id="34"/>
            <p:cNvSpPr txBox="true"/>
            <p:nvPr/>
          </p:nvSpPr>
          <p:spPr>
            <a:xfrm>
              <a:off x="0" y="-38100"/>
              <a:ext cx="10934700" cy="7632700"/>
            </a:xfrm>
            <a:prstGeom prst="rect">
              <a:avLst/>
            </a:prstGeom>
          </p:spPr>
          <p:txBody>
            <a:bodyPr anchor="ctr" rtlCol="false" tIns="50800" lIns="50800" bIns="50800" rIns="50800"/>
            <a:lstStyle/>
            <a:p>
              <a:pPr algn="l">
                <a:lnSpc>
                  <a:spcPts val="1679"/>
                </a:lnSpc>
              </a:pPr>
            </a:p>
          </p:txBody>
        </p:sp>
      </p:grpSp>
      <p:grpSp>
        <p:nvGrpSpPr>
          <p:cNvPr name="Group 35" id="35"/>
          <p:cNvGrpSpPr/>
          <p:nvPr/>
        </p:nvGrpSpPr>
        <p:grpSpPr>
          <a:xfrm rot="0">
            <a:off x="1714500" y="2895600"/>
            <a:ext cx="8201025" cy="609600"/>
            <a:chOff x="0" y="0"/>
            <a:chExt cx="10934700" cy="812800"/>
          </a:xfrm>
        </p:grpSpPr>
        <p:sp>
          <p:nvSpPr>
            <p:cNvPr name="Freeform 36" id="36"/>
            <p:cNvSpPr/>
            <p:nvPr/>
          </p:nvSpPr>
          <p:spPr>
            <a:xfrm flipH="false" flipV="false" rot="0">
              <a:off x="0" y="0"/>
              <a:ext cx="10934700" cy="812800"/>
            </a:xfrm>
            <a:custGeom>
              <a:avLst/>
              <a:gdLst/>
              <a:ahLst/>
              <a:cxnLst/>
              <a:rect r="r" b="b" t="t" l="l"/>
              <a:pathLst>
                <a:path h="812800" w="10934700">
                  <a:moveTo>
                    <a:pt x="35401" y="0"/>
                  </a:moveTo>
                  <a:lnTo>
                    <a:pt x="10899299" y="0"/>
                  </a:lnTo>
                  <a:cubicBezTo>
                    <a:pt x="10918851" y="0"/>
                    <a:pt x="10934700" y="15849"/>
                    <a:pt x="10934700" y="35401"/>
                  </a:cubicBezTo>
                  <a:lnTo>
                    <a:pt x="10934700" y="777399"/>
                  </a:lnTo>
                  <a:cubicBezTo>
                    <a:pt x="10934700" y="796951"/>
                    <a:pt x="10918851" y="812800"/>
                    <a:pt x="10899299" y="812800"/>
                  </a:cubicBezTo>
                  <a:lnTo>
                    <a:pt x="35401" y="812800"/>
                  </a:lnTo>
                  <a:cubicBezTo>
                    <a:pt x="15849" y="812800"/>
                    <a:pt x="0" y="796951"/>
                    <a:pt x="0" y="777399"/>
                  </a:cubicBezTo>
                  <a:lnTo>
                    <a:pt x="0" y="35401"/>
                  </a:lnTo>
                  <a:cubicBezTo>
                    <a:pt x="0" y="15849"/>
                    <a:pt x="15849" y="0"/>
                    <a:pt x="35401" y="0"/>
                  </a:cubicBezTo>
                  <a:close/>
                </a:path>
              </a:pathLst>
            </a:custGeom>
            <a:solidFill>
              <a:srgbClr val="2D3350"/>
            </a:solidFill>
          </p:spPr>
        </p:sp>
        <p:sp>
          <p:nvSpPr>
            <p:cNvPr name="TextBox 37" id="37"/>
            <p:cNvSpPr txBox="true"/>
            <p:nvPr/>
          </p:nvSpPr>
          <p:spPr>
            <a:xfrm>
              <a:off x="0" y="-38100"/>
              <a:ext cx="10934700" cy="850900"/>
            </a:xfrm>
            <a:prstGeom prst="rect">
              <a:avLst/>
            </a:prstGeom>
          </p:spPr>
          <p:txBody>
            <a:bodyPr anchor="ctr" rtlCol="false" tIns="50800" lIns="50800" bIns="50800" rIns="50800"/>
            <a:lstStyle/>
            <a:p>
              <a:pPr algn="l">
                <a:lnSpc>
                  <a:spcPts val="1679"/>
                </a:lnSpc>
              </a:pPr>
            </a:p>
          </p:txBody>
        </p:sp>
      </p:grpSp>
      <p:sp>
        <p:nvSpPr>
          <p:cNvPr name="TextBox 38" id="38"/>
          <p:cNvSpPr txBox="true"/>
          <p:nvPr/>
        </p:nvSpPr>
        <p:spPr>
          <a:xfrm rot="0">
            <a:off x="2047875" y="2971800"/>
            <a:ext cx="7429500" cy="350520"/>
          </a:xfrm>
          <a:prstGeom prst="rect">
            <a:avLst/>
          </a:prstGeom>
        </p:spPr>
        <p:txBody>
          <a:bodyPr anchor="t" rtlCol="false" tIns="0" lIns="0" bIns="0" rIns="0">
            <a:spAutoFit/>
          </a:bodyPr>
          <a:lstStyle/>
          <a:p>
            <a:pPr algn="l" marL="0" indent="0" lvl="0">
              <a:lnSpc>
                <a:spcPts val="2729"/>
              </a:lnSpc>
              <a:spcBef>
                <a:spcPct val="0"/>
              </a:spcBef>
            </a:pPr>
            <a:r>
              <a:rPr lang="en-US" b="true" sz="1950" strike="noStrike" u="none">
                <a:solidFill>
                  <a:srgbClr val="A9B8FF"/>
                </a:solidFill>
                <a:latin typeface="Arimo Bold"/>
                <a:ea typeface="Arimo Bold"/>
                <a:cs typeface="Arimo Bold"/>
                <a:sym typeface="Arimo Bold"/>
              </a:rPr>
              <a:t>💬 ✅ Context를 덧붙이기</a:t>
            </a:r>
          </a:p>
        </p:txBody>
      </p:sp>
      <p:sp>
        <p:nvSpPr>
          <p:cNvPr name="TextBox 39" id="39"/>
          <p:cNvSpPr txBox="true"/>
          <p:nvPr/>
        </p:nvSpPr>
        <p:spPr>
          <a:xfrm rot="0">
            <a:off x="2143125" y="3762375"/>
            <a:ext cx="7524750" cy="2966085"/>
          </a:xfrm>
          <a:prstGeom prst="rect">
            <a:avLst/>
          </a:prstGeom>
        </p:spPr>
        <p:txBody>
          <a:bodyPr anchor="t" rtlCol="false" tIns="0" lIns="0" bIns="0" rIns="0">
            <a:spAutoFit/>
          </a:bodyPr>
          <a:lstStyle/>
          <a:p>
            <a:pPr algn="l" marL="0" indent="0" lvl="0">
              <a:lnSpc>
                <a:spcPts val="2940"/>
              </a:lnSpc>
              <a:spcBef>
                <a:spcPct val="0"/>
              </a:spcBef>
            </a:pPr>
            <a:r>
              <a:rPr lang="en-US" sz="2100" strike="noStrike" u="none">
                <a:solidFill>
                  <a:srgbClr val="EEF1FF"/>
                </a:solidFill>
                <a:latin typeface="Arimo"/>
                <a:ea typeface="Arimo"/>
                <a:cs typeface="Arimo"/>
                <a:sym typeface="Arimo"/>
              </a:rPr>
              <a:t>✅ [Context]</a:t>
            </a:r>
          </a:p>
          <a:p>
            <a:pPr algn="l" marL="0" indent="0" lvl="0">
              <a:lnSpc>
                <a:spcPts val="2940"/>
              </a:lnSpc>
              <a:spcBef>
                <a:spcPct val="0"/>
              </a:spcBef>
            </a:pPr>
            <a:r>
              <a:rPr lang="en-US" sz="2100" strike="noStrike" u="none">
                <a:solidFill>
                  <a:srgbClr val="EEF1FF"/>
                </a:solidFill>
                <a:latin typeface="Arimo"/>
                <a:ea typeface="Arimo"/>
                <a:cs typeface="Arimo"/>
                <a:sym typeface="Arimo"/>
              </a:rPr>
              <a:t>너는 웹 디자이너야.</a:t>
            </a:r>
          </a:p>
          <a:p>
            <a:pPr algn="l" marL="0" indent="0" lvl="0">
              <a:lnSpc>
                <a:spcPts val="2940"/>
              </a:lnSpc>
              <a:spcBef>
                <a:spcPct val="0"/>
              </a:spcBef>
            </a:pPr>
            <a:r>
              <a:rPr lang="en-US" sz="2100" strike="noStrike" u="none">
                <a:solidFill>
                  <a:srgbClr val="EEF1FF"/>
                </a:solidFill>
                <a:latin typeface="Arimo"/>
                <a:ea typeface="Arimo"/>
                <a:cs typeface="Arimo"/>
                <a:sym typeface="Arimo"/>
              </a:rPr>
              <a:t>이 페이지는 HTML 파일 하나로 된</a:t>
            </a:r>
          </a:p>
          <a:p>
            <a:pPr algn="l" marL="0" indent="0" lvl="0">
              <a:lnSpc>
                <a:spcPts val="2940"/>
              </a:lnSpc>
              <a:spcBef>
                <a:spcPct val="0"/>
              </a:spcBef>
            </a:pPr>
            <a:r>
              <a:rPr lang="en-US" sz="2100" strike="noStrike" u="none">
                <a:solidFill>
                  <a:srgbClr val="EEF1FF"/>
                </a:solidFill>
                <a:latin typeface="Arimo"/>
                <a:ea typeface="Arimo"/>
                <a:cs typeface="Arimo"/>
                <a:sym typeface="Arimo"/>
              </a:rPr>
              <a:t>나의 자기소개 페이지야.</a:t>
            </a:r>
          </a:p>
          <a:p>
            <a:pPr algn="l" marL="0" indent="0" lvl="0">
              <a:lnSpc>
                <a:spcPts val="2940"/>
              </a:lnSpc>
              <a:spcBef>
                <a:spcPct val="0"/>
              </a:spcBef>
            </a:pPr>
            <a:r>
              <a:rPr lang="en-US" sz="2100" strike="noStrike" u="none">
                <a:solidFill>
                  <a:srgbClr val="EEF1FF"/>
                </a:solidFill>
                <a:latin typeface="Arimo"/>
                <a:ea typeface="Arimo"/>
                <a:cs typeface="Arimo"/>
                <a:sym typeface="Arimo"/>
              </a:rPr>
              <a:t>- 외부 라이브러리는 쓰지 마</a:t>
            </a:r>
          </a:p>
          <a:p>
            <a:pPr algn="l" marL="0" indent="0" lvl="0">
              <a:lnSpc>
                <a:spcPts val="2940"/>
              </a:lnSpc>
              <a:spcBef>
                <a:spcPct val="0"/>
              </a:spcBef>
            </a:pPr>
            <a:r>
              <a:rPr lang="en-US" sz="2100" strike="noStrike" u="none">
                <a:solidFill>
                  <a:srgbClr val="EEF1FF"/>
                </a:solidFill>
                <a:latin typeface="Arimo"/>
                <a:ea typeface="Arimo"/>
                <a:cs typeface="Arimo"/>
                <a:sym typeface="Arimo"/>
              </a:rPr>
              <a:t>- 기존 내용은 그대로 둬</a:t>
            </a:r>
          </a:p>
          <a:p>
            <a:pPr algn="l" marL="0" indent="0" lvl="0">
              <a:lnSpc>
                <a:spcPts val="2940"/>
              </a:lnSpc>
              <a:spcBef>
                <a:spcPct val="0"/>
              </a:spcBef>
            </a:pPr>
          </a:p>
          <a:p>
            <a:pPr algn="l" marL="0" indent="0" lvl="0">
              <a:lnSpc>
                <a:spcPts val="2940"/>
              </a:lnSpc>
              <a:spcBef>
                <a:spcPct val="0"/>
              </a:spcBef>
            </a:pPr>
            <a:r>
              <a:rPr lang="en-US" sz="2100" strike="noStrike" u="none">
                <a:solidFill>
                  <a:srgbClr val="EEF1FF"/>
                </a:solidFill>
                <a:latin typeface="Arimo"/>
                <a:ea typeface="Arimo"/>
                <a:cs typeface="Arimo"/>
                <a:sym typeface="Arimo"/>
              </a:rPr>
              <a:t>👉 역할 + 현재 상태 + 제약 조건</a:t>
            </a:r>
          </a:p>
        </p:txBody>
      </p:sp>
      <p:sp>
        <p:nvSpPr>
          <p:cNvPr name="TextBox 40" id="40"/>
          <p:cNvSpPr txBox="true"/>
          <p:nvPr/>
        </p:nvSpPr>
        <p:spPr>
          <a:xfrm rot="0">
            <a:off x="8382000" y="8899525"/>
            <a:ext cx="1524000" cy="358775"/>
          </a:xfrm>
          <a:prstGeom prst="rect">
            <a:avLst/>
          </a:prstGeom>
        </p:spPr>
        <p:txBody>
          <a:bodyPr anchor="t" rtlCol="false" tIns="0" lIns="0" bIns="0" rIns="0">
            <a:spAutoFit/>
          </a:bodyPr>
          <a:lstStyle/>
          <a:p>
            <a:pPr algn="ctr" marL="0" indent="0" lvl="0">
              <a:lnSpc>
                <a:spcPts val="2800"/>
              </a:lnSpc>
              <a:spcBef>
                <a:spcPct val="0"/>
              </a:spcBef>
            </a:pPr>
            <a:r>
              <a:rPr lang="en-US" b="true" sz="2000" strike="noStrike" u="none">
                <a:solidFill>
                  <a:srgbClr val="4165C1"/>
                </a:solidFill>
                <a:latin typeface="프리젠테이션 Bold"/>
                <a:ea typeface="프리젠테이션 Bold"/>
                <a:cs typeface="프리젠테이션 Bold"/>
                <a:sym typeface="프리젠테이션 Bold"/>
              </a:rPr>
              <a:t>- 23 -</a:t>
            </a:r>
          </a:p>
        </p:txBody>
      </p:sp>
    </p:spTree>
  </p:cSld>
  <p:clrMapOvr>
    <a:masterClrMapping/>
  </p:clrMapOvr>
</p:sld>
</file>

<file path=ppt/slides/slide24.xml><?xml version="1.0" encoding="utf-8"?>
<p:sld xmlns:p="http://schemas.openxmlformats.org/presentationml/2006/main" xmlns:a="http://schemas.openxmlformats.org/drawingml/2006/main" xmlns:r="http://schemas.openxmlformats.org/officeDocument/2006/relationships">
  <p:cSld>
    <p:bg>
      <p:bgPr>
        <a:solidFill>
          <a:srgbClr val="5170FF"/>
        </a:solidFill>
      </p:bgPr>
    </p:bg>
    <p:spTree>
      <p:nvGrpSpPr>
        <p:cNvPr id="1" name=""/>
        <p:cNvGrpSpPr/>
        <p:nvPr/>
      </p:nvGrpSpPr>
      <p:grpSpPr>
        <a:xfrm>
          <a:off x="0" y="0"/>
          <a:ext cx="0" cy="0"/>
          <a:chOff x="0" y="0"/>
          <a:chExt cx="0" cy="0"/>
        </a:xfrm>
      </p:grpSpPr>
      <p:grpSp>
        <p:nvGrpSpPr>
          <p:cNvPr name="Group 2" id="2"/>
          <p:cNvGrpSpPr/>
          <p:nvPr/>
        </p:nvGrpSpPr>
        <p:grpSpPr>
          <a:xfrm rot="0">
            <a:off x="534854" y="457200"/>
            <a:ext cx="17218292" cy="9294946"/>
            <a:chOff x="0" y="0"/>
            <a:chExt cx="22957723" cy="12393261"/>
          </a:xfrm>
        </p:grpSpPr>
        <p:grpSp>
          <p:nvGrpSpPr>
            <p:cNvPr name="Group 3" id="3"/>
            <p:cNvGrpSpPr/>
            <p:nvPr/>
          </p:nvGrpSpPr>
          <p:grpSpPr>
            <a:xfrm rot="0">
              <a:off x="0" y="1727243"/>
              <a:ext cx="22957723" cy="10666019"/>
              <a:chOff x="0" y="0"/>
              <a:chExt cx="4777465" cy="2219581"/>
            </a:xfrm>
          </p:grpSpPr>
          <p:sp>
            <p:nvSpPr>
              <p:cNvPr name="Freeform 4" id="4"/>
              <p:cNvSpPr/>
              <p:nvPr/>
            </p:nvSpPr>
            <p:spPr>
              <a:xfrm flipH="false" flipV="false" rot="0">
                <a:off x="0" y="0"/>
                <a:ext cx="4777465" cy="2219581"/>
              </a:xfrm>
              <a:custGeom>
                <a:avLst/>
                <a:gdLst/>
                <a:ahLst/>
                <a:cxnLst/>
                <a:rect r="r" b="b" t="t" l="l"/>
                <a:pathLst>
                  <a:path h="2219581" w="4777465">
                    <a:moveTo>
                      <a:pt x="22931" y="0"/>
                    </a:moveTo>
                    <a:lnTo>
                      <a:pt x="4754534" y="0"/>
                    </a:lnTo>
                    <a:cubicBezTo>
                      <a:pt x="4767199" y="0"/>
                      <a:pt x="4777465" y="10267"/>
                      <a:pt x="4777465" y="22931"/>
                    </a:cubicBezTo>
                    <a:lnTo>
                      <a:pt x="4777465" y="2196650"/>
                    </a:lnTo>
                    <a:cubicBezTo>
                      <a:pt x="4777465" y="2202732"/>
                      <a:pt x="4775049" y="2208564"/>
                      <a:pt x="4770749" y="2212865"/>
                    </a:cubicBezTo>
                    <a:cubicBezTo>
                      <a:pt x="4766449" y="2217165"/>
                      <a:pt x="4760616" y="2219581"/>
                      <a:pt x="4754534" y="2219581"/>
                    </a:cubicBezTo>
                    <a:lnTo>
                      <a:pt x="22931" y="2219581"/>
                    </a:lnTo>
                    <a:cubicBezTo>
                      <a:pt x="10267" y="2219581"/>
                      <a:pt x="0" y="2209315"/>
                      <a:pt x="0" y="2196650"/>
                    </a:cubicBezTo>
                    <a:lnTo>
                      <a:pt x="0" y="22931"/>
                    </a:lnTo>
                    <a:cubicBezTo>
                      <a:pt x="0" y="10267"/>
                      <a:pt x="10267" y="0"/>
                      <a:pt x="22931" y="0"/>
                    </a:cubicBezTo>
                    <a:close/>
                  </a:path>
                </a:pathLst>
              </a:custGeom>
              <a:solidFill>
                <a:srgbClr val="FFFFFF"/>
              </a:solidFill>
              <a:ln cap="rnd">
                <a:noFill/>
                <a:prstDash val="solid"/>
                <a:round/>
              </a:ln>
            </p:spPr>
          </p:sp>
          <p:sp>
            <p:nvSpPr>
              <p:cNvPr name="TextBox 5" id="5"/>
              <p:cNvSpPr txBox="true"/>
              <p:nvPr/>
            </p:nvSpPr>
            <p:spPr>
              <a:xfrm>
                <a:off x="0" y="-38100"/>
                <a:ext cx="4777465" cy="2257681"/>
              </a:xfrm>
              <a:prstGeom prst="rect">
                <a:avLst/>
              </a:prstGeom>
            </p:spPr>
            <p:txBody>
              <a:bodyPr anchor="ctr" rtlCol="false" tIns="48220" lIns="48220" bIns="48220" rIns="48220"/>
              <a:lstStyle/>
              <a:p>
                <a:pPr algn="ctr" marL="0" indent="0" lvl="0">
                  <a:lnSpc>
                    <a:spcPts val="1853"/>
                  </a:lnSpc>
                  <a:spcBef>
                    <a:spcPct val="0"/>
                  </a:spcBef>
                </a:pPr>
              </a:p>
              <a:p>
                <a:pPr algn="ctr" marL="0" indent="0" lvl="0">
                  <a:lnSpc>
                    <a:spcPts val="1853"/>
                  </a:lnSpc>
                  <a:spcBef>
                    <a:spcPct val="0"/>
                  </a:spcBef>
                </a:pPr>
              </a:p>
              <a:p>
                <a:pPr algn="ctr" marL="0" indent="0" lvl="0">
                  <a:lnSpc>
                    <a:spcPts val="1853"/>
                  </a:lnSpc>
                  <a:spcBef>
                    <a:spcPct val="0"/>
                  </a:spcBef>
                </a:pPr>
              </a:p>
            </p:txBody>
          </p:sp>
        </p:grpSp>
        <p:grpSp>
          <p:nvGrpSpPr>
            <p:cNvPr name="Group 6" id="6"/>
            <p:cNvGrpSpPr/>
            <p:nvPr/>
          </p:nvGrpSpPr>
          <p:grpSpPr>
            <a:xfrm rot="0">
              <a:off x="18499830" y="891712"/>
              <a:ext cx="4457893" cy="3397582"/>
              <a:chOff x="0" y="0"/>
              <a:chExt cx="927680" cy="707031"/>
            </a:xfrm>
          </p:grpSpPr>
          <p:sp>
            <p:nvSpPr>
              <p:cNvPr name="Freeform 7" id="7"/>
              <p:cNvSpPr/>
              <p:nvPr/>
            </p:nvSpPr>
            <p:spPr>
              <a:xfrm flipH="false" flipV="false" rot="0">
                <a:off x="0" y="0"/>
                <a:ext cx="927680" cy="707031"/>
              </a:xfrm>
              <a:custGeom>
                <a:avLst/>
                <a:gdLst/>
                <a:ahLst/>
                <a:cxnLst/>
                <a:rect r="r" b="b" t="t" l="l"/>
                <a:pathLst>
                  <a:path h="707031" w="927680">
                    <a:moveTo>
                      <a:pt x="118094" y="0"/>
                    </a:moveTo>
                    <a:lnTo>
                      <a:pt x="809586" y="0"/>
                    </a:lnTo>
                    <a:cubicBezTo>
                      <a:pt x="874808" y="0"/>
                      <a:pt x="927680" y="52872"/>
                      <a:pt x="927680" y="118094"/>
                    </a:cubicBezTo>
                    <a:lnTo>
                      <a:pt x="927680" y="588937"/>
                    </a:lnTo>
                    <a:cubicBezTo>
                      <a:pt x="927680" y="654159"/>
                      <a:pt x="874808" y="707031"/>
                      <a:pt x="809586" y="707031"/>
                    </a:cubicBezTo>
                    <a:lnTo>
                      <a:pt x="118094" y="707031"/>
                    </a:lnTo>
                    <a:cubicBezTo>
                      <a:pt x="52872" y="707031"/>
                      <a:pt x="0" y="654159"/>
                      <a:pt x="0" y="588937"/>
                    </a:cubicBezTo>
                    <a:lnTo>
                      <a:pt x="0" y="118094"/>
                    </a:lnTo>
                    <a:cubicBezTo>
                      <a:pt x="0" y="52872"/>
                      <a:pt x="52872" y="0"/>
                      <a:pt x="118094" y="0"/>
                    </a:cubicBezTo>
                    <a:close/>
                  </a:path>
                </a:pathLst>
              </a:custGeom>
              <a:solidFill>
                <a:srgbClr val="FFFFFF"/>
              </a:solidFill>
              <a:ln cap="rnd">
                <a:noFill/>
                <a:prstDash val="solid"/>
                <a:round/>
              </a:ln>
            </p:spPr>
          </p:sp>
          <p:sp>
            <p:nvSpPr>
              <p:cNvPr name="TextBox 8" id="8"/>
              <p:cNvSpPr txBox="true"/>
              <p:nvPr/>
            </p:nvSpPr>
            <p:spPr>
              <a:xfrm>
                <a:off x="0" y="-38100"/>
                <a:ext cx="927680" cy="745131"/>
              </a:xfrm>
              <a:prstGeom prst="rect">
                <a:avLst/>
              </a:prstGeom>
            </p:spPr>
            <p:txBody>
              <a:bodyPr anchor="ctr" rtlCol="false" tIns="48220" lIns="48220" bIns="48220" rIns="48220"/>
              <a:lstStyle/>
              <a:p>
                <a:pPr algn="ctr" marL="0" indent="0" lvl="0">
                  <a:lnSpc>
                    <a:spcPts val="1853"/>
                  </a:lnSpc>
                  <a:spcBef>
                    <a:spcPct val="0"/>
                  </a:spcBef>
                </a:pPr>
              </a:p>
              <a:p>
                <a:pPr algn="ctr" marL="0" indent="0" lvl="0">
                  <a:lnSpc>
                    <a:spcPts val="1853"/>
                  </a:lnSpc>
                  <a:spcBef>
                    <a:spcPct val="0"/>
                  </a:spcBef>
                </a:pPr>
              </a:p>
              <a:p>
                <a:pPr algn="ctr" marL="0" indent="0" lvl="0">
                  <a:lnSpc>
                    <a:spcPts val="1853"/>
                  </a:lnSpc>
                  <a:spcBef>
                    <a:spcPct val="0"/>
                  </a:spcBef>
                </a:pPr>
              </a:p>
            </p:txBody>
          </p:sp>
        </p:grpSp>
        <p:grpSp>
          <p:nvGrpSpPr>
            <p:cNvPr name="Group 9" id="9"/>
            <p:cNvGrpSpPr/>
            <p:nvPr/>
          </p:nvGrpSpPr>
          <p:grpSpPr>
            <a:xfrm rot="0">
              <a:off x="18064463" y="1334482"/>
              <a:ext cx="2392010" cy="1865053"/>
              <a:chOff x="0" y="0"/>
              <a:chExt cx="497773" cy="388115"/>
            </a:xfrm>
          </p:grpSpPr>
          <p:sp>
            <p:nvSpPr>
              <p:cNvPr name="Freeform 10" id="10"/>
              <p:cNvSpPr/>
              <p:nvPr/>
            </p:nvSpPr>
            <p:spPr>
              <a:xfrm flipH="false" flipV="false" rot="0">
                <a:off x="0" y="0"/>
                <a:ext cx="497773" cy="388115"/>
              </a:xfrm>
              <a:custGeom>
                <a:avLst/>
                <a:gdLst/>
                <a:ahLst/>
                <a:cxnLst/>
                <a:rect r="r" b="b" t="t" l="l"/>
                <a:pathLst>
                  <a:path h="388115" w="497773">
                    <a:moveTo>
                      <a:pt x="0" y="0"/>
                    </a:moveTo>
                    <a:lnTo>
                      <a:pt x="497773" y="0"/>
                    </a:lnTo>
                    <a:lnTo>
                      <a:pt x="497773" y="388115"/>
                    </a:lnTo>
                    <a:lnTo>
                      <a:pt x="0" y="388115"/>
                    </a:lnTo>
                    <a:close/>
                  </a:path>
                </a:pathLst>
              </a:custGeom>
              <a:solidFill>
                <a:srgbClr val="FFFFFF"/>
              </a:solidFill>
              <a:ln cap="sq">
                <a:noFill/>
                <a:prstDash val="solid"/>
                <a:miter/>
              </a:ln>
            </p:spPr>
          </p:sp>
          <p:sp>
            <p:nvSpPr>
              <p:cNvPr name="TextBox 11" id="11"/>
              <p:cNvSpPr txBox="true"/>
              <p:nvPr/>
            </p:nvSpPr>
            <p:spPr>
              <a:xfrm>
                <a:off x="0" y="-38100"/>
                <a:ext cx="497773" cy="426215"/>
              </a:xfrm>
              <a:prstGeom prst="rect">
                <a:avLst/>
              </a:prstGeom>
            </p:spPr>
            <p:txBody>
              <a:bodyPr anchor="ctr" rtlCol="false" tIns="48220" lIns="48220" bIns="48220" rIns="48220"/>
              <a:lstStyle/>
              <a:p>
                <a:pPr algn="ctr" marL="0" indent="0" lvl="0">
                  <a:lnSpc>
                    <a:spcPts val="1853"/>
                  </a:lnSpc>
                  <a:spcBef>
                    <a:spcPct val="0"/>
                  </a:spcBef>
                </a:pPr>
              </a:p>
              <a:p>
                <a:pPr algn="ctr" marL="0" indent="0" lvl="0">
                  <a:lnSpc>
                    <a:spcPts val="1853"/>
                  </a:lnSpc>
                  <a:spcBef>
                    <a:spcPct val="0"/>
                  </a:spcBef>
                </a:pPr>
              </a:p>
              <a:p>
                <a:pPr algn="ctr" marL="0" indent="0" lvl="0">
                  <a:lnSpc>
                    <a:spcPts val="1853"/>
                  </a:lnSpc>
                  <a:spcBef>
                    <a:spcPct val="0"/>
                  </a:spcBef>
                </a:pPr>
              </a:p>
            </p:txBody>
          </p:sp>
        </p:grpSp>
        <p:grpSp>
          <p:nvGrpSpPr>
            <p:cNvPr name="Group 12" id="12"/>
            <p:cNvGrpSpPr/>
            <p:nvPr/>
          </p:nvGrpSpPr>
          <p:grpSpPr>
            <a:xfrm rot="0">
              <a:off x="16059231" y="0"/>
              <a:ext cx="2504831" cy="1727243"/>
              <a:chOff x="0" y="0"/>
              <a:chExt cx="521251" cy="359436"/>
            </a:xfrm>
          </p:grpSpPr>
          <p:sp>
            <p:nvSpPr>
              <p:cNvPr name="Freeform 13" id="13"/>
              <p:cNvSpPr/>
              <p:nvPr/>
            </p:nvSpPr>
            <p:spPr>
              <a:xfrm flipH="false" flipV="false" rot="0">
                <a:off x="0" y="0"/>
                <a:ext cx="521251" cy="359436"/>
              </a:xfrm>
              <a:custGeom>
                <a:avLst/>
                <a:gdLst/>
                <a:ahLst/>
                <a:cxnLst/>
                <a:rect r="r" b="b" t="t" l="l"/>
                <a:pathLst>
                  <a:path h="359436" w="521251">
                    <a:moveTo>
                      <a:pt x="179718" y="0"/>
                    </a:moveTo>
                    <a:lnTo>
                      <a:pt x="341533" y="0"/>
                    </a:lnTo>
                    <a:cubicBezTo>
                      <a:pt x="440789" y="0"/>
                      <a:pt x="521251" y="80463"/>
                      <a:pt x="521251" y="179718"/>
                    </a:cubicBezTo>
                    <a:lnTo>
                      <a:pt x="521251" y="179718"/>
                    </a:lnTo>
                    <a:cubicBezTo>
                      <a:pt x="521251" y="227382"/>
                      <a:pt x="502317" y="273094"/>
                      <a:pt x="468613" y="306798"/>
                    </a:cubicBezTo>
                    <a:cubicBezTo>
                      <a:pt x="434909" y="340502"/>
                      <a:pt x="389197" y="359436"/>
                      <a:pt x="341533" y="359436"/>
                    </a:cubicBezTo>
                    <a:lnTo>
                      <a:pt x="179718" y="359436"/>
                    </a:lnTo>
                    <a:cubicBezTo>
                      <a:pt x="132054" y="359436"/>
                      <a:pt x="86342" y="340502"/>
                      <a:pt x="52638" y="306798"/>
                    </a:cubicBezTo>
                    <a:cubicBezTo>
                      <a:pt x="18935" y="273094"/>
                      <a:pt x="0" y="227382"/>
                      <a:pt x="0" y="179718"/>
                    </a:cubicBezTo>
                    <a:lnTo>
                      <a:pt x="0" y="179718"/>
                    </a:lnTo>
                    <a:cubicBezTo>
                      <a:pt x="0" y="132054"/>
                      <a:pt x="18935" y="86342"/>
                      <a:pt x="52638" y="52638"/>
                    </a:cubicBezTo>
                    <a:cubicBezTo>
                      <a:pt x="86342" y="18935"/>
                      <a:pt x="132054" y="0"/>
                      <a:pt x="179718" y="0"/>
                    </a:cubicBezTo>
                    <a:close/>
                  </a:path>
                </a:pathLst>
              </a:custGeom>
              <a:solidFill>
                <a:srgbClr val="5170FF"/>
              </a:solidFill>
              <a:ln cap="rnd">
                <a:noFill/>
                <a:prstDash val="solid"/>
                <a:round/>
              </a:ln>
            </p:spPr>
          </p:sp>
          <p:sp>
            <p:nvSpPr>
              <p:cNvPr name="TextBox 14" id="14"/>
              <p:cNvSpPr txBox="true"/>
              <p:nvPr/>
            </p:nvSpPr>
            <p:spPr>
              <a:xfrm>
                <a:off x="0" y="-38100"/>
                <a:ext cx="521251" cy="397536"/>
              </a:xfrm>
              <a:prstGeom prst="rect">
                <a:avLst/>
              </a:prstGeom>
            </p:spPr>
            <p:txBody>
              <a:bodyPr anchor="ctr" rtlCol="false" tIns="48220" lIns="48220" bIns="48220" rIns="48220"/>
              <a:lstStyle/>
              <a:p>
                <a:pPr algn="ctr" marL="0" indent="0" lvl="0">
                  <a:lnSpc>
                    <a:spcPts val="1853"/>
                  </a:lnSpc>
                  <a:spcBef>
                    <a:spcPct val="0"/>
                  </a:spcBef>
                </a:pPr>
              </a:p>
              <a:p>
                <a:pPr algn="ctr" marL="0" indent="0" lvl="0">
                  <a:lnSpc>
                    <a:spcPts val="1853"/>
                  </a:lnSpc>
                  <a:spcBef>
                    <a:spcPct val="0"/>
                  </a:spcBef>
                </a:pPr>
              </a:p>
              <a:p>
                <a:pPr algn="ctr" marL="0" indent="0" lvl="0">
                  <a:lnSpc>
                    <a:spcPts val="1853"/>
                  </a:lnSpc>
                  <a:spcBef>
                    <a:spcPct val="0"/>
                  </a:spcBef>
                </a:pPr>
              </a:p>
            </p:txBody>
          </p:sp>
        </p:grpSp>
      </p:grpSp>
      <p:sp>
        <p:nvSpPr>
          <p:cNvPr name="Freeform 15" id="15"/>
          <p:cNvSpPr/>
          <p:nvPr/>
        </p:nvSpPr>
        <p:spPr>
          <a:xfrm flipH="false" flipV="false" rot="0">
            <a:off x="820604" y="843344"/>
            <a:ext cx="334731" cy="334731"/>
          </a:xfrm>
          <a:custGeom>
            <a:avLst/>
            <a:gdLst/>
            <a:ahLst/>
            <a:cxnLst/>
            <a:rect r="r" b="b" t="t" l="l"/>
            <a:pathLst>
              <a:path h="334731" w="334731">
                <a:moveTo>
                  <a:pt x="0" y="0"/>
                </a:moveTo>
                <a:lnTo>
                  <a:pt x="334731" y="0"/>
                </a:lnTo>
                <a:lnTo>
                  <a:pt x="334731" y="334731"/>
                </a:lnTo>
                <a:lnTo>
                  <a:pt x="0" y="334731"/>
                </a:lnTo>
                <a:lnTo>
                  <a:pt x="0" y="0"/>
                </a:lnTo>
                <a:close/>
              </a:path>
            </a:pathLst>
          </a:custGeom>
          <a:blipFill>
            <a:blip r:embed="rId3">
              <a:extLst>
                <a:ext uri="{96DAC541-7B7A-43D3-8B79-37D633B846F1}">
                  <asvg:svgBlip xmlns:asvg="http://schemas.microsoft.com/office/drawing/2016/SVG/main" r:embed="rId4"/>
                </a:ext>
              </a:extLst>
            </a:blip>
            <a:stretch>
              <a:fillRect l="0" t="0" r="0" b="0"/>
            </a:stretch>
          </a:blipFill>
        </p:spPr>
      </p:sp>
      <p:grpSp>
        <p:nvGrpSpPr>
          <p:cNvPr name="Group 16" id="16"/>
          <p:cNvGrpSpPr/>
          <p:nvPr/>
        </p:nvGrpSpPr>
        <p:grpSpPr>
          <a:xfrm rot="0">
            <a:off x="10472784" y="6346709"/>
            <a:ext cx="5384961" cy="2252671"/>
            <a:chOff x="0" y="0"/>
            <a:chExt cx="7179948" cy="3003561"/>
          </a:xfrm>
        </p:grpSpPr>
        <p:grpSp>
          <p:nvGrpSpPr>
            <p:cNvPr name="Group 17" id="17"/>
            <p:cNvGrpSpPr/>
            <p:nvPr/>
          </p:nvGrpSpPr>
          <p:grpSpPr>
            <a:xfrm rot="0">
              <a:off x="0" y="0"/>
              <a:ext cx="7179948" cy="3003561"/>
              <a:chOff x="0" y="0"/>
              <a:chExt cx="1418261" cy="593296"/>
            </a:xfrm>
          </p:grpSpPr>
          <p:sp>
            <p:nvSpPr>
              <p:cNvPr name="Freeform 18" id="18"/>
              <p:cNvSpPr/>
              <p:nvPr/>
            </p:nvSpPr>
            <p:spPr>
              <a:xfrm flipH="false" flipV="false" rot="0">
                <a:off x="0" y="0"/>
                <a:ext cx="1418261" cy="593296"/>
              </a:xfrm>
              <a:custGeom>
                <a:avLst/>
                <a:gdLst/>
                <a:ahLst/>
                <a:cxnLst/>
                <a:rect r="r" b="b" t="t" l="l"/>
                <a:pathLst>
                  <a:path h="593296" w="1418261">
                    <a:moveTo>
                      <a:pt x="21565" y="0"/>
                    </a:moveTo>
                    <a:lnTo>
                      <a:pt x="1396696" y="0"/>
                    </a:lnTo>
                    <a:cubicBezTo>
                      <a:pt x="1408606" y="0"/>
                      <a:pt x="1418261" y="9655"/>
                      <a:pt x="1418261" y="21565"/>
                    </a:cubicBezTo>
                    <a:lnTo>
                      <a:pt x="1418261" y="571731"/>
                    </a:lnTo>
                    <a:cubicBezTo>
                      <a:pt x="1418261" y="577450"/>
                      <a:pt x="1415989" y="582935"/>
                      <a:pt x="1411945" y="586980"/>
                    </a:cubicBezTo>
                    <a:cubicBezTo>
                      <a:pt x="1407901" y="591024"/>
                      <a:pt x="1402415" y="593296"/>
                      <a:pt x="1396696" y="593296"/>
                    </a:cubicBezTo>
                    <a:lnTo>
                      <a:pt x="21565" y="593296"/>
                    </a:lnTo>
                    <a:cubicBezTo>
                      <a:pt x="9655" y="593296"/>
                      <a:pt x="0" y="583641"/>
                      <a:pt x="0" y="571731"/>
                    </a:cubicBezTo>
                    <a:lnTo>
                      <a:pt x="0" y="21565"/>
                    </a:lnTo>
                    <a:cubicBezTo>
                      <a:pt x="0" y="9655"/>
                      <a:pt x="9655" y="0"/>
                      <a:pt x="21565" y="0"/>
                    </a:cubicBezTo>
                    <a:close/>
                  </a:path>
                </a:pathLst>
              </a:custGeom>
              <a:solidFill>
                <a:srgbClr val="EAEAEA"/>
              </a:solidFill>
              <a:ln cap="sq">
                <a:noFill/>
                <a:prstDash val="solid"/>
                <a:miter/>
              </a:ln>
            </p:spPr>
          </p:sp>
          <p:sp>
            <p:nvSpPr>
              <p:cNvPr name="TextBox 19" id="19"/>
              <p:cNvSpPr txBox="true"/>
              <p:nvPr/>
            </p:nvSpPr>
            <p:spPr>
              <a:xfrm>
                <a:off x="0" y="19050"/>
                <a:ext cx="1418261" cy="574246"/>
              </a:xfrm>
              <a:prstGeom prst="rect">
                <a:avLst/>
              </a:prstGeom>
            </p:spPr>
            <p:txBody>
              <a:bodyPr anchor="ctr" rtlCol="false" tIns="50800" lIns="50800" bIns="50800" rIns="50800"/>
              <a:lstStyle/>
              <a:p>
                <a:pPr algn="ctr">
                  <a:lnSpc>
                    <a:spcPts val="2743"/>
                  </a:lnSpc>
                </a:pPr>
              </a:p>
            </p:txBody>
          </p:sp>
        </p:grpSp>
        <p:sp>
          <p:nvSpPr>
            <p:cNvPr name="Freeform 20" id="20"/>
            <p:cNvSpPr/>
            <p:nvPr/>
          </p:nvSpPr>
          <p:spPr>
            <a:xfrm flipH="false" flipV="false" rot="0">
              <a:off x="741639" y="709385"/>
              <a:ext cx="189653" cy="144610"/>
            </a:xfrm>
            <a:custGeom>
              <a:avLst/>
              <a:gdLst/>
              <a:ahLst/>
              <a:cxnLst/>
              <a:rect r="r" b="b" t="t" l="l"/>
              <a:pathLst>
                <a:path h="144610" w="189653">
                  <a:moveTo>
                    <a:pt x="0" y="0"/>
                  </a:moveTo>
                  <a:lnTo>
                    <a:pt x="189653" y="0"/>
                  </a:lnTo>
                  <a:lnTo>
                    <a:pt x="189653" y="144610"/>
                  </a:lnTo>
                  <a:lnTo>
                    <a:pt x="0" y="144610"/>
                  </a:lnTo>
                  <a:lnTo>
                    <a:pt x="0" y="0"/>
                  </a:lnTo>
                  <a:close/>
                </a:path>
              </a:pathLst>
            </a:custGeom>
            <a:blipFill>
              <a:blip r:embed="rId5">
                <a:extLst>
                  <a:ext uri="{96DAC541-7B7A-43D3-8B79-37D633B846F1}">
                    <asvg:svgBlip xmlns:asvg="http://schemas.microsoft.com/office/drawing/2016/SVG/main" r:embed="rId6"/>
                  </a:ext>
                </a:extLst>
              </a:blip>
              <a:stretch>
                <a:fillRect l="0" t="0" r="0" b="0"/>
              </a:stretch>
            </a:blipFill>
          </p:spPr>
        </p:sp>
        <p:sp>
          <p:nvSpPr>
            <p:cNvPr name="TextBox 21" id="21"/>
            <p:cNvSpPr txBox="true"/>
            <p:nvPr/>
          </p:nvSpPr>
          <p:spPr>
            <a:xfrm rot="0">
              <a:off x="1045128" y="502290"/>
              <a:ext cx="6134820" cy="482600"/>
            </a:xfrm>
            <a:prstGeom prst="rect">
              <a:avLst/>
            </a:prstGeom>
          </p:spPr>
          <p:txBody>
            <a:bodyPr anchor="t" rtlCol="false" tIns="0" lIns="0" bIns="0" rIns="0">
              <a:spAutoFit/>
            </a:bodyPr>
            <a:lstStyle/>
            <a:p>
              <a:pPr algn="l" marL="0" indent="0" lvl="0">
                <a:lnSpc>
                  <a:spcPts val="3000"/>
                </a:lnSpc>
                <a:spcBef>
                  <a:spcPct val="0"/>
                </a:spcBef>
              </a:pPr>
              <a:r>
                <a:rPr lang="en-US" b="true" sz="2000" spc="-40" strike="noStrike" u="none">
                  <a:solidFill>
                    <a:srgbClr val="333333">
                      <a:alpha val="89804"/>
                    </a:srgbClr>
                  </a:solidFill>
                  <a:latin typeface="프리젠테이션 Bold"/>
                  <a:ea typeface="프리젠테이션 Bold"/>
                  <a:cs typeface="프리젠테이션 Bold"/>
                  <a:sym typeface="프리젠테이션 Bold"/>
                </a:rPr>
                <a:t>말보다 예시가 정확함</a:t>
              </a:r>
            </a:p>
          </p:txBody>
        </p:sp>
        <p:sp>
          <p:nvSpPr>
            <p:cNvPr name="Freeform 22" id="22"/>
            <p:cNvSpPr/>
            <p:nvPr/>
          </p:nvSpPr>
          <p:spPr>
            <a:xfrm flipH="false" flipV="false" rot="0">
              <a:off x="741639" y="1418045"/>
              <a:ext cx="189653" cy="144610"/>
            </a:xfrm>
            <a:custGeom>
              <a:avLst/>
              <a:gdLst/>
              <a:ahLst/>
              <a:cxnLst/>
              <a:rect r="r" b="b" t="t" l="l"/>
              <a:pathLst>
                <a:path h="144610" w="189653">
                  <a:moveTo>
                    <a:pt x="0" y="0"/>
                  </a:moveTo>
                  <a:lnTo>
                    <a:pt x="189653" y="0"/>
                  </a:lnTo>
                  <a:lnTo>
                    <a:pt x="189653" y="144611"/>
                  </a:lnTo>
                  <a:lnTo>
                    <a:pt x="0" y="144611"/>
                  </a:lnTo>
                  <a:lnTo>
                    <a:pt x="0" y="0"/>
                  </a:lnTo>
                  <a:close/>
                </a:path>
              </a:pathLst>
            </a:custGeom>
            <a:blipFill>
              <a:blip r:embed="rId5">
                <a:extLst>
                  <a:ext uri="{96DAC541-7B7A-43D3-8B79-37D633B846F1}">
                    <asvg:svgBlip xmlns:asvg="http://schemas.microsoft.com/office/drawing/2016/SVG/main" r:embed="rId6"/>
                  </a:ext>
                </a:extLst>
              </a:blip>
              <a:stretch>
                <a:fillRect l="0" t="0" r="0" b="0"/>
              </a:stretch>
            </a:blipFill>
          </p:spPr>
        </p:sp>
        <p:sp>
          <p:nvSpPr>
            <p:cNvPr name="TextBox 23" id="23"/>
            <p:cNvSpPr txBox="true"/>
            <p:nvPr/>
          </p:nvSpPr>
          <p:spPr>
            <a:xfrm rot="0">
              <a:off x="1045128" y="1210950"/>
              <a:ext cx="6134820" cy="482600"/>
            </a:xfrm>
            <a:prstGeom prst="rect">
              <a:avLst/>
            </a:prstGeom>
          </p:spPr>
          <p:txBody>
            <a:bodyPr anchor="t" rtlCol="false" tIns="0" lIns="0" bIns="0" rIns="0">
              <a:spAutoFit/>
            </a:bodyPr>
            <a:lstStyle/>
            <a:p>
              <a:pPr algn="l" marL="0" indent="0" lvl="0">
                <a:lnSpc>
                  <a:spcPts val="3000"/>
                </a:lnSpc>
                <a:spcBef>
                  <a:spcPct val="0"/>
                </a:spcBef>
              </a:pPr>
              <a:r>
                <a:rPr lang="en-US" b="true" sz="2000" spc="-40" strike="noStrike" u="none">
                  <a:solidFill>
                    <a:srgbClr val="333333">
                      <a:alpha val="89804"/>
                    </a:srgbClr>
                  </a:solidFill>
                  <a:latin typeface="프리젠테이션 Bold"/>
                  <a:ea typeface="프리젠테이션 Bold"/>
                  <a:cs typeface="프리젠테이션 Bold"/>
                  <a:sym typeface="프리젠테이션 Bold"/>
                </a:rPr>
                <a:t>페이지 전체가 통일된 느낌</a:t>
              </a:r>
            </a:p>
          </p:txBody>
        </p:sp>
        <p:sp>
          <p:nvSpPr>
            <p:cNvPr name="Freeform 24" id="24"/>
            <p:cNvSpPr/>
            <p:nvPr/>
          </p:nvSpPr>
          <p:spPr>
            <a:xfrm flipH="false" flipV="false" rot="0">
              <a:off x="741639" y="2126706"/>
              <a:ext cx="189653" cy="144610"/>
            </a:xfrm>
            <a:custGeom>
              <a:avLst/>
              <a:gdLst/>
              <a:ahLst/>
              <a:cxnLst/>
              <a:rect r="r" b="b" t="t" l="l"/>
              <a:pathLst>
                <a:path h="144610" w="189653">
                  <a:moveTo>
                    <a:pt x="0" y="0"/>
                  </a:moveTo>
                  <a:lnTo>
                    <a:pt x="189653" y="0"/>
                  </a:lnTo>
                  <a:lnTo>
                    <a:pt x="189653" y="144610"/>
                  </a:lnTo>
                  <a:lnTo>
                    <a:pt x="0" y="144610"/>
                  </a:lnTo>
                  <a:lnTo>
                    <a:pt x="0" y="0"/>
                  </a:lnTo>
                  <a:close/>
                </a:path>
              </a:pathLst>
            </a:custGeom>
            <a:blipFill>
              <a:blip r:embed="rId5">
                <a:extLst>
                  <a:ext uri="{96DAC541-7B7A-43D3-8B79-37D633B846F1}">
                    <asvg:svgBlip xmlns:asvg="http://schemas.microsoft.com/office/drawing/2016/SVG/main" r:embed="rId6"/>
                  </a:ext>
                </a:extLst>
              </a:blip>
              <a:stretch>
                <a:fillRect l="0" t="0" r="0" b="0"/>
              </a:stretch>
            </a:blipFill>
          </p:spPr>
        </p:sp>
        <p:sp>
          <p:nvSpPr>
            <p:cNvPr name="TextBox 25" id="25"/>
            <p:cNvSpPr txBox="true"/>
            <p:nvPr/>
          </p:nvSpPr>
          <p:spPr>
            <a:xfrm rot="0">
              <a:off x="1045128" y="1919611"/>
              <a:ext cx="6134820" cy="482600"/>
            </a:xfrm>
            <a:prstGeom prst="rect">
              <a:avLst/>
            </a:prstGeom>
          </p:spPr>
          <p:txBody>
            <a:bodyPr anchor="t" rtlCol="false" tIns="0" lIns="0" bIns="0" rIns="0">
              <a:spAutoFit/>
            </a:bodyPr>
            <a:lstStyle/>
            <a:p>
              <a:pPr algn="l" marL="0" indent="0" lvl="0">
                <a:lnSpc>
                  <a:spcPts val="3000"/>
                </a:lnSpc>
                <a:spcBef>
                  <a:spcPct val="0"/>
                </a:spcBef>
              </a:pPr>
              <a:r>
                <a:rPr lang="en-US" b="true" sz="2000" spc="-40" strike="noStrike" u="none">
                  <a:solidFill>
                    <a:srgbClr val="333333">
                      <a:alpha val="89804"/>
                    </a:srgbClr>
                  </a:solidFill>
                  <a:latin typeface="프리젠테이션 Bold"/>
                  <a:ea typeface="프리젠테이션 Bold"/>
                  <a:cs typeface="프리젠테이션 Bold"/>
                  <a:sym typeface="프리젠테이션 Bold"/>
                </a:rPr>
                <a:t>이미지(스케치)도 참조 가능</a:t>
              </a:r>
            </a:p>
          </p:txBody>
        </p:sp>
      </p:grpSp>
      <p:grpSp>
        <p:nvGrpSpPr>
          <p:cNvPr name="Group 26" id="26"/>
          <p:cNvGrpSpPr/>
          <p:nvPr/>
        </p:nvGrpSpPr>
        <p:grpSpPr>
          <a:xfrm rot="0">
            <a:off x="10472784" y="2884234"/>
            <a:ext cx="3903318" cy="547878"/>
            <a:chOff x="0" y="0"/>
            <a:chExt cx="5204424" cy="730504"/>
          </a:xfrm>
        </p:grpSpPr>
        <p:sp>
          <p:nvSpPr>
            <p:cNvPr name="Freeform 27" id="27"/>
            <p:cNvSpPr/>
            <p:nvPr/>
          </p:nvSpPr>
          <p:spPr>
            <a:xfrm flipH="false" flipV="false" rot="0">
              <a:off x="0" y="192339"/>
              <a:ext cx="355986" cy="355986"/>
            </a:xfrm>
            <a:custGeom>
              <a:avLst/>
              <a:gdLst/>
              <a:ahLst/>
              <a:cxnLst/>
              <a:rect r="r" b="b" t="t" l="l"/>
              <a:pathLst>
                <a:path h="355986" w="355986">
                  <a:moveTo>
                    <a:pt x="0" y="0"/>
                  </a:moveTo>
                  <a:lnTo>
                    <a:pt x="355986" y="0"/>
                  </a:lnTo>
                  <a:lnTo>
                    <a:pt x="355986" y="355986"/>
                  </a:lnTo>
                  <a:lnTo>
                    <a:pt x="0" y="355986"/>
                  </a:lnTo>
                  <a:lnTo>
                    <a:pt x="0" y="0"/>
                  </a:lnTo>
                  <a:close/>
                </a:path>
              </a:pathLst>
            </a:custGeom>
            <a:blipFill>
              <a:blip r:embed="rId7">
                <a:extLst>
                  <a:ext uri="{96DAC541-7B7A-43D3-8B79-37D633B846F1}">
                    <asvg:svgBlip xmlns:asvg="http://schemas.microsoft.com/office/drawing/2016/SVG/main" r:embed="rId8"/>
                  </a:ext>
                </a:extLst>
              </a:blip>
              <a:stretch>
                <a:fillRect l="0" t="0" r="0" b="0"/>
              </a:stretch>
            </a:blipFill>
          </p:spPr>
        </p:sp>
        <p:sp>
          <p:nvSpPr>
            <p:cNvPr name="TextBox 28" id="28"/>
            <p:cNvSpPr txBox="true"/>
            <p:nvPr/>
          </p:nvSpPr>
          <p:spPr>
            <a:xfrm rot="0">
              <a:off x="500339" y="76200"/>
              <a:ext cx="4704085" cy="654304"/>
            </a:xfrm>
            <a:prstGeom prst="rect">
              <a:avLst/>
            </a:prstGeom>
          </p:spPr>
          <p:txBody>
            <a:bodyPr anchor="t" rtlCol="false" tIns="0" lIns="0" bIns="0" rIns="0">
              <a:spAutoFit/>
            </a:bodyPr>
            <a:lstStyle/>
            <a:p>
              <a:pPr algn="l" marL="0" indent="0" lvl="0">
                <a:lnSpc>
                  <a:spcPts val="3456"/>
                </a:lnSpc>
                <a:spcBef>
                  <a:spcPct val="0"/>
                </a:spcBef>
              </a:pPr>
              <a:r>
                <a:rPr lang="en-US" b="true" sz="3600" spc="-72" strike="noStrike" u="none">
                  <a:solidFill>
                    <a:srgbClr val="333333"/>
                  </a:solidFill>
                  <a:latin typeface="프리젠테이션 Bold"/>
                  <a:ea typeface="프리젠테이션 Bold"/>
                  <a:cs typeface="프리젠테이션 Bold"/>
                  <a:sym typeface="프리젠테이션 Bold"/>
                </a:rPr>
                <a:t>예시로 보여주기</a:t>
              </a:r>
            </a:p>
          </p:txBody>
        </p:sp>
      </p:grpSp>
      <p:sp>
        <p:nvSpPr>
          <p:cNvPr name="TextBox 29" id="29"/>
          <p:cNvSpPr txBox="true"/>
          <p:nvPr/>
        </p:nvSpPr>
        <p:spPr>
          <a:xfrm rot="0">
            <a:off x="1355167" y="696396"/>
            <a:ext cx="12295240" cy="685800"/>
          </a:xfrm>
          <a:prstGeom prst="rect">
            <a:avLst/>
          </a:prstGeom>
        </p:spPr>
        <p:txBody>
          <a:bodyPr anchor="t" rtlCol="false" tIns="0" lIns="0" bIns="0" rIns="0">
            <a:spAutoFit/>
          </a:bodyPr>
          <a:lstStyle/>
          <a:p>
            <a:pPr algn="l" marL="0" indent="0" lvl="0">
              <a:lnSpc>
                <a:spcPts val="5100"/>
              </a:lnSpc>
              <a:spcBef>
                <a:spcPct val="0"/>
              </a:spcBef>
            </a:pPr>
            <a:r>
              <a:rPr lang="en-US" b="true" sz="5000" spc="-100" strike="noStrike" u="none">
                <a:solidFill>
                  <a:srgbClr val="FFFFFF"/>
                </a:solidFill>
                <a:latin typeface="프리젠테이션 Bold"/>
                <a:ea typeface="프리젠테이션 Bold"/>
                <a:cs typeface="프리젠테이션 Bold"/>
                <a:sym typeface="프리젠테이션 Bold"/>
              </a:rPr>
              <a:t>[R] Reference · 따라 할 예시</a:t>
            </a:r>
          </a:p>
        </p:txBody>
      </p:sp>
      <p:sp>
        <p:nvSpPr>
          <p:cNvPr name="TextBox 30" id="30"/>
          <p:cNvSpPr txBox="true"/>
          <p:nvPr/>
        </p:nvSpPr>
        <p:spPr>
          <a:xfrm rot="0">
            <a:off x="10472784" y="3604117"/>
            <a:ext cx="7086813" cy="1365885"/>
          </a:xfrm>
          <a:prstGeom prst="rect">
            <a:avLst/>
          </a:prstGeom>
        </p:spPr>
        <p:txBody>
          <a:bodyPr anchor="t" rtlCol="false" tIns="0" lIns="0" bIns="0" rIns="0">
            <a:spAutoFit/>
          </a:bodyPr>
          <a:lstStyle/>
          <a:p>
            <a:pPr algn="l" marL="0" indent="0" lvl="0">
              <a:lnSpc>
                <a:spcPts val="3600"/>
              </a:lnSpc>
              <a:spcBef>
                <a:spcPct val="0"/>
              </a:spcBef>
            </a:pPr>
            <a:r>
              <a:rPr lang="en-US" b="true" sz="2400" spc="-48" strike="noStrike" u="none">
                <a:solidFill>
                  <a:srgbClr val="000000">
                    <a:alpha val="69804"/>
                  </a:srgbClr>
                </a:solidFill>
                <a:latin typeface="프리젠테이션 Bold"/>
                <a:ea typeface="프리젠테이션 Bold"/>
                <a:cs typeface="프리젠테이션 Bold"/>
                <a:sym typeface="프리젠테이션 Bold"/>
              </a:rPr>
              <a:t>① 기존 부분의 스타일을 복제</a:t>
            </a:r>
          </a:p>
          <a:p>
            <a:pPr algn="l" marL="0" indent="0" lvl="0">
              <a:lnSpc>
                <a:spcPts val="3600"/>
              </a:lnSpc>
              <a:spcBef>
                <a:spcPct val="0"/>
              </a:spcBef>
            </a:pPr>
            <a:r>
              <a:rPr lang="en-US" b="true" sz="2400" spc="-48" strike="noStrike" u="none">
                <a:solidFill>
                  <a:srgbClr val="000000">
                    <a:alpha val="69804"/>
                  </a:srgbClr>
                </a:solidFill>
                <a:latin typeface="프리젠테이션 Bold"/>
                <a:ea typeface="프리젠테이션 Bold"/>
                <a:cs typeface="프리젠테이션 Bold"/>
                <a:sym typeface="프리젠테이션 Bold"/>
              </a:rPr>
              <a:t>② 원하는 모양을 예시로 제시</a:t>
            </a:r>
          </a:p>
          <a:p>
            <a:pPr algn="l" marL="0" indent="0" lvl="0">
              <a:lnSpc>
                <a:spcPts val="3600"/>
              </a:lnSpc>
              <a:spcBef>
                <a:spcPct val="0"/>
              </a:spcBef>
            </a:pPr>
            <a:r>
              <a:rPr lang="en-US" b="true" sz="2400" spc="-48" strike="noStrike" u="none">
                <a:solidFill>
                  <a:srgbClr val="000000">
                    <a:alpha val="69804"/>
                  </a:srgbClr>
                </a:solidFill>
                <a:latin typeface="프리젠테이션 Bold"/>
                <a:ea typeface="프리젠테이션 Bold"/>
                <a:cs typeface="프리젠테이션 Bold"/>
                <a:sym typeface="프리젠테이션 Bold"/>
              </a:rPr>
              <a:t>③ Few-shot의 응용!</a:t>
            </a:r>
          </a:p>
        </p:txBody>
      </p:sp>
      <p:sp>
        <p:nvSpPr>
          <p:cNvPr name="TextBox 31" id="31"/>
          <p:cNvSpPr txBox="true"/>
          <p:nvPr/>
        </p:nvSpPr>
        <p:spPr>
          <a:xfrm rot="0">
            <a:off x="14694520" y="1353621"/>
            <a:ext cx="2865076" cy="325120"/>
          </a:xfrm>
          <a:prstGeom prst="rect">
            <a:avLst/>
          </a:prstGeom>
        </p:spPr>
        <p:txBody>
          <a:bodyPr anchor="t" rtlCol="false" tIns="0" lIns="0" bIns="0" rIns="0">
            <a:spAutoFit/>
          </a:bodyPr>
          <a:lstStyle/>
          <a:p>
            <a:pPr algn="ctr" marL="0" indent="0" lvl="0">
              <a:lnSpc>
                <a:spcPts val="2540"/>
              </a:lnSpc>
              <a:spcBef>
                <a:spcPct val="0"/>
              </a:spcBef>
            </a:pPr>
            <a:r>
              <a:rPr lang="en-US" b="true" sz="2000" spc="122" strike="noStrike" u="none">
                <a:solidFill>
                  <a:srgbClr val="5170FF"/>
                </a:solidFill>
                <a:latin typeface="프리젠테이션 Bold"/>
                <a:ea typeface="프리젠테이션 Bold"/>
                <a:cs typeface="프리젠테이션 Bold"/>
                <a:sym typeface="프리젠테이션 Bold"/>
              </a:rPr>
              <a:t>해달 바이브코딩 기초반</a:t>
            </a:r>
          </a:p>
        </p:txBody>
      </p:sp>
      <p:grpSp>
        <p:nvGrpSpPr>
          <p:cNvPr name="Group 32" id="32"/>
          <p:cNvGrpSpPr/>
          <p:nvPr/>
        </p:nvGrpSpPr>
        <p:grpSpPr>
          <a:xfrm rot="0">
            <a:off x="1714500" y="2895600"/>
            <a:ext cx="8201025" cy="5695950"/>
            <a:chOff x="0" y="0"/>
            <a:chExt cx="10934700" cy="7594600"/>
          </a:xfrm>
        </p:grpSpPr>
        <p:sp>
          <p:nvSpPr>
            <p:cNvPr name="Freeform 33" id="33"/>
            <p:cNvSpPr/>
            <p:nvPr/>
          </p:nvSpPr>
          <p:spPr>
            <a:xfrm flipH="false" flipV="false" rot="0">
              <a:off x="0" y="0"/>
              <a:ext cx="10934700" cy="7594600"/>
            </a:xfrm>
            <a:custGeom>
              <a:avLst/>
              <a:gdLst/>
              <a:ahLst/>
              <a:cxnLst/>
              <a:rect r="r" b="b" t="t" l="l"/>
              <a:pathLst>
                <a:path h="7594600" w="10934700">
                  <a:moveTo>
                    <a:pt x="35401" y="0"/>
                  </a:moveTo>
                  <a:lnTo>
                    <a:pt x="10899299" y="0"/>
                  </a:lnTo>
                  <a:cubicBezTo>
                    <a:pt x="10918851" y="0"/>
                    <a:pt x="10934700" y="15849"/>
                    <a:pt x="10934700" y="35401"/>
                  </a:cubicBezTo>
                  <a:lnTo>
                    <a:pt x="10934700" y="7559199"/>
                  </a:lnTo>
                  <a:cubicBezTo>
                    <a:pt x="10934700" y="7578751"/>
                    <a:pt x="10918851" y="7594600"/>
                    <a:pt x="10899299" y="7594600"/>
                  </a:cubicBezTo>
                  <a:lnTo>
                    <a:pt x="35401" y="7594600"/>
                  </a:lnTo>
                  <a:cubicBezTo>
                    <a:pt x="15849" y="7594600"/>
                    <a:pt x="0" y="7578751"/>
                    <a:pt x="0" y="7559199"/>
                  </a:cubicBezTo>
                  <a:lnTo>
                    <a:pt x="0" y="35401"/>
                  </a:lnTo>
                  <a:cubicBezTo>
                    <a:pt x="0" y="15849"/>
                    <a:pt x="15849" y="0"/>
                    <a:pt x="35401" y="0"/>
                  </a:cubicBezTo>
                  <a:close/>
                </a:path>
              </a:pathLst>
            </a:custGeom>
            <a:solidFill>
              <a:srgbClr val="1E2233"/>
            </a:solidFill>
          </p:spPr>
        </p:sp>
        <p:sp>
          <p:nvSpPr>
            <p:cNvPr name="TextBox 34" id="34"/>
            <p:cNvSpPr txBox="true"/>
            <p:nvPr/>
          </p:nvSpPr>
          <p:spPr>
            <a:xfrm>
              <a:off x="0" y="-38100"/>
              <a:ext cx="10934700" cy="7632700"/>
            </a:xfrm>
            <a:prstGeom prst="rect">
              <a:avLst/>
            </a:prstGeom>
          </p:spPr>
          <p:txBody>
            <a:bodyPr anchor="ctr" rtlCol="false" tIns="50800" lIns="50800" bIns="50800" rIns="50800"/>
            <a:lstStyle/>
            <a:p>
              <a:pPr algn="l">
                <a:lnSpc>
                  <a:spcPts val="1679"/>
                </a:lnSpc>
              </a:pPr>
            </a:p>
          </p:txBody>
        </p:sp>
      </p:grpSp>
      <p:grpSp>
        <p:nvGrpSpPr>
          <p:cNvPr name="Group 35" id="35"/>
          <p:cNvGrpSpPr/>
          <p:nvPr/>
        </p:nvGrpSpPr>
        <p:grpSpPr>
          <a:xfrm rot="0">
            <a:off x="1714500" y="2895600"/>
            <a:ext cx="8201025" cy="609600"/>
            <a:chOff x="0" y="0"/>
            <a:chExt cx="10934700" cy="812800"/>
          </a:xfrm>
        </p:grpSpPr>
        <p:sp>
          <p:nvSpPr>
            <p:cNvPr name="Freeform 36" id="36"/>
            <p:cNvSpPr/>
            <p:nvPr/>
          </p:nvSpPr>
          <p:spPr>
            <a:xfrm flipH="false" flipV="false" rot="0">
              <a:off x="0" y="0"/>
              <a:ext cx="10934700" cy="812800"/>
            </a:xfrm>
            <a:custGeom>
              <a:avLst/>
              <a:gdLst/>
              <a:ahLst/>
              <a:cxnLst/>
              <a:rect r="r" b="b" t="t" l="l"/>
              <a:pathLst>
                <a:path h="812800" w="10934700">
                  <a:moveTo>
                    <a:pt x="35401" y="0"/>
                  </a:moveTo>
                  <a:lnTo>
                    <a:pt x="10899299" y="0"/>
                  </a:lnTo>
                  <a:cubicBezTo>
                    <a:pt x="10918851" y="0"/>
                    <a:pt x="10934700" y="15849"/>
                    <a:pt x="10934700" y="35401"/>
                  </a:cubicBezTo>
                  <a:lnTo>
                    <a:pt x="10934700" y="777399"/>
                  </a:lnTo>
                  <a:cubicBezTo>
                    <a:pt x="10934700" y="796951"/>
                    <a:pt x="10918851" y="812800"/>
                    <a:pt x="10899299" y="812800"/>
                  </a:cubicBezTo>
                  <a:lnTo>
                    <a:pt x="35401" y="812800"/>
                  </a:lnTo>
                  <a:cubicBezTo>
                    <a:pt x="15849" y="812800"/>
                    <a:pt x="0" y="796951"/>
                    <a:pt x="0" y="777399"/>
                  </a:cubicBezTo>
                  <a:lnTo>
                    <a:pt x="0" y="35401"/>
                  </a:lnTo>
                  <a:cubicBezTo>
                    <a:pt x="0" y="15849"/>
                    <a:pt x="15849" y="0"/>
                    <a:pt x="35401" y="0"/>
                  </a:cubicBezTo>
                  <a:close/>
                </a:path>
              </a:pathLst>
            </a:custGeom>
            <a:solidFill>
              <a:srgbClr val="2D3350"/>
            </a:solidFill>
          </p:spPr>
        </p:sp>
        <p:sp>
          <p:nvSpPr>
            <p:cNvPr name="TextBox 37" id="37"/>
            <p:cNvSpPr txBox="true"/>
            <p:nvPr/>
          </p:nvSpPr>
          <p:spPr>
            <a:xfrm>
              <a:off x="0" y="-38100"/>
              <a:ext cx="10934700" cy="850900"/>
            </a:xfrm>
            <a:prstGeom prst="rect">
              <a:avLst/>
            </a:prstGeom>
          </p:spPr>
          <p:txBody>
            <a:bodyPr anchor="ctr" rtlCol="false" tIns="50800" lIns="50800" bIns="50800" rIns="50800"/>
            <a:lstStyle/>
            <a:p>
              <a:pPr algn="l">
                <a:lnSpc>
                  <a:spcPts val="1679"/>
                </a:lnSpc>
              </a:pPr>
            </a:p>
          </p:txBody>
        </p:sp>
      </p:grpSp>
      <p:sp>
        <p:nvSpPr>
          <p:cNvPr name="TextBox 38" id="38"/>
          <p:cNvSpPr txBox="true"/>
          <p:nvPr/>
        </p:nvSpPr>
        <p:spPr>
          <a:xfrm rot="0">
            <a:off x="2047875" y="2971800"/>
            <a:ext cx="7429500" cy="350520"/>
          </a:xfrm>
          <a:prstGeom prst="rect">
            <a:avLst/>
          </a:prstGeom>
        </p:spPr>
        <p:txBody>
          <a:bodyPr anchor="t" rtlCol="false" tIns="0" lIns="0" bIns="0" rIns="0">
            <a:spAutoFit/>
          </a:bodyPr>
          <a:lstStyle/>
          <a:p>
            <a:pPr algn="l" marL="0" indent="0" lvl="0">
              <a:lnSpc>
                <a:spcPts val="2729"/>
              </a:lnSpc>
              <a:spcBef>
                <a:spcPct val="0"/>
              </a:spcBef>
            </a:pPr>
            <a:r>
              <a:rPr lang="en-US" b="true" sz="1950" strike="noStrike" u="none">
                <a:solidFill>
                  <a:srgbClr val="A9B8FF"/>
                </a:solidFill>
                <a:latin typeface="Arimo Bold"/>
                <a:ea typeface="Arimo Bold"/>
                <a:cs typeface="Arimo Bold"/>
                <a:sym typeface="Arimo Bold"/>
              </a:rPr>
              <a:t>💬 ✅ Reference를 덧붙이기</a:t>
            </a:r>
          </a:p>
        </p:txBody>
      </p:sp>
      <p:sp>
        <p:nvSpPr>
          <p:cNvPr name="TextBox 39" id="39"/>
          <p:cNvSpPr txBox="true"/>
          <p:nvPr/>
        </p:nvSpPr>
        <p:spPr>
          <a:xfrm rot="0">
            <a:off x="2143125" y="3762375"/>
            <a:ext cx="7524750" cy="3337560"/>
          </a:xfrm>
          <a:prstGeom prst="rect">
            <a:avLst/>
          </a:prstGeom>
        </p:spPr>
        <p:txBody>
          <a:bodyPr anchor="t" rtlCol="false" tIns="0" lIns="0" bIns="0" rIns="0">
            <a:spAutoFit/>
          </a:bodyPr>
          <a:lstStyle/>
          <a:p>
            <a:pPr algn="l" marL="0" indent="0" lvl="0">
              <a:lnSpc>
                <a:spcPts val="2940"/>
              </a:lnSpc>
              <a:spcBef>
                <a:spcPct val="0"/>
              </a:spcBef>
            </a:pPr>
            <a:r>
              <a:rPr lang="en-US" sz="2100" strike="noStrike" u="none">
                <a:solidFill>
                  <a:srgbClr val="EEF1FF"/>
                </a:solidFill>
                <a:latin typeface="Arimo"/>
                <a:ea typeface="Arimo"/>
                <a:cs typeface="Arimo"/>
                <a:sym typeface="Arimo"/>
              </a:rPr>
              <a:t>✅ [Reference]</a:t>
            </a:r>
          </a:p>
          <a:p>
            <a:pPr algn="l" marL="0" indent="0" lvl="0">
              <a:lnSpc>
                <a:spcPts val="2940"/>
              </a:lnSpc>
              <a:spcBef>
                <a:spcPct val="0"/>
              </a:spcBef>
            </a:pPr>
            <a:r>
              <a:rPr lang="en-US" sz="2100" strike="noStrike" u="none">
                <a:solidFill>
                  <a:srgbClr val="EEF1FF"/>
                </a:solidFill>
                <a:latin typeface="Arimo"/>
                <a:ea typeface="Arimo"/>
                <a:cs typeface="Arimo"/>
                <a:sym typeface="Arimo"/>
              </a:rPr>
              <a:t>기존 '자기소개' 섹션과</a:t>
            </a:r>
          </a:p>
          <a:p>
            <a:pPr algn="l" marL="0" indent="0" lvl="0">
              <a:lnSpc>
                <a:spcPts val="2940"/>
              </a:lnSpc>
              <a:spcBef>
                <a:spcPct val="0"/>
              </a:spcBef>
            </a:pPr>
            <a:r>
              <a:rPr lang="en-US" sz="2100" strike="noStrike" u="none">
                <a:solidFill>
                  <a:srgbClr val="EEF1FF"/>
                </a:solidFill>
                <a:latin typeface="Arimo"/>
                <a:ea typeface="Arimo"/>
                <a:cs typeface="Arimo"/>
                <a:sym typeface="Arimo"/>
              </a:rPr>
              <a:t>같은 글꼴 · 색상 · 여백을 따라해.</a:t>
            </a:r>
          </a:p>
          <a:p>
            <a:pPr algn="l" marL="0" indent="0" lvl="0">
              <a:lnSpc>
                <a:spcPts val="2940"/>
              </a:lnSpc>
              <a:spcBef>
                <a:spcPct val="0"/>
              </a:spcBef>
            </a:pPr>
          </a:p>
          <a:p>
            <a:pPr algn="l" marL="0" indent="0" lvl="0">
              <a:lnSpc>
                <a:spcPts val="2940"/>
              </a:lnSpc>
              <a:spcBef>
                <a:spcPct val="0"/>
              </a:spcBef>
            </a:pPr>
            <a:r>
              <a:rPr lang="en-US" sz="2100" strike="noStrike" u="none">
                <a:solidFill>
                  <a:srgbClr val="EEF1FF"/>
                </a:solidFill>
                <a:latin typeface="Arimo"/>
                <a:ea typeface="Arimo"/>
                <a:cs typeface="Arimo"/>
                <a:sym typeface="Arimo"/>
              </a:rPr>
              <a:t>카드 하나는 이런 모양으로:</a:t>
            </a:r>
          </a:p>
          <a:p>
            <a:pPr algn="l" marL="0" indent="0" lvl="0">
              <a:lnSpc>
                <a:spcPts val="2940"/>
              </a:lnSpc>
              <a:spcBef>
                <a:spcPct val="0"/>
              </a:spcBef>
            </a:pPr>
            <a:r>
              <a:rPr lang="en-US" sz="2100" strike="noStrike" u="none">
                <a:solidFill>
                  <a:srgbClr val="EEF1FF"/>
                </a:solidFill>
                <a:latin typeface="Arimo"/>
                <a:ea typeface="Arimo"/>
                <a:cs typeface="Arimo"/>
                <a:sym typeface="Arimo"/>
              </a:rPr>
              <a:t>🎯 목표 제목</a:t>
            </a:r>
          </a:p>
          <a:p>
            <a:pPr algn="l" marL="0" indent="0" lvl="0">
              <a:lnSpc>
                <a:spcPts val="2940"/>
              </a:lnSpc>
              <a:spcBef>
                <a:spcPct val="0"/>
              </a:spcBef>
            </a:pPr>
            <a:r>
              <a:rPr lang="en-US" sz="2100" strike="noStrike" u="none">
                <a:solidFill>
                  <a:srgbClr val="EEF1FF"/>
                </a:solidFill>
                <a:latin typeface="Arimo"/>
                <a:ea typeface="Arimo"/>
                <a:cs typeface="Arimo"/>
                <a:sym typeface="Arimo"/>
              </a:rPr>
              <a:t>한 줄 설명</a:t>
            </a:r>
          </a:p>
          <a:p>
            <a:pPr algn="l" marL="0" indent="0" lvl="0">
              <a:lnSpc>
                <a:spcPts val="2940"/>
              </a:lnSpc>
              <a:spcBef>
                <a:spcPct val="0"/>
              </a:spcBef>
            </a:pPr>
          </a:p>
          <a:p>
            <a:pPr algn="l" marL="0" indent="0" lvl="0">
              <a:lnSpc>
                <a:spcPts val="2940"/>
              </a:lnSpc>
              <a:spcBef>
                <a:spcPct val="0"/>
              </a:spcBef>
            </a:pPr>
            <a:r>
              <a:rPr lang="en-US" sz="2100" strike="noStrike" u="none">
                <a:solidFill>
                  <a:srgbClr val="EEF1FF"/>
                </a:solidFill>
                <a:latin typeface="Arimo"/>
                <a:ea typeface="Arimo"/>
                <a:cs typeface="Arimo"/>
                <a:sym typeface="Arimo"/>
              </a:rPr>
              <a:t>👉 "이것처럼" 보여주기</a:t>
            </a:r>
          </a:p>
        </p:txBody>
      </p:sp>
      <p:sp>
        <p:nvSpPr>
          <p:cNvPr name="TextBox 40" id="40"/>
          <p:cNvSpPr txBox="true"/>
          <p:nvPr/>
        </p:nvSpPr>
        <p:spPr>
          <a:xfrm rot="0">
            <a:off x="8382000" y="8899525"/>
            <a:ext cx="1524000" cy="358775"/>
          </a:xfrm>
          <a:prstGeom prst="rect">
            <a:avLst/>
          </a:prstGeom>
        </p:spPr>
        <p:txBody>
          <a:bodyPr anchor="t" rtlCol="false" tIns="0" lIns="0" bIns="0" rIns="0">
            <a:spAutoFit/>
          </a:bodyPr>
          <a:lstStyle/>
          <a:p>
            <a:pPr algn="ctr" marL="0" indent="0" lvl="0">
              <a:lnSpc>
                <a:spcPts val="2800"/>
              </a:lnSpc>
              <a:spcBef>
                <a:spcPct val="0"/>
              </a:spcBef>
            </a:pPr>
            <a:r>
              <a:rPr lang="en-US" b="true" sz="2000" strike="noStrike" u="none">
                <a:solidFill>
                  <a:srgbClr val="4165C1"/>
                </a:solidFill>
                <a:latin typeface="프리젠테이션 Bold"/>
                <a:ea typeface="프리젠테이션 Bold"/>
                <a:cs typeface="프리젠테이션 Bold"/>
                <a:sym typeface="프리젠테이션 Bold"/>
              </a:rPr>
              <a:t>- 24 -</a:t>
            </a:r>
          </a:p>
        </p:txBody>
      </p:sp>
    </p:spTree>
  </p:cSld>
  <p:clrMapOvr>
    <a:masterClrMapping/>
  </p:clrMapOvr>
</p:sld>
</file>

<file path=ppt/slides/slide25.xml><?xml version="1.0" encoding="utf-8"?>
<p:sld xmlns:p="http://schemas.openxmlformats.org/presentationml/2006/main" xmlns:a="http://schemas.openxmlformats.org/drawingml/2006/main" xmlns:r="http://schemas.openxmlformats.org/officeDocument/2006/relationships">
  <p:cSld>
    <p:bg>
      <p:bgPr>
        <a:solidFill>
          <a:srgbClr val="5170FF"/>
        </a:solidFill>
      </p:bgPr>
    </p:bg>
    <p:spTree>
      <p:nvGrpSpPr>
        <p:cNvPr id="1" name=""/>
        <p:cNvGrpSpPr/>
        <p:nvPr/>
      </p:nvGrpSpPr>
      <p:grpSpPr>
        <a:xfrm>
          <a:off x="0" y="0"/>
          <a:ext cx="0" cy="0"/>
          <a:chOff x="0" y="0"/>
          <a:chExt cx="0" cy="0"/>
        </a:xfrm>
      </p:grpSpPr>
      <p:grpSp>
        <p:nvGrpSpPr>
          <p:cNvPr name="Group 2" id="2"/>
          <p:cNvGrpSpPr/>
          <p:nvPr/>
        </p:nvGrpSpPr>
        <p:grpSpPr>
          <a:xfrm rot="0">
            <a:off x="534854" y="457200"/>
            <a:ext cx="17218292" cy="9294946"/>
            <a:chOff x="0" y="0"/>
            <a:chExt cx="22957723" cy="12393261"/>
          </a:xfrm>
        </p:grpSpPr>
        <p:grpSp>
          <p:nvGrpSpPr>
            <p:cNvPr name="Group 3" id="3"/>
            <p:cNvGrpSpPr/>
            <p:nvPr/>
          </p:nvGrpSpPr>
          <p:grpSpPr>
            <a:xfrm rot="0">
              <a:off x="0" y="1727243"/>
              <a:ext cx="22957723" cy="10666019"/>
              <a:chOff x="0" y="0"/>
              <a:chExt cx="4777465" cy="2219581"/>
            </a:xfrm>
          </p:grpSpPr>
          <p:sp>
            <p:nvSpPr>
              <p:cNvPr name="Freeform 4" id="4"/>
              <p:cNvSpPr/>
              <p:nvPr/>
            </p:nvSpPr>
            <p:spPr>
              <a:xfrm flipH="false" flipV="false" rot="0">
                <a:off x="0" y="0"/>
                <a:ext cx="4777465" cy="2219581"/>
              </a:xfrm>
              <a:custGeom>
                <a:avLst/>
                <a:gdLst/>
                <a:ahLst/>
                <a:cxnLst/>
                <a:rect r="r" b="b" t="t" l="l"/>
                <a:pathLst>
                  <a:path h="2219581" w="4777465">
                    <a:moveTo>
                      <a:pt x="22931" y="0"/>
                    </a:moveTo>
                    <a:lnTo>
                      <a:pt x="4754534" y="0"/>
                    </a:lnTo>
                    <a:cubicBezTo>
                      <a:pt x="4767199" y="0"/>
                      <a:pt x="4777465" y="10267"/>
                      <a:pt x="4777465" y="22931"/>
                    </a:cubicBezTo>
                    <a:lnTo>
                      <a:pt x="4777465" y="2196650"/>
                    </a:lnTo>
                    <a:cubicBezTo>
                      <a:pt x="4777465" y="2202732"/>
                      <a:pt x="4775049" y="2208564"/>
                      <a:pt x="4770749" y="2212865"/>
                    </a:cubicBezTo>
                    <a:cubicBezTo>
                      <a:pt x="4766449" y="2217165"/>
                      <a:pt x="4760616" y="2219581"/>
                      <a:pt x="4754534" y="2219581"/>
                    </a:cubicBezTo>
                    <a:lnTo>
                      <a:pt x="22931" y="2219581"/>
                    </a:lnTo>
                    <a:cubicBezTo>
                      <a:pt x="10267" y="2219581"/>
                      <a:pt x="0" y="2209315"/>
                      <a:pt x="0" y="2196650"/>
                    </a:cubicBezTo>
                    <a:lnTo>
                      <a:pt x="0" y="22931"/>
                    </a:lnTo>
                    <a:cubicBezTo>
                      <a:pt x="0" y="10267"/>
                      <a:pt x="10267" y="0"/>
                      <a:pt x="22931" y="0"/>
                    </a:cubicBezTo>
                    <a:close/>
                  </a:path>
                </a:pathLst>
              </a:custGeom>
              <a:solidFill>
                <a:srgbClr val="FFFFFF"/>
              </a:solidFill>
              <a:ln cap="rnd">
                <a:noFill/>
                <a:prstDash val="solid"/>
                <a:round/>
              </a:ln>
            </p:spPr>
          </p:sp>
          <p:sp>
            <p:nvSpPr>
              <p:cNvPr name="TextBox 5" id="5"/>
              <p:cNvSpPr txBox="true"/>
              <p:nvPr/>
            </p:nvSpPr>
            <p:spPr>
              <a:xfrm>
                <a:off x="0" y="-38100"/>
                <a:ext cx="4777465" cy="2257681"/>
              </a:xfrm>
              <a:prstGeom prst="rect">
                <a:avLst/>
              </a:prstGeom>
            </p:spPr>
            <p:txBody>
              <a:bodyPr anchor="ctr" rtlCol="false" tIns="48220" lIns="48220" bIns="48220" rIns="48220"/>
              <a:lstStyle/>
              <a:p>
                <a:pPr algn="ctr" marL="0" indent="0" lvl="0">
                  <a:lnSpc>
                    <a:spcPts val="1853"/>
                  </a:lnSpc>
                  <a:spcBef>
                    <a:spcPct val="0"/>
                  </a:spcBef>
                </a:pPr>
              </a:p>
              <a:p>
                <a:pPr algn="ctr" marL="0" indent="0" lvl="0">
                  <a:lnSpc>
                    <a:spcPts val="1853"/>
                  </a:lnSpc>
                  <a:spcBef>
                    <a:spcPct val="0"/>
                  </a:spcBef>
                </a:pPr>
              </a:p>
              <a:p>
                <a:pPr algn="ctr" marL="0" indent="0" lvl="0">
                  <a:lnSpc>
                    <a:spcPts val="1853"/>
                  </a:lnSpc>
                  <a:spcBef>
                    <a:spcPct val="0"/>
                  </a:spcBef>
                </a:pPr>
              </a:p>
            </p:txBody>
          </p:sp>
        </p:grpSp>
        <p:grpSp>
          <p:nvGrpSpPr>
            <p:cNvPr name="Group 6" id="6"/>
            <p:cNvGrpSpPr/>
            <p:nvPr/>
          </p:nvGrpSpPr>
          <p:grpSpPr>
            <a:xfrm rot="0">
              <a:off x="18499830" y="891712"/>
              <a:ext cx="4457893" cy="3397582"/>
              <a:chOff x="0" y="0"/>
              <a:chExt cx="927680" cy="707031"/>
            </a:xfrm>
          </p:grpSpPr>
          <p:sp>
            <p:nvSpPr>
              <p:cNvPr name="Freeform 7" id="7"/>
              <p:cNvSpPr/>
              <p:nvPr/>
            </p:nvSpPr>
            <p:spPr>
              <a:xfrm flipH="false" flipV="false" rot="0">
                <a:off x="0" y="0"/>
                <a:ext cx="927680" cy="707031"/>
              </a:xfrm>
              <a:custGeom>
                <a:avLst/>
                <a:gdLst/>
                <a:ahLst/>
                <a:cxnLst/>
                <a:rect r="r" b="b" t="t" l="l"/>
                <a:pathLst>
                  <a:path h="707031" w="927680">
                    <a:moveTo>
                      <a:pt x="118094" y="0"/>
                    </a:moveTo>
                    <a:lnTo>
                      <a:pt x="809586" y="0"/>
                    </a:lnTo>
                    <a:cubicBezTo>
                      <a:pt x="874808" y="0"/>
                      <a:pt x="927680" y="52872"/>
                      <a:pt x="927680" y="118094"/>
                    </a:cubicBezTo>
                    <a:lnTo>
                      <a:pt x="927680" y="588937"/>
                    </a:lnTo>
                    <a:cubicBezTo>
                      <a:pt x="927680" y="654159"/>
                      <a:pt x="874808" y="707031"/>
                      <a:pt x="809586" y="707031"/>
                    </a:cubicBezTo>
                    <a:lnTo>
                      <a:pt x="118094" y="707031"/>
                    </a:lnTo>
                    <a:cubicBezTo>
                      <a:pt x="52872" y="707031"/>
                      <a:pt x="0" y="654159"/>
                      <a:pt x="0" y="588937"/>
                    </a:cubicBezTo>
                    <a:lnTo>
                      <a:pt x="0" y="118094"/>
                    </a:lnTo>
                    <a:cubicBezTo>
                      <a:pt x="0" y="52872"/>
                      <a:pt x="52872" y="0"/>
                      <a:pt x="118094" y="0"/>
                    </a:cubicBezTo>
                    <a:close/>
                  </a:path>
                </a:pathLst>
              </a:custGeom>
              <a:solidFill>
                <a:srgbClr val="FFFFFF"/>
              </a:solidFill>
              <a:ln cap="rnd">
                <a:noFill/>
                <a:prstDash val="solid"/>
                <a:round/>
              </a:ln>
            </p:spPr>
          </p:sp>
          <p:sp>
            <p:nvSpPr>
              <p:cNvPr name="TextBox 8" id="8"/>
              <p:cNvSpPr txBox="true"/>
              <p:nvPr/>
            </p:nvSpPr>
            <p:spPr>
              <a:xfrm>
                <a:off x="0" y="-38100"/>
                <a:ext cx="927680" cy="745131"/>
              </a:xfrm>
              <a:prstGeom prst="rect">
                <a:avLst/>
              </a:prstGeom>
            </p:spPr>
            <p:txBody>
              <a:bodyPr anchor="ctr" rtlCol="false" tIns="48220" lIns="48220" bIns="48220" rIns="48220"/>
              <a:lstStyle/>
              <a:p>
                <a:pPr algn="ctr" marL="0" indent="0" lvl="0">
                  <a:lnSpc>
                    <a:spcPts val="1853"/>
                  </a:lnSpc>
                  <a:spcBef>
                    <a:spcPct val="0"/>
                  </a:spcBef>
                </a:pPr>
              </a:p>
              <a:p>
                <a:pPr algn="ctr" marL="0" indent="0" lvl="0">
                  <a:lnSpc>
                    <a:spcPts val="1853"/>
                  </a:lnSpc>
                  <a:spcBef>
                    <a:spcPct val="0"/>
                  </a:spcBef>
                </a:pPr>
              </a:p>
              <a:p>
                <a:pPr algn="ctr" marL="0" indent="0" lvl="0">
                  <a:lnSpc>
                    <a:spcPts val="1853"/>
                  </a:lnSpc>
                  <a:spcBef>
                    <a:spcPct val="0"/>
                  </a:spcBef>
                </a:pPr>
              </a:p>
            </p:txBody>
          </p:sp>
        </p:grpSp>
        <p:grpSp>
          <p:nvGrpSpPr>
            <p:cNvPr name="Group 9" id="9"/>
            <p:cNvGrpSpPr/>
            <p:nvPr/>
          </p:nvGrpSpPr>
          <p:grpSpPr>
            <a:xfrm rot="0">
              <a:off x="18064463" y="1334482"/>
              <a:ext cx="2392010" cy="1865053"/>
              <a:chOff x="0" y="0"/>
              <a:chExt cx="497773" cy="388115"/>
            </a:xfrm>
          </p:grpSpPr>
          <p:sp>
            <p:nvSpPr>
              <p:cNvPr name="Freeform 10" id="10"/>
              <p:cNvSpPr/>
              <p:nvPr/>
            </p:nvSpPr>
            <p:spPr>
              <a:xfrm flipH="false" flipV="false" rot="0">
                <a:off x="0" y="0"/>
                <a:ext cx="497773" cy="388115"/>
              </a:xfrm>
              <a:custGeom>
                <a:avLst/>
                <a:gdLst/>
                <a:ahLst/>
                <a:cxnLst/>
                <a:rect r="r" b="b" t="t" l="l"/>
                <a:pathLst>
                  <a:path h="388115" w="497773">
                    <a:moveTo>
                      <a:pt x="0" y="0"/>
                    </a:moveTo>
                    <a:lnTo>
                      <a:pt x="497773" y="0"/>
                    </a:lnTo>
                    <a:lnTo>
                      <a:pt x="497773" y="388115"/>
                    </a:lnTo>
                    <a:lnTo>
                      <a:pt x="0" y="388115"/>
                    </a:lnTo>
                    <a:close/>
                  </a:path>
                </a:pathLst>
              </a:custGeom>
              <a:solidFill>
                <a:srgbClr val="FFFFFF"/>
              </a:solidFill>
              <a:ln cap="sq">
                <a:noFill/>
                <a:prstDash val="solid"/>
                <a:miter/>
              </a:ln>
            </p:spPr>
          </p:sp>
          <p:sp>
            <p:nvSpPr>
              <p:cNvPr name="TextBox 11" id="11"/>
              <p:cNvSpPr txBox="true"/>
              <p:nvPr/>
            </p:nvSpPr>
            <p:spPr>
              <a:xfrm>
                <a:off x="0" y="-38100"/>
                <a:ext cx="497773" cy="426215"/>
              </a:xfrm>
              <a:prstGeom prst="rect">
                <a:avLst/>
              </a:prstGeom>
            </p:spPr>
            <p:txBody>
              <a:bodyPr anchor="ctr" rtlCol="false" tIns="48220" lIns="48220" bIns="48220" rIns="48220"/>
              <a:lstStyle/>
              <a:p>
                <a:pPr algn="ctr" marL="0" indent="0" lvl="0">
                  <a:lnSpc>
                    <a:spcPts val="1853"/>
                  </a:lnSpc>
                  <a:spcBef>
                    <a:spcPct val="0"/>
                  </a:spcBef>
                </a:pPr>
              </a:p>
              <a:p>
                <a:pPr algn="ctr" marL="0" indent="0" lvl="0">
                  <a:lnSpc>
                    <a:spcPts val="1853"/>
                  </a:lnSpc>
                  <a:spcBef>
                    <a:spcPct val="0"/>
                  </a:spcBef>
                </a:pPr>
              </a:p>
              <a:p>
                <a:pPr algn="ctr" marL="0" indent="0" lvl="0">
                  <a:lnSpc>
                    <a:spcPts val="1853"/>
                  </a:lnSpc>
                  <a:spcBef>
                    <a:spcPct val="0"/>
                  </a:spcBef>
                </a:pPr>
              </a:p>
            </p:txBody>
          </p:sp>
        </p:grpSp>
        <p:grpSp>
          <p:nvGrpSpPr>
            <p:cNvPr name="Group 12" id="12"/>
            <p:cNvGrpSpPr/>
            <p:nvPr/>
          </p:nvGrpSpPr>
          <p:grpSpPr>
            <a:xfrm rot="0">
              <a:off x="16059231" y="0"/>
              <a:ext cx="2504831" cy="1727243"/>
              <a:chOff x="0" y="0"/>
              <a:chExt cx="521251" cy="359436"/>
            </a:xfrm>
          </p:grpSpPr>
          <p:sp>
            <p:nvSpPr>
              <p:cNvPr name="Freeform 13" id="13"/>
              <p:cNvSpPr/>
              <p:nvPr/>
            </p:nvSpPr>
            <p:spPr>
              <a:xfrm flipH="false" flipV="false" rot="0">
                <a:off x="0" y="0"/>
                <a:ext cx="521251" cy="359436"/>
              </a:xfrm>
              <a:custGeom>
                <a:avLst/>
                <a:gdLst/>
                <a:ahLst/>
                <a:cxnLst/>
                <a:rect r="r" b="b" t="t" l="l"/>
                <a:pathLst>
                  <a:path h="359436" w="521251">
                    <a:moveTo>
                      <a:pt x="179718" y="0"/>
                    </a:moveTo>
                    <a:lnTo>
                      <a:pt x="341533" y="0"/>
                    </a:lnTo>
                    <a:cubicBezTo>
                      <a:pt x="440789" y="0"/>
                      <a:pt x="521251" y="80463"/>
                      <a:pt x="521251" y="179718"/>
                    </a:cubicBezTo>
                    <a:lnTo>
                      <a:pt x="521251" y="179718"/>
                    </a:lnTo>
                    <a:cubicBezTo>
                      <a:pt x="521251" y="227382"/>
                      <a:pt x="502317" y="273094"/>
                      <a:pt x="468613" y="306798"/>
                    </a:cubicBezTo>
                    <a:cubicBezTo>
                      <a:pt x="434909" y="340502"/>
                      <a:pt x="389197" y="359436"/>
                      <a:pt x="341533" y="359436"/>
                    </a:cubicBezTo>
                    <a:lnTo>
                      <a:pt x="179718" y="359436"/>
                    </a:lnTo>
                    <a:cubicBezTo>
                      <a:pt x="132054" y="359436"/>
                      <a:pt x="86342" y="340502"/>
                      <a:pt x="52638" y="306798"/>
                    </a:cubicBezTo>
                    <a:cubicBezTo>
                      <a:pt x="18935" y="273094"/>
                      <a:pt x="0" y="227382"/>
                      <a:pt x="0" y="179718"/>
                    </a:cubicBezTo>
                    <a:lnTo>
                      <a:pt x="0" y="179718"/>
                    </a:lnTo>
                    <a:cubicBezTo>
                      <a:pt x="0" y="132054"/>
                      <a:pt x="18935" y="86342"/>
                      <a:pt x="52638" y="52638"/>
                    </a:cubicBezTo>
                    <a:cubicBezTo>
                      <a:pt x="86342" y="18935"/>
                      <a:pt x="132054" y="0"/>
                      <a:pt x="179718" y="0"/>
                    </a:cubicBezTo>
                    <a:close/>
                  </a:path>
                </a:pathLst>
              </a:custGeom>
              <a:solidFill>
                <a:srgbClr val="5170FF"/>
              </a:solidFill>
              <a:ln cap="rnd">
                <a:noFill/>
                <a:prstDash val="solid"/>
                <a:round/>
              </a:ln>
            </p:spPr>
          </p:sp>
          <p:sp>
            <p:nvSpPr>
              <p:cNvPr name="TextBox 14" id="14"/>
              <p:cNvSpPr txBox="true"/>
              <p:nvPr/>
            </p:nvSpPr>
            <p:spPr>
              <a:xfrm>
                <a:off x="0" y="-38100"/>
                <a:ext cx="521251" cy="397536"/>
              </a:xfrm>
              <a:prstGeom prst="rect">
                <a:avLst/>
              </a:prstGeom>
            </p:spPr>
            <p:txBody>
              <a:bodyPr anchor="ctr" rtlCol="false" tIns="48220" lIns="48220" bIns="48220" rIns="48220"/>
              <a:lstStyle/>
              <a:p>
                <a:pPr algn="ctr" marL="0" indent="0" lvl="0">
                  <a:lnSpc>
                    <a:spcPts val="1853"/>
                  </a:lnSpc>
                  <a:spcBef>
                    <a:spcPct val="0"/>
                  </a:spcBef>
                </a:pPr>
              </a:p>
              <a:p>
                <a:pPr algn="ctr" marL="0" indent="0" lvl="0">
                  <a:lnSpc>
                    <a:spcPts val="1853"/>
                  </a:lnSpc>
                  <a:spcBef>
                    <a:spcPct val="0"/>
                  </a:spcBef>
                </a:pPr>
              </a:p>
              <a:p>
                <a:pPr algn="ctr" marL="0" indent="0" lvl="0">
                  <a:lnSpc>
                    <a:spcPts val="1853"/>
                  </a:lnSpc>
                  <a:spcBef>
                    <a:spcPct val="0"/>
                  </a:spcBef>
                </a:pPr>
              </a:p>
            </p:txBody>
          </p:sp>
        </p:grpSp>
      </p:grpSp>
      <p:sp>
        <p:nvSpPr>
          <p:cNvPr name="Freeform 15" id="15"/>
          <p:cNvSpPr/>
          <p:nvPr/>
        </p:nvSpPr>
        <p:spPr>
          <a:xfrm flipH="false" flipV="false" rot="0">
            <a:off x="820604" y="843344"/>
            <a:ext cx="334731" cy="334731"/>
          </a:xfrm>
          <a:custGeom>
            <a:avLst/>
            <a:gdLst/>
            <a:ahLst/>
            <a:cxnLst/>
            <a:rect r="r" b="b" t="t" l="l"/>
            <a:pathLst>
              <a:path h="334731" w="334731">
                <a:moveTo>
                  <a:pt x="0" y="0"/>
                </a:moveTo>
                <a:lnTo>
                  <a:pt x="334731" y="0"/>
                </a:lnTo>
                <a:lnTo>
                  <a:pt x="334731" y="334731"/>
                </a:lnTo>
                <a:lnTo>
                  <a:pt x="0" y="334731"/>
                </a:lnTo>
                <a:lnTo>
                  <a:pt x="0" y="0"/>
                </a:lnTo>
                <a:close/>
              </a:path>
            </a:pathLst>
          </a:custGeom>
          <a:blipFill>
            <a:blip r:embed="rId3">
              <a:extLst>
                <a:ext uri="{96DAC541-7B7A-43D3-8B79-37D633B846F1}">
                  <asvg:svgBlip xmlns:asvg="http://schemas.microsoft.com/office/drawing/2016/SVG/main" r:embed="rId4"/>
                </a:ext>
              </a:extLst>
            </a:blip>
            <a:stretch>
              <a:fillRect l="0" t="0" r="0" b="0"/>
            </a:stretch>
          </a:blipFill>
        </p:spPr>
      </p:sp>
      <p:grpSp>
        <p:nvGrpSpPr>
          <p:cNvPr name="Group 16" id="16"/>
          <p:cNvGrpSpPr/>
          <p:nvPr/>
        </p:nvGrpSpPr>
        <p:grpSpPr>
          <a:xfrm rot="0">
            <a:off x="10472784" y="6346709"/>
            <a:ext cx="5384961" cy="2252671"/>
            <a:chOff x="0" y="0"/>
            <a:chExt cx="7179948" cy="3003561"/>
          </a:xfrm>
        </p:grpSpPr>
        <p:grpSp>
          <p:nvGrpSpPr>
            <p:cNvPr name="Group 17" id="17"/>
            <p:cNvGrpSpPr/>
            <p:nvPr/>
          </p:nvGrpSpPr>
          <p:grpSpPr>
            <a:xfrm rot="0">
              <a:off x="0" y="0"/>
              <a:ext cx="7179948" cy="3003561"/>
              <a:chOff x="0" y="0"/>
              <a:chExt cx="1418261" cy="593296"/>
            </a:xfrm>
          </p:grpSpPr>
          <p:sp>
            <p:nvSpPr>
              <p:cNvPr name="Freeform 18" id="18"/>
              <p:cNvSpPr/>
              <p:nvPr/>
            </p:nvSpPr>
            <p:spPr>
              <a:xfrm flipH="false" flipV="false" rot="0">
                <a:off x="0" y="0"/>
                <a:ext cx="1418261" cy="593296"/>
              </a:xfrm>
              <a:custGeom>
                <a:avLst/>
                <a:gdLst/>
                <a:ahLst/>
                <a:cxnLst/>
                <a:rect r="r" b="b" t="t" l="l"/>
                <a:pathLst>
                  <a:path h="593296" w="1418261">
                    <a:moveTo>
                      <a:pt x="21565" y="0"/>
                    </a:moveTo>
                    <a:lnTo>
                      <a:pt x="1396696" y="0"/>
                    </a:lnTo>
                    <a:cubicBezTo>
                      <a:pt x="1408606" y="0"/>
                      <a:pt x="1418261" y="9655"/>
                      <a:pt x="1418261" y="21565"/>
                    </a:cubicBezTo>
                    <a:lnTo>
                      <a:pt x="1418261" y="571731"/>
                    </a:lnTo>
                    <a:cubicBezTo>
                      <a:pt x="1418261" y="577450"/>
                      <a:pt x="1415989" y="582935"/>
                      <a:pt x="1411945" y="586980"/>
                    </a:cubicBezTo>
                    <a:cubicBezTo>
                      <a:pt x="1407901" y="591024"/>
                      <a:pt x="1402415" y="593296"/>
                      <a:pt x="1396696" y="593296"/>
                    </a:cubicBezTo>
                    <a:lnTo>
                      <a:pt x="21565" y="593296"/>
                    </a:lnTo>
                    <a:cubicBezTo>
                      <a:pt x="9655" y="593296"/>
                      <a:pt x="0" y="583641"/>
                      <a:pt x="0" y="571731"/>
                    </a:cubicBezTo>
                    <a:lnTo>
                      <a:pt x="0" y="21565"/>
                    </a:lnTo>
                    <a:cubicBezTo>
                      <a:pt x="0" y="9655"/>
                      <a:pt x="9655" y="0"/>
                      <a:pt x="21565" y="0"/>
                    </a:cubicBezTo>
                    <a:close/>
                  </a:path>
                </a:pathLst>
              </a:custGeom>
              <a:solidFill>
                <a:srgbClr val="EAEAEA"/>
              </a:solidFill>
              <a:ln cap="sq">
                <a:noFill/>
                <a:prstDash val="solid"/>
                <a:miter/>
              </a:ln>
            </p:spPr>
          </p:sp>
          <p:sp>
            <p:nvSpPr>
              <p:cNvPr name="TextBox 19" id="19"/>
              <p:cNvSpPr txBox="true"/>
              <p:nvPr/>
            </p:nvSpPr>
            <p:spPr>
              <a:xfrm>
                <a:off x="0" y="19050"/>
                <a:ext cx="1418261" cy="574246"/>
              </a:xfrm>
              <a:prstGeom prst="rect">
                <a:avLst/>
              </a:prstGeom>
            </p:spPr>
            <p:txBody>
              <a:bodyPr anchor="ctr" rtlCol="false" tIns="50800" lIns="50800" bIns="50800" rIns="50800"/>
              <a:lstStyle/>
              <a:p>
                <a:pPr algn="ctr">
                  <a:lnSpc>
                    <a:spcPts val="2743"/>
                  </a:lnSpc>
                </a:pPr>
              </a:p>
            </p:txBody>
          </p:sp>
        </p:grpSp>
        <p:sp>
          <p:nvSpPr>
            <p:cNvPr name="Freeform 20" id="20"/>
            <p:cNvSpPr/>
            <p:nvPr/>
          </p:nvSpPr>
          <p:spPr>
            <a:xfrm flipH="false" flipV="false" rot="0">
              <a:off x="741639" y="709385"/>
              <a:ext cx="189653" cy="144610"/>
            </a:xfrm>
            <a:custGeom>
              <a:avLst/>
              <a:gdLst/>
              <a:ahLst/>
              <a:cxnLst/>
              <a:rect r="r" b="b" t="t" l="l"/>
              <a:pathLst>
                <a:path h="144610" w="189653">
                  <a:moveTo>
                    <a:pt x="0" y="0"/>
                  </a:moveTo>
                  <a:lnTo>
                    <a:pt x="189653" y="0"/>
                  </a:lnTo>
                  <a:lnTo>
                    <a:pt x="189653" y="144610"/>
                  </a:lnTo>
                  <a:lnTo>
                    <a:pt x="0" y="144610"/>
                  </a:lnTo>
                  <a:lnTo>
                    <a:pt x="0" y="0"/>
                  </a:lnTo>
                  <a:close/>
                </a:path>
              </a:pathLst>
            </a:custGeom>
            <a:blipFill>
              <a:blip r:embed="rId5">
                <a:extLst>
                  <a:ext uri="{96DAC541-7B7A-43D3-8B79-37D633B846F1}">
                    <asvg:svgBlip xmlns:asvg="http://schemas.microsoft.com/office/drawing/2016/SVG/main" r:embed="rId6"/>
                  </a:ext>
                </a:extLst>
              </a:blip>
              <a:stretch>
                <a:fillRect l="0" t="0" r="0" b="0"/>
              </a:stretch>
            </a:blipFill>
          </p:spPr>
        </p:sp>
        <p:sp>
          <p:nvSpPr>
            <p:cNvPr name="TextBox 21" id="21"/>
            <p:cNvSpPr txBox="true"/>
            <p:nvPr/>
          </p:nvSpPr>
          <p:spPr>
            <a:xfrm rot="0">
              <a:off x="1045128" y="502290"/>
              <a:ext cx="6134820" cy="482600"/>
            </a:xfrm>
            <a:prstGeom prst="rect">
              <a:avLst/>
            </a:prstGeom>
          </p:spPr>
          <p:txBody>
            <a:bodyPr anchor="t" rtlCol="false" tIns="0" lIns="0" bIns="0" rIns="0">
              <a:spAutoFit/>
            </a:bodyPr>
            <a:lstStyle/>
            <a:p>
              <a:pPr algn="l" marL="0" indent="0" lvl="0">
                <a:lnSpc>
                  <a:spcPts val="3000"/>
                </a:lnSpc>
                <a:spcBef>
                  <a:spcPct val="0"/>
                </a:spcBef>
              </a:pPr>
              <a:r>
                <a:rPr lang="en-US" b="true" sz="2000" spc="-40" strike="noStrike" u="none">
                  <a:solidFill>
                    <a:srgbClr val="333333">
                      <a:alpha val="89804"/>
                    </a:srgbClr>
                  </a:solidFill>
                  <a:latin typeface="프리젠테이션 Bold"/>
                  <a:ea typeface="프리젠테이션 Bold"/>
                  <a:cs typeface="프리젠테이션 Bold"/>
                  <a:sym typeface="프리젠테이션 Bold"/>
                </a:rPr>
                <a:t>기준이 없으면 '대충' 완성</a:t>
              </a:r>
            </a:p>
          </p:txBody>
        </p:sp>
        <p:sp>
          <p:nvSpPr>
            <p:cNvPr name="Freeform 22" id="22"/>
            <p:cNvSpPr/>
            <p:nvPr/>
          </p:nvSpPr>
          <p:spPr>
            <a:xfrm flipH="false" flipV="false" rot="0">
              <a:off x="741639" y="1418045"/>
              <a:ext cx="189653" cy="144610"/>
            </a:xfrm>
            <a:custGeom>
              <a:avLst/>
              <a:gdLst/>
              <a:ahLst/>
              <a:cxnLst/>
              <a:rect r="r" b="b" t="t" l="l"/>
              <a:pathLst>
                <a:path h="144610" w="189653">
                  <a:moveTo>
                    <a:pt x="0" y="0"/>
                  </a:moveTo>
                  <a:lnTo>
                    <a:pt x="189653" y="0"/>
                  </a:lnTo>
                  <a:lnTo>
                    <a:pt x="189653" y="144611"/>
                  </a:lnTo>
                  <a:lnTo>
                    <a:pt x="0" y="144611"/>
                  </a:lnTo>
                  <a:lnTo>
                    <a:pt x="0" y="0"/>
                  </a:lnTo>
                  <a:close/>
                </a:path>
              </a:pathLst>
            </a:custGeom>
            <a:blipFill>
              <a:blip r:embed="rId5">
                <a:extLst>
                  <a:ext uri="{96DAC541-7B7A-43D3-8B79-37D633B846F1}">
                    <asvg:svgBlip xmlns:asvg="http://schemas.microsoft.com/office/drawing/2016/SVG/main" r:embed="rId6"/>
                  </a:ext>
                </a:extLst>
              </a:blip>
              <a:stretch>
                <a:fillRect l="0" t="0" r="0" b="0"/>
              </a:stretch>
            </a:blipFill>
          </p:spPr>
        </p:sp>
        <p:sp>
          <p:nvSpPr>
            <p:cNvPr name="TextBox 23" id="23"/>
            <p:cNvSpPr txBox="true"/>
            <p:nvPr/>
          </p:nvSpPr>
          <p:spPr>
            <a:xfrm rot="0">
              <a:off x="1045128" y="1210950"/>
              <a:ext cx="6134820" cy="482600"/>
            </a:xfrm>
            <a:prstGeom prst="rect">
              <a:avLst/>
            </a:prstGeom>
          </p:spPr>
          <p:txBody>
            <a:bodyPr anchor="t" rtlCol="false" tIns="0" lIns="0" bIns="0" rIns="0">
              <a:spAutoFit/>
            </a:bodyPr>
            <a:lstStyle/>
            <a:p>
              <a:pPr algn="l" marL="0" indent="0" lvl="0">
                <a:lnSpc>
                  <a:spcPts val="3000"/>
                </a:lnSpc>
                <a:spcBef>
                  <a:spcPct val="0"/>
                </a:spcBef>
              </a:pPr>
              <a:r>
                <a:rPr lang="en-US" b="true" sz="2000" spc="-40" strike="noStrike" u="none">
                  <a:solidFill>
                    <a:srgbClr val="333333">
                      <a:alpha val="89804"/>
                    </a:srgbClr>
                  </a:solidFill>
                  <a:latin typeface="프리젠테이션 Bold"/>
                  <a:ea typeface="프리젠테이션 Bold"/>
                  <a:cs typeface="프리젠테이션 Bold"/>
                  <a:sym typeface="프리젠테이션 Bold"/>
                </a:rPr>
                <a:t>확인 가능한 조건으로 쓰기</a:t>
              </a:r>
            </a:p>
          </p:txBody>
        </p:sp>
        <p:sp>
          <p:nvSpPr>
            <p:cNvPr name="Freeform 24" id="24"/>
            <p:cNvSpPr/>
            <p:nvPr/>
          </p:nvSpPr>
          <p:spPr>
            <a:xfrm flipH="false" flipV="false" rot="0">
              <a:off x="741639" y="2126706"/>
              <a:ext cx="189653" cy="144610"/>
            </a:xfrm>
            <a:custGeom>
              <a:avLst/>
              <a:gdLst/>
              <a:ahLst/>
              <a:cxnLst/>
              <a:rect r="r" b="b" t="t" l="l"/>
              <a:pathLst>
                <a:path h="144610" w="189653">
                  <a:moveTo>
                    <a:pt x="0" y="0"/>
                  </a:moveTo>
                  <a:lnTo>
                    <a:pt x="189653" y="0"/>
                  </a:lnTo>
                  <a:lnTo>
                    <a:pt x="189653" y="144610"/>
                  </a:lnTo>
                  <a:lnTo>
                    <a:pt x="0" y="144610"/>
                  </a:lnTo>
                  <a:lnTo>
                    <a:pt x="0" y="0"/>
                  </a:lnTo>
                  <a:close/>
                </a:path>
              </a:pathLst>
            </a:custGeom>
            <a:blipFill>
              <a:blip r:embed="rId5">
                <a:extLst>
                  <a:ext uri="{96DAC541-7B7A-43D3-8B79-37D633B846F1}">
                    <asvg:svgBlip xmlns:asvg="http://schemas.microsoft.com/office/drawing/2016/SVG/main" r:embed="rId6"/>
                  </a:ext>
                </a:extLst>
              </a:blip>
              <a:stretch>
                <a:fillRect l="0" t="0" r="0" b="0"/>
              </a:stretch>
            </a:blipFill>
          </p:spPr>
        </p:sp>
        <p:sp>
          <p:nvSpPr>
            <p:cNvPr name="TextBox 25" id="25"/>
            <p:cNvSpPr txBox="true"/>
            <p:nvPr/>
          </p:nvSpPr>
          <p:spPr>
            <a:xfrm rot="0">
              <a:off x="1045128" y="1919611"/>
              <a:ext cx="6134820" cy="482600"/>
            </a:xfrm>
            <a:prstGeom prst="rect">
              <a:avLst/>
            </a:prstGeom>
          </p:spPr>
          <p:txBody>
            <a:bodyPr anchor="t" rtlCol="false" tIns="0" lIns="0" bIns="0" rIns="0">
              <a:spAutoFit/>
            </a:bodyPr>
            <a:lstStyle/>
            <a:p>
              <a:pPr algn="l" marL="0" indent="0" lvl="0">
                <a:lnSpc>
                  <a:spcPts val="3000"/>
                </a:lnSpc>
                <a:spcBef>
                  <a:spcPct val="0"/>
                </a:spcBef>
              </a:pPr>
              <a:r>
                <a:rPr lang="en-US" b="true" sz="2000" spc="-40" strike="noStrike" u="none">
                  <a:solidFill>
                    <a:srgbClr val="333333">
                      <a:alpha val="89804"/>
                    </a:srgbClr>
                  </a:solidFill>
                  <a:latin typeface="프리젠테이션 Bold"/>
                  <a:ea typeface="프리젠테이션 Bold"/>
                  <a:cs typeface="프리젠테이션 Bold"/>
                  <a:sym typeface="프리젠테이션 Bold"/>
                </a:rPr>
                <a:t>AI가 스스로 점검하게 함</a:t>
              </a:r>
            </a:p>
          </p:txBody>
        </p:sp>
      </p:grpSp>
      <p:grpSp>
        <p:nvGrpSpPr>
          <p:cNvPr name="Group 26" id="26"/>
          <p:cNvGrpSpPr/>
          <p:nvPr/>
        </p:nvGrpSpPr>
        <p:grpSpPr>
          <a:xfrm rot="0">
            <a:off x="10472784" y="2884234"/>
            <a:ext cx="3903318" cy="547878"/>
            <a:chOff x="0" y="0"/>
            <a:chExt cx="5204424" cy="730504"/>
          </a:xfrm>
        </p:grpSpPr>
        <p:sp>
          <p:nvSpPr>
            <p:cNvPr name="Freeform 27" id="27"/>
            <p:cNvSpPr/>
            <p:nvPr/>
          </p:nvSpPr>
          <p:spPr>
            <a:xfrm flipH="false" flipV="false" rot="0">
              <a:off x="0" y="192339"/>
              <a:ext cx="355986" cy="355986"/>
            </a:xfrm>
            <a:custGeom>
              <a:avLst/>
              <a:gdLst/>
              <a:ahLst/>
              <a:cxnLst/>
              <a:rect r="r" b="b" t="t" l="l"/>
              <a:pathLst>
                <a:path h="355986" w="355986">
                  <a:moveTo>
                    <a:pt x="0" y="0"/>
                  </a:moveTo>
                  <a:lnTo>
                    <a:pt x="355986" y="0"/>
                  </a:lnTo>
                  <a:lnTo>
                    <a:pt x="355986" y="355986"/>
                  </a:lnTo>
                  <a:lnTo>
                    <a:pt x="0" y="355986"/>
                  </a:lnTo>
                  <a:lnTo>
                    <a:pt x="0" y="0"/>
                  </a:lnTo>
                  <a:close/>
                </a:path>
              </a:pathLst>
            </a:custGeom>
            <a:blipFill>
              <a:blip r:embed="rId7">
                <a:extLst>
                  <a:ext uri="{96DAC541-7B7A-43D3-8B79-37D633B846F1}">
                    <asvg:svgBlip xmlns:asvg="http://schemas.microsoft.com/office/drawing/2016/SVG/main" r:embed="rId8"/>
                  </a:ext>
                </a:extLst>
              </a:blip>
              <a:stretch>
                <a:fillRect l="0" t="0" r="0" b="0"/>
              </a:stretch>
            </a:blipFill>
          </p:spPr>
        </p:sp>
        <p:sp>
          <p:nvSpPr>
            <p:cNvPr name="TextBox 28" id="28"/>
            <p:cNvSpPr txBox="true"/>
            <p:nvPr/>
          </p:nvSpPr>
          <p:spPr>
            <a:xfrm rot="0">
              <a:off x="500339" y="76200"/>
              <a:ext cx="4704085" cy="654304"/>
            </a:xfrm>
            <a:prstGeom prst="rect">
              <a:avLst/>
            </a:prstGeom>
          </p:spPr>
          <p:txBody>
            <a:bodyPr anchor="t" rtlCol="false" tIns="0" lIns="0" bIns="0" rIns="0">
              <a:spAutoFit/>
            </a:bodyPr>
            <a:lstStyle/>
            <a:p>
              <a:pPr algn="l" marL="0" indent="0" lvl="0">
                <a:lnSpc>
                  <a:spcPts val="3456"/>
                </a:lnSpc>
                <a:spcBef>
                  <a:spcPct val="0"/>
                </a:spcBef>
              </a:pPr>
              <a:r>
                <a:rPr lang="en-US" b="true" sz="3600" spc="-72" strike="noStrike" u="none">
                  <a:solidFill>
                    <a:srgbClr val="333333"/>
                  </a:solidFill>
                  <a:latin typeface="프리젠테이션 Bold"/>
                  <a:ea typeface="프리젠테이션 Bold"/>
                  <a:cs typeface="프리젠테이션 Bold"/>
                  <a:sym typeface="프리젠테이션 Bold"/>
                </a:rPr>
                <a:t>성공 기준 정하기</a:t>
              </a:r>
            </a:p>
          </p:txBody>
        </p:sp>
      </p:grpSp>
      <p:sp>
        <p:nvSpPr>
          <p:cNvPr name="TextBox 29" id="29"/>
          <p:cNvSpPr txBox="true"/>
          <p:nvPr/>
        </p:nvSpPr>
        <p:spPr>
          <a:xfrm rot="0">
            <a:off x="1355167" y="696396"/>
            <a:ext cx="12295240" cy="685800"/>
          </a:xfrm>
          <a:prstGeom prst="rect">
            <a:avLst/>
          </a:prstGeom>
        </p:spPr>
        <p:txBody>
          <a:bodyPr anchor="t" rtlCol="false" tIns="0" lIns="0" bIns="0" rIns="0">
            <a:spAutoFit/>
          </a:bodyPr>
          <a:lstStyle/>
          <a:p>
            <a:pPr algn="l" marL="0" indent="0" lvl="0">
              <a:lnSpc>
                <a:spcPts val="5100"/>
              </a:lnSpc>
              <a:spcBef>
                <a:spcPct val="0"/>
              </a:spcBef>
            </a:pPr>
            <a:r>
              <a:rPr lang="en-US" b="true" sz="5000" spc="-100" strike="noStrike" u="none">
                <a:solidFill>
                  <a:srgbClr val="FFFFFF"/>
                </a:solidFill>
                <a:latin typeface="프리젠테이션 Bold"/>
                <a:ea typeface="프리젠테이션 Bold"/>
                <a:cs typeface="프리젠테이션 Bold"/>
                <a:sym typeface="프리젠테이션 Bold"/>
              </a:rPr>
              <a:t>[E] Evaluate · 성공 기준</a:t>
            </a:r>
          </a:p>
        </p:txBody>
      </p:sp>
      <p:sp>
        <p:nvSpPr>
          <p:cNvPr name="TextBox 30" id="30"/>
          <p:cNvSpPr txBox="true"/>
          <p:nvPr/>
        </p:nvSpPr>
        <p:spPr>
          <a:xfrm rot="0">
            <a:off x="10472784" y="3604117"/>
            <a:ext cx="7086813" cy="1365885"/>
          </a:xfrm>
          <a:prstGeom prst="rect">
            <a:avLst/>
          </a:prstGeom>
        </p:spPr>
        <p:txBody>
          <a:bodyPr anchor="t" rtlCol="false" tIns="0" lIns="0" bIns="0" rIns="0">
            <a:spAutoFit/>
          </a:bodyPr>
          <a:lstStyle/>
          <a:p>
            <a:pPr algn="l" marL="0" indent="0" lvl="0">
              <a:lnSpc>
                <a:spcPts val="3600"/>
              </a:lnSpc>
              <a:spcBef>
                <a:spcPct val="0"/>
              </a:spcBef>
            </a:pPr>
            <a:r>
              <a:rPr lang="en-US" b="true" sz="2400" spc="-48" strike="noStrike" u="none">
                <a:solidFill>
                  <a:srgbClr val="000000">
                    <a:alpha val="69804"/>
                  </a:srgbClr>
                </a:solidFill>
                <a:latin typeface="프리젠테이션 Bold"/>
                <a:ea typeface="프리젠테이션 Bold"/>
                <a:cs typeface="프리젠테이션 Bold"/>
                <a:sym typeface="프리젠테이션 Bold"/>
              </a:rPr>
              <a:t>① 어떤 모습이면 성공인가?</a:t>
            </a:r>
          </a:p>
          <a:p>
            <a:pPr algn="l" marL="0" indent="0" lvl="0">
              <a:lnSpc>
                <a:spcPts val="3600"/>
              </a:lnSpc>
              <a:spcBef>
                <a:spcPct val="0"/>
              </a:spcBef>
            </a:pPr>
            <a:r>
              <a:rPr lang="en-US" b="true" sz="2400" spc="-48" strike="noStrike" u="none">
                <a:solidFill>
                  <a:srgbClr val="000000">
                    <a:alpha val="69804"/>
                  </a:srgbClr>
                </a:solidFill>
                <a:latin typeface="프리젠테이션 Bold"/>
                <a:ea typeface="프리젠테이션 Bold"/>
                <a:cs typeface="프리젠테이션 Bold"/>
                <a:sym typeface="프리젠테이션 Bold"/>
              </a:rPr>
              <a:t>② 눈으로 확인할 수 있게</a:t>
            </a:r>
          </a:p>
          <a:p>
            <a:pPr algn="l" marL="0" indent="0" lvl="0">
              <a:lnSpc>
                <a:spcPts val="3600"/>
              </a:lnSpc>
              <a:spcBef>
                <a:spcPct val="0"/>
              </a:spcBef>
            </a:pPr>
            <a:r>
              <a:rPr lang="en-US" b="true" sz="2400" spc="-48" strike="noStrike" u="none">
                <a:solidFill>
                  <a:srgbClr val="000000">
                    <a:alpha val="69804"/>
                  </a:srgbClr>
                </a:solidFill>
                <a:latin typeface="프리젠테이션 Bold"/>
                <a:ea typeface="프리젠테이션 Bold"/>
                <a:cs typeface="프리젠테이션 Bold"/>
                <a:sym typeface="프리젠테이션 Bold"/>
              </a:rPr>
              <a:t>③ 환각을 막는 안전장치</a:t>
            </a:r>
          </a:p>
        </p:txBody>
      </p:sp>
      <p:sp>
        <p:nvSpPr>
          <p:cNvPr name="TextBox 31" id="31"/>
          <p:cNvSpPr txBox="true"/>
          <p:nvPr/>
        </p:nvSpPr>
        <p:spPr>
          <a:xfrm rot="0">
            <a:off x="14694520" y="1353621"/>
            <a:ext cx="2865076" cy="325120"/>
          </a:xfrm>
          <a:prstGeom prst="rect">
            <a:avLst/>
          </a:prstGeom>
        </p:spPr>
        <p:txBody>
          <a:bodyPr anchor="t" rtlCol="false" tIns="0" lIns="0" bIns="0" rIns="0">
            <a:spAutoFit/>
          </a:bodyPr>
          <a:lstStyle/>
          <a:p>
            <a:pPr algn="ctr" marL="0" indent="0" lvl="0">
              <a:lnSpc>
                <a:spcPts val="2540"/>
              </a:lnSpc>
              <a:spcBef>
                <a:spcPct val="0"/>
              </a:spcBef>
            </a:pPr>
            <a:r>
              <a:rPr lang="en-US" b="true" sz="2000" spc="122" strike="noStrike" u="none">
                <a:solidFill>
                  <a:srgbClr val="5170FF"/>
                </a:solidFill>
                <a:latin typeface="프리젠테이션 Bold"/>
                <a:ea typeface="프리젠테이션 Bold"/>
                <a:cs typeface="프리젠테이션 Bold"/>
                <a:sym typeface="프리젠테이션 Bold"/>
              </a:rPr>
              <a:t>해달 바이브코딩 기초반</a:t>
            </a:r>
          </a:p>
        </p:txBody>
      </p:sp>
      <p:grpSp>
        <p:nvGrpSpPr>
          <p:cNvPr name="Group 32" id="32"/>
          <p:cNvGrpSpPr/>
          <p:nvPr/>
        </p:nvGrpSpPr>
        <p:grpSpPr>
          <a:xfrm rot="0">
            <a:off x="1714500" y="2895600"/>
            <a:ext cx="8201025" cy="5695950"/>
            <a:chOff x="0" y="0"/>
            <a:chExt cx="10934700" cy="7594600"/>
          </a:xfrm>
        </p:grpSpPr>
        <p:sp>
          <p:nvSpPr>
            <p:cNvPr name="Freeform 33" id="33"/>
            <p:cNvSpPr/>
            <p:nvPr/>
          </p:nvSpPr>
          <p:spPr>
            <a:xfrm flipH="false" flipV="false" rot="0">
              <a:off x="0" y="0"/>
              <a:ext cx="10934700" cy="7594600"/>
            </a:xfrm>
            <a:custGeom>
              <a:avLst/>
              <a:gdLst/>
              <a:ahLst/>
              <a:cxnLst/>
              <a:rect r="r" b="b" t="t" l="l"/>
              <a:pathLst>
                <a:path h="7594600" w="10934700">
                  <a:moveTo>
                    <a:pt x="35401" y="0"/>
                  </a:moveTo>
                  <a:lnTo>
                    <a:pt x="10899299" y="0"/>
                  </a:lnTo>
                  <a:cubicBezTo>
                    <a:pt x="10918851" y="0"/>
                    <a:pt x="10934700" y="15849"/>
                    <a:pt x="10934700" y="35401"/>
                  </a:cubicBezTo>
                  <a:lnTo>
                    <a:pt x="10934700" y="7559199"/>
                  </a:lnTo>
                  <a:cubicBezTo>
                    <a:pt x="10934700" y="7578751"/>
                    <a:pt x="10918851" y="7594600"/>
                    <a:pt x="10899299" y="7594600"/>
                  </a:cubicBezTo>
                  <a:lnTo>
                    <a:pt x="35401" y="7594600"/>
                  </a:lnTo>
                  <a:cubicBezTo>
                    <a:pt x="15849" y="7594600"/>
                    <a:pt x="0" y="7578751"/>
                    <a:pt x="0" y="7559199"/>
                  </a:cubicBezTo>
                  <a:lnTo>
                    <a:pt x="0" y="35401"/>
                  </a:lnTo>
                  <a:cubicBezTo>
                    <a:pt x="0" y="15849"/>
                    <a:pt x="15849" y="0"/>
                    <a:pt x="35401" y="0"/>
                  </a:cubicBezTo>
                  <a:close/>
                </a:path>
              </a:pathLst>
            </a:custGeom>
            <a:solidFill>
              <a:srgbClr val="1E2233"/>
            </a:solidFill>
          </p:spPr>
        </p:sp>
        <p:sp>
          <p:nvSpPr>
            <p:cNvPr name="TextBox 34" id="34"/>
            <p:cNvSpPr txBox="true"/>
            <p:nvPr/>
          </p:nvSpPr>
          <p:spPr>
            <a:xfrm>
              <a:off x="0" y="-38100"/>
              <a:ext cx="10934700" cy="7632700"/>
            </a:xfrm>
            <a:prstGeom prst="rect">
              <a:avLst/>
            </a:prstGeom>
          </p:spPr>
          <p:txBody>
            <a:bodyPr anchor="ctr" rtlCol="false" tIns="50800" lIns="50800" bIns="50800" rIns="50800"/>
            <a:lstStyle/>
            <a:p>
              <a:pPr algn="l">
                <a:lnSpc>
                  <a:spcPts val="1679"/>
                </a:lnSpc>
              </a:pPr>
            </a:p>
          </p:txBody>
        </p:sp>
      </p:grpSp>
      <p:grpSp>
        <p:nvGrpSpPr>
          <p:cNvPr name="Group 35" id="35"/>
          <p:cNvGrpSpPr/>
          <p:nvPr/>
        </p:nvGrpSpPr>
        <p:grpSpPr>
          <a:xfrm rot="0">
            <a:off x="1714500" y="2895600"/>
            <a:ext cx="8201025" cy="609600"/>
            <a:chOff x="0" y="0"/>
            <a:chExt cx="10934700" cy="812800"/>
          </a:xfrm>
        </p:grpSpPr>
        <p:sp>
          <p:nvSpPr>
            <p:cNvPr name="Freeform 36" id="36"/>
            <p:cNvSpPr/>
            <p:nvPr/>
          </p:nvSpPr>
          <p:spPr>
            <a:xfrm flipH="false" flipV="false" rot="0">
              <a:off x="0" y="0"/>
              <a:ext cx="10934700" cy="812800"/>
            </a:xfrm>
            <a:custGeom>
              <a:avLst/>
              <a:gdLst/>
              <a:ahLst/>
              <a:cxnLst/>
              <a:rect r="r" b="b" t="t" l="l"/>
              <a:pathLst>
                <a:path h="812800" w="10934700">
                  <a:moveTo>
                    <a:pt x="35401" y="0"/>
                  </a:moveTo>
                  <a:lnTo>
                    <a:pt x="10899299" y="0"/>
                  </a:lnTo>
                  <a:cubicBezTo>
                    <a:pt x="10918851" y="0"/>
                    <a:pt x="10934700" y="15849"/>
                    <a:pt x="10934700" y="35401"/>
                  </a:cubicBezTo>
                  <a:lnTo>
                    <a:pt x="10934700" y="777399"/>
                  </a:lnTo>
                  <a:cubicBezTo>
                    <a:pt x="10934700" y="796951"/>
                    <a:pt x="10918851" y="812800"/>
                    <a:pt x="10899299" y="812800"/>
                  </a:cubicBezTo>
                  <a:lnTo>
                    <a:pt x="35401" y="812800"/>
                  </a:lnTo>
                  <a:cubicBezTo>
                    <a:pt x="15849" y="812800"/>
                    <a:pt x="0" y="796951"/>
                    <a:pt x="0" y="777399"/>
                  </a:cubicBezTo>
                  <a:lnTo>
                    <a:pt x="0" y="35401"/>
                  </a:lnTo>
                  <a:cubicBezTo>
                    <a:pt x="0" y="15849"/>
                    <a:pt x="15849" y="0"/>
                    <a:pt x="35401" y="0"/>
                  </a:cubicBezTo>
                  <a:close/>
                </a:path>
              </a:pathLst>
            </a:custGeom>
            <a:solidFill>
              <a:srgbClr val="2D3350"/>
            </a:solidFill>
          </p:spPr>
        </p:sp>
        <p:sp>
          <p:nvSpPr>
            <p:cNvPr name="TextBox 37" id="37"/>
            <p:cNvSpPr txBox="true"/>
            <p:nvPr/>
          </p:nvSpPr>
          <p:spPr>
            <a:xfrm>
              <a:off x="0" y="-38100"/>
              <a:ext cx="10934700" cy="850900"/>
            </a:xfrm>
            <a:prstGeom prst="rect">
              <a:avLst/>
            </a:prstGeom>
          </p:spPr>
          <p:txBody>
            <a:bodyPr anchor="ctr" rtlCol="false" tIns="50800" lIns="50800" bIns="50800" rIns="50800"/>
            <a:lstStyle/>
            <a:p>
              <a:pPr algn="l">
                <a:lnSpc>
                  <a:spcPts val="1679"/>
                </a:lnSpc>
              </a:pPr>
            </a:p>
          </p:txBody>
        </p:sp>
      </p:grpSp>
      <p:sp>
        <p:nvSpPr>
          <p:cNvPr name="TextBox 38" id="38"/>
          <p:cNvSpPr txBox="true"/>
          <p:nvPr/>
        </p:nvSpPr>
        <p:spPr>
          <a:xfrm rot="0">
            <a:off x="2047875" y="2971800"/>
            <a:ext cx="7429500" cy="350520"/>
          </a:xfrm>
          <a:prstGeom prst="rect">
            <a:avLst/>
          </a:prstGeom>
        </p:spPr>
        <p:txBody>
          <a:bodyPr anchor="t" rtlCol="false" tIns="0" lIns="0" bIns="0" rIns="0">
            <a:spAutoFit/>
          </a:bodyPr>
          <a:lstStyle/>
          <a:p>
            <a:pPr algn="l" marL="0" indent="0" lvl="0">
              <a:lnSpc>
                <a:spcPts val="2729"/>
              </a:lnSpc>
              <a:spcBef>
                <a:spcPct val="0"/>
              </a:spcBef>
            </a:pPr>
            <a:r>
              <a:rPr lang="en-US" b="true" sz="1950" strike="noStrike" u="none">
                <a:solidFill>
                  <a:srgbClr val="A9B8FF"/>
                </a:solidFill>
                <a:latin typeface="Arimo Bold"/>
                <a:ea typeface="Arimo Bold"/>
                <a:cs typeface="Arimo Bold"/>
                <a:sym typeface="Arimo Bold"/>
              </a:rPr>
              <a:t>💬 ✅ Evaluate를 덧붙이기</a:t>
            </a:r>
          </a:p>
        </p:txBody>
      </p:sp>
      <p:sp>
        <p:nvSpPr>
          <p:cNvPr name="TextBox 39" id="39"/>
          <p:cNvSpPr txBox="true"/>
          <p:nvPr/>
        </p:nvSpPr>
        <p:spPr>
          <a:xfrm rot="0">
            <a:off x="2143125" y="3762375"/>
            <a:ext cx="7524750" cy="2594610"/>
          </a:xfrm>
          <a:prstGeom prst="rect">
            <a:avLst/>
          </a:prstGeom>
        </p:spPr>
        <p:txBody>
          <a:bodyPr anchor="t" rtlCol="false" tIns="0" lIns="0" bIns="0" rIns="0">
            <a:spAutoFit/>
          </a:bodyPr>
          <a:lstStyle/>
          <a:p>
            <a:pPr algn="l" marL="0" indent="0" lvl="0">
              <a:lnSpc>
                <a:spcPts val="2940"/>
              </a:lnSpc>
              <a:spcBef>
                <a:spcPct val="0"/>
              </a:spcBef>
            </a:pPr>
            <a:r>
              <a:rPr lang="en-US" sz="2100" strike="noStrike" u="none">
                <a:solidFill>
                  <a:srgbClr val="EEF1FF"/>
                </a:solidFill>
                <a:latin typeface="Arimo"/>
                <a:ea typeface="Arimo"/>
                <a:cs typeface="Arimo"/>
                <a:sym typeface="Arimo"/>
              </a:rPr>
              <a:t>✅ [Evaluate]</a:t>
            </a:r>
          </a:p>
          <a:p>
            <a:pPr algn="l" marL="0" indent="0" lvl="0">
              <a:lnSpc>
                <a:spcPts val="2940"/>
              </a:lnSpc>
              <a:spcBef>
                <a:spcPct val="0"/>
              </a:spcBef>
            </a:pPr>
            <a:r>
              <a:rPr lang="en-US" sz="2100" strike="noStrike" u="none">
                <a:solidFill>
                  <a:srgbClr val="EEF1FF"/>
                </a:solidFill>
                <a:latin typeface="Arimo"/>
                <a:ea typeface="Arimo"/>
                <a:cs typeface="Arimo"/>
                <a:sym typeface="Arimo"/>
              </a:rPr>
              <a:t>완성 조건:</a:t>
            </a:r>
          </a:p>
          <a:p>
            <a:pPr algn="l" marL="0" indent="0" lvl="0">
              <a:lnSpc>
                <a:spcPts val="2940"/>
              </a:lnSpc>
              <a:spcBef>
                <a:spcPct val="0"/>
              </a:spcBef>
            </a:pPr>
            <a:r>
              <a:rPr lang="en-US" sz="2100" strike="noStrike" u="none">
                <a:solidFill>
                  <a:srgbClr val="EEF1FF"/>
                </a:solidFill>
                <a:latin typeface="Arimo"/>
                <a:ea typeface="Arimo"/>
                <a:cs typeface="Arimo"/>
                <a:sym typeface="Arimo"/>
              </a:rPr>
              <a:t>- 목표 카드 3개가 한 줄로 보일 것</a:t>
            </a:r>
          </a:p>
          <a:p>
            <a:pPr algn="l" marL="0" indent="0" lvl="0">
              <a:lnSpc>
                <a:spcPts val="2940"/>
              </a:lnSpc>
              <a:spcBef>
                <a:spcPct val="0"/>
              </a:spcBef>
            </a:pPr>
            <a:r>
              <a:rPr lang="en-US" sz="2100" strike="noStrike" u="none">
                <a:solidFill>
                  <a:srgbClr val="EEF1FF"/>
                </a:solidFill>
                <a:latin typeface="Arimo"/>
                <a:ea typeface="Arimo"/>
                <a:cs typeface="Arimo"/>
                <a:sym typeface="Arimo"/>
              </a:rPr>
              <a:t>- 휴대폰 화면에서도 깨지지 않을 것</a:t>
            </a:r>
          </a:p>
          <a:p>
            <a:pPr algn="l" marL="0" indent="0" lvl="0">
              <a:lnSpc>
                <a:spcPts val="2940"/>
              </a:lnSpc>
              <a:spcBef>
                <a:spcPct val="0"/>
              </a:spcBef>
            </a:pPr>
            <a:r>
              <a:rPr lang="en-US" sz="2100" strike="noStrike" u="none">
                <a:solidFill>
                  <a:srgbClr val="EEF1FF"/>
                </a:solidFill>
                <a:latin typeface="Arimo"/>
                <a:ea typeface="Arimo"/>
                <a:cs typeface="Arimo"/>
                <a:sym typeface="Arimo"/>
              </a:rPr>
              <a:t>- 기존 섹션은 바뀌지 않을 것</a:t>
            </a:r>
          </a:p>
          <a:p>
            <a:pPr algn="l" marL="0" indent="0" lvl="0">
              <a:lnSpc>
                <a:spcPts val="2940"/>
              </a:lnSpc>
              <a:spcBef>
                <a:spcPct val="0"/>
              </a:spcBef>
            </a:pPr>
          </a:p>
          <a:p>
            <a:pPr algn="l" marL="0" indent="0" lvl="0">
              <a:lnSpc>
                <a:spcPts val="2940"/>
              </a:lnSpc>
              <a:spcBef>
                <a:spcPct val="0"/>
              </a:spcBef>
            </a:pPr>
            <a:r>
              <a:rPr lang="en-US" sz="2100" strike="noStrike" u="none">
                <a:solidFill>
                  <a:srgbClr val="EEF1FF"/>
                </a:solidFill>
                <a:latin typeface="Arimo"/>
                <a:ea typeface="Arimo"/>
                <a:cs typeface="Arimo"/>
                <a:sym typeface="Arimo"/>
              </a:rPr>
              <a:t>👉 '다 됐다'의 기준을 적어주기</a:t>
            </a:r>
          </a:p>
        </p:txBody>
      </p:sp>
      <p:sp>
        <p:nvSpPr>
          <p:cNvPr name="TextBox 40" id="40"/>
          <p:cNvSpPr txBox="true"/>
          <p:nvPr/>
        </p:nvSpPr>
        <p:spPr>
          <a:xfrm rot="0">
            <a:off x="8382000" y="8899525"/>
            <a:ext cx="1524000" cy="358775"/>
          </a:xfrm>
          <a:prstGeom prst="rect">
            <a:avLst/>
          </a:prstGeom>
        </p:spPr>
        <p:txBody>
          <a:bodyPr anchor="t" rtlCol="false" tIns="0" lIns="0" bIns="0" rIns="0">
            <a:spAutoFit/>
          </a:bodyPr>
          <a:lstStyle/>
          <a:p>
            <a:pPr algn="ctr" marL="0" indent="0" lvl="0">
              <a:lnSpc>
                <a:spcPts val="2800"/>
              </a:lnSpc>
              <a:spcBef>
                <a:spcPct val="0"/>
              </a:spcBef>
            </a:pPr>
            <a:r>
              <a:rPr lang="en-US" b="true" sz="2000" strike="noStrike" u="none">
                <a:solidFill>
                  <a:srgbClr val="4165C1"/>
                </a:solidFill>
                <a:latin typeface="프리젠테이션 Bold"/>
                <a:ea typeface="프리젠테이션 Bold"/>
                <a:cs typeface="프리젠테이션 Bold"/>
                <a:sym typeface="프리젠테이션 Bold"/>
              </a:rPr>
              <a:t>- 25 -</a:t>
            </a:r>
          </a:p>
        </p:txBody>
      </p:sp>
    </p:spTree>
  </p:cSld>
  <p:clrMapOvr>
    <a:masterClrMapping/>
  </p:clrMapOvr>
</p:sld>
</file>

<file path=ppt/slides/slide26.xml><?xml version="1.0" encoding="utf-8"?>
<p:sld xmlns:p="http://schemas.openxmlformats.org/presentationml/2006/main" xmlns:a="http://schemas.openxmlformats.org/drawingml/2006/main" xmlns:r="http://schemas.openxmlformats.org/officeDocument/2006/relationships">
  <p:cSld>
    <p:bg>
      <p:bgPr>
        <a:solidFill>
          <a:srgbClr val="5170FF"/>
        </a:solidFill>
      </p:bgPr>
    </p:bg>
    <p:spTree>
      <p:nvGrpSpPr>
        <p:cNvPr id="1" name=""/>
        <p:cNvGrpSpPr/>
        <p:nvPr/>
      </p:nvGrpSpPr>
      <p:grpSpPr>
        <a:xfrm>
          <a:off x="0" y="0"/>
          <a:ext cx="0" cy="0"/>
          <a:chOff x="0" y="0"/>
          <a:chExt cx="0" cy="0"/>
        </a:xfrm>
      </p:grpSpPr>
      <p:grpSp>
        <p:nvGrpSpPr>
          <p:cNvPr name="Group 2" id="2"/>
          <p:cNvGrpSpPr/>
          <p:nvPr/>
        </p:nvGrpSpPr>
        <p:grpSpPr>
          <a:xfrm rot="0">
            <a:off x="534854" y="457200"/>
            <a:ext cx="17218292" cy="9294946"/>
            <a:chOff x="0" y="0"/>
            <a:chExt cx="22957723" cy="12393261"/>
          </a:xfrm>
        </p:grpSpPr>
        <p:grpSp>
          <p:nvGrpSpPr>
            <p:cNvPr name="Group 3" id="3"/>
            <p:cNvGrpSpPr/>
            <p:nvPr/>
          </p:nvGrpSpPr>
          <p:grpSpPr>
            <a:xfrm rot="0">
              <a:off x="0" y="1727243"/>
              <a:ext cx="22957723" cy="10666019"/>
              <a:chOff x="0" y="0"/>
              <a:chExt cx="4777465" cy="2219581"/>
            </a:xfrm>
          </p:grpSpPr>
          <p:sp>
            <p:nvSpPr>
              <p:cNvPr name="Freeform 4" id="4"/>
              <p:cNvSpPr/>
              <p:nvPr/>
            </p:nvSpPr>
            <p:spPr>
              <a:xfrm flipH="false" flipV="false" rot="0">
                <a:off x="0" y="0"/>
                <a:ext cx="4777465" cy="2219581"/>
              </a:xfrm>
              <a:custGeom>
                <a:avLst/>
                <a:gdLst/>
                <a:ahLst/>
                <a:cxnLst/>
                <a:rect r="r" b="b" t="t" l="l"/>
                <a:pathLst>
                  <a:path h="2219581" w="4777465">
                    <a:moveTo>
                      <a:pt x="22931" y="0"/>
                    </a:moveTo>
                    <a:lnTo>
                      <a:pt x="4754534" y="0"/>
                    </a:lnTo>
                    <a:cubicBezTo>
                      <a:pt x="4767199" y="0"/>
                      <a:pt x="4777465" y="10267"/>
                      <a:pt x="4777465" y="22931"/>
                    </a:cubicBezTo>
                    <a:lnTo>
                      <a:pt x="4777465" y="2196650"/>
                    </a:lnTo>
                    <a:cubicBezTo>
                      <a:pt x="4777465" y="2202732"/>
                      <a:pt x="4775049" y="2208564"/>
                      <a:pt x="4770749" y="2212865"/>
                    </a:cubicBezTo>
                    <a:cubicBezTo>
                      <a:pt x="4766449" y="2217165"/>
                      <a:pt x="4760616" y="2219581"/>
                      <a:pt x="4754534" y="2219581"/>
                    </a:cubicBezTo>
                    <a:lnTo>
                      <a:pt x="22931" y="2219581"/>
                    </a:lnTo>
                    <a:cubicBezTo>
                      <a:pt x="10267" y="2219581"/>
                      <a:pt x="0" y="2209315"/>
                      <a:pt x="0" y="2196650"/>
                    </a:cubicBezTo>
                    <a:lnTo>
                      <a:pt x="0" y="22931"/>
                    </a:lnTo>
                    <a:cubicBezTo>
                      <a:pt x="0" y="10267"/>
                      <a:pt x="10267" y="0"/>
                      <a:pt x="22931" y="0"/>
                    </a:cubicBezTo>
                    <a:close/>
                  </a:path>
                </a:pathLst>
              </a:custGeom>
              <a:solidFill>
                <a:srgbClr val="FFFFFF"/>
              </a:solidFill>
              <a:ln cap="rnd">
                <a:noFill/>
                <a:prstDash val="solid"/>
                <a:round/>
              </a:ln>
            </p:spPr>
          </p:sp>
          <p:sp>
            <p:nvSpPr>
              <p:cNvPr name="TextBox 5" id="5"/>
              <p:cNvSpPr txBox="true"/>
              <p:nvPr/>
            </p:nvSpPr>
            <p:spPr>
              <a:xfrm>
                <a:off x="0" y="-38100"/>
                <a:ext cx="4777465" cy="2257681"/>
              </a:xfrm>
              <a:prstGeom prst="rect">
                <a:avLst/>
              </a:prstGeom>
            </p:spPr>
            <p:txBody>
              <a:bodyPr anchor="ctr" rtlCol="false" tIns="48220" lIns="48220" bIns="48220" rIns="48220"/>
              <a:lstStyle/>
              <a:p>
                <a:pPr algn="ctr" marL="0" indent="0" lvl="0">
                  <a:lnSpc>
                    <a:spcPts val="1853"/>
                  </a:lnSpc>
                  <a:spcBef>
                    <a:spcPct val="0"/>
                  </a:spcBef>
                </a:pPr>
              </a:p>
              <a:p>
                <a:pPr algn="ctr" marL="0" indent="0" lvl="0">
                  <a:lnSpc>
                    <a:spcPts val="1853"/>
                  </a:lnSpc>
                  <a:spcBef>
                    <a:spcPct val="0"/>
                  </a:spcBef>
                </a:pPr>
              </a:p>
              <a:p>
                <a:pPr algn="ctr" marL="0" indent="0" lvl="0">
                  <a:lnSpc>
                    <a:spcPts val="1853"/>
                  </a:lnSpc>
                  <a:spcBef>
                    <a:spcPct val="0"/>
                  </a:spcBef>
                </a:pPr>
              </a:p>
            </p:txBody>
          </p:sp>
        </p:grpSp>
        <p:grpSp>
          <p:nvGrpSpPr>
            <p:cNvPr name="Group 6" id="6"/>
            <p:cNvGrpSpPr/>
            <p:nvPr/>
          </p:nvGrpSpPr>
          <p:grpSpPr>
            <a:xfrm rot="0">
              <a:off x="18499830" y="891712"/>
              <a:ext cx="4457893" cy="3397582"/>
              <a:chOff x="0" y="0"/>
              <a:chExt cx="927680" cy="707031"/>
            </a:xfrm>
          </p:grpSpPr>
          <p:sp>
            <p:nvSpPr>
              <p:cNvPr name="Freeform 7" id="7"/>
              <p:cNvSpPr/>
              <p:nvPr/>
            </p:nvSpPr>
            <p:spPr>
              <a:xfrm flipH="false" flipV="false" rot="0">
                <a:off x="0" y="0"/>
                <a:ext cx="927680" cy="707031"/>
              </a:xfrm>
              <a:custGeom>
                <a:avLst/>
                <a:gdLst/>
                <a:ahLst/>
                <a:cxnLst/>
                <a:rect r="r" b="b" t="t" l="l"/>
                <a:pathLst>
                  <a:path h="707031" w="927680">
                    <a:moveTo>
                      <a:pt x="118094" y="0"/>
                    </a:moveTo>
                    <a:lnTo>
                      <a:pt x="809586" y="0"/>
                    </a:lnTo>
                    <a:cubicBezTo>
                      <a:pt x="874808" y="0"/>
                      <a:pt x="927680" y="52872"/>
                      <a:pt x="927680" y="118094"/>
                    </a:cubicBezTo>
                    <a:lnTo>
                      <a:pt x="927680" y="588937"/>
                    </a:lnTo>
                    <a:cubicBezTo>
                      <a:pt x="927680" y="654159"/>
                      <a:pt x="874808" y="707031"/>
                      <a:pt x="809586" y="707031"/>
                    </a:cubicBezTo>
                    <a:lnTo>
                      <a:pt x="118094" y="707031"/>
                    </a:lnTo>
                    <a:cubicBezTo>
                      <a:pt x="52872" y="707031"/>
                      <a:pt x="0" y="654159"/>
                      <a:pt x="0" y="588937"/>
                    </a:cubicBezTo>
                    <a:lnTo>
                      <a:pt x="0" y="118094"/>
                    </a:lnTo>
                    <a:cubicBezTo>
                      <a:pt x="0" y="52872"/>
                      <a:pt x="52872" y="0"/>
                      <a:pt x="118094" y="0"/>
                    </a:cubicBezTo>
                    <a:close/>
                  </a:path>
                </a:pathLst>
              </a:custGeom>
              <a:solidFill>
                <a:srgbClr val="FFFFFF"/>
              </a:solidFill>
              <a:ln cap="rnd">
                <a:noFill/>
                <a:prstDash val="solid"/>
                <a:round/>
              </a:ln>
            </p:spPr>
          </p:sp>
          <p:sp>
            <p:nvSpPr>
              <p:cNvPr name="TextBox 8" id="8"/>
              <p:cNvSpPr txBox="true"/>
              <p:nvPr/>
            </p:nvSpPr>
            <p:spPr>
              <a:xfrm>
                <a:off x="0" y="-38100"/>
                <a:ext cx="927680" cy="745131"/>
              </a:xfrm>
              <a:prstGeom prst="rect">
                <a:avLst/>
              </a:prstGeom>
            </p:spPr>
            <p:txBody>
              <a:bodyPr anchor="ctr" rtlCol="false" tIns="48220" lIns="48220" bIns="48220" rIns="48220"/>
              <a:lstStyle/>
              <a:p>
                <a:pPr algn="ctr" marL="0" indent="0" lvl="0">
                  <a:lnSpc>
                    <a:spcPts val="1853"/>
                  </a:lnSpc>
                  <a:spcBef>
                    <a:spcPct val="0"/>
                  </a:spcBef>
                </a:pPr>
              </a:p>
              <a:p>
                <a:pPr algn="ctr" marL="0" indent="0" lvl="0">
                  <a:lnSpc>
                    <a:spcPts val="1853"/>
                  </a:lnSpc>
                  <a:spcBef>
                    <a:spcPct val="0"/>
                  </a:spcBef>
                </a:pPr>
              </a:p>
              <a:p>
                <a:pPr algn="ctr" marL="0" indent="0" lvl="0">
                  <a:lnSpc>
                    <a:spcPts val="1853"/>
                  </a:lnSpc>
                  <a:spcBef>
                    <a:spcPct val="0"/>
                  </a:spcBef>
                </a:pPr>
              </a:p>
            </p:txBody>
          </p:sp>
        </p:grpSp>
        <p:grpSp>
          <p:nvGrpSpPr>
            <p:cNvPr name="Group 9" id="9"/>
            <p:cNvGrpSpPr/>
            <p:nvPr/>
          </p:nvGrpSpPr>
          <p:grpSpPr>
            <a:xfrm rot="0">
              <a:off x="18064463" y="1334482"/>
              <a:ext cx="2392010" cy="1865053"/>
              <a:chOff x="0" y="0"/>
              <a:chExt cx="497773" cy="388115"/>
            </a:xfrm>
          </p:grpSpPr>
          <p:sp>
            <p:nvSpPr>
              <p:cNvPr name="Freeform 10" id="10"/>
              <p:cNvSpPr/>
              <p:nvPr/>
            </p:nvSpPr>
            <p:spPr>
              <a:xfrm flipH="false" flipV="false" rot="0">
                <a:off x="0" y="0"/>
                <a:ext cx="497773" cy="388115"/>
              </a:xfrm>
              <a:custGeom>
                <a:avLst/>
                <a:gdLst/>
                <a:ahLst/>
                <a:cxnLst/>
                <a:rect r="r" b="b" t="t" l="l"/>
                <a:pathLst>
                  <a:path h="388115" w="497773">
                    <a:moveTo>
                      <a:pt x="0" y="0"/>
                    </a:moveTo>
                    <a:lnTo>
                      <a:pt x="497773" y="0"/>
                    </a:lnTo>
                    <a:lnTo>
                      <a:pt x="497773" y="388115"/>
                    </a:lnTo>
                    <a:lnTo>
                      <a:pt x="0" y="388115"/>
                    </a:lnTo>
                    <a:close/>
                  </a:path>
                </a:pathLst>
              </a:custGeom>
              <a:solidFill>
                <a:srgbClr val="FFFFFF"/>
              </a:solidFill>
              <a:ln cap="sq">
                <a:noFill/>
                <a:prstDash val="solid"/>
                <a:miter/>
              </a:ln>
            </p:spPr>
          </p:sp>
          <p:sp>
            <p:nvSpPr>
              <p:cNvPr name="TextBox 11" id="11"/>
              <p:cNvSpPr txBox="true"/>
              <p:nvPr/>
            </p:nvSpPr>
            <p:spPr>
              <a:xfrm>
                <a:off x="0" y="-38100"/>
                <a:ext cx="497773" cy="426215"/>
              </a:xfrm>
              <a:prstGeom prst="rect">
                <a:avLst/>
              </a:prstGeom>
            </p:spPr>
            <p:txBody>
              <a:bodyPr anchor="ctr" rtlCol="false" tIns="48220" lIns="48220" bIns="48220" rIns="48220"/>
              <a:lstStyle/>
              <a:p>
                <a:pPr algn="ctr" marL="0" indent="0" lvl="0">
                  <a:lnSpc>
                    <a:spcPts val="1853"/>
                  </a:lnSpc>
                  <a:spcBef>
                    <a:spcPct val="0"/>
                  </a:spcBef>
                </a:pPr>
              </a:p>
              <a:p>
                <a:pPr algn="ctr" marL="0" indent="0" lvl="0">
                  <a:lnSpc>
                    <a:spcPts val="1853"/>
                  </a:lnSpc>
                  <a:spcBef>
                    <a:spcPct val="0"/>
                  </a:spcBef>
                </a:pPr>
              </a:p>
              <a:p>
                <a:pPr algn="ctr" marL="0" indent="0" lvl="0">
                  <a:lnSpc>
                    <a:spcPts val="1853"/>
                  </a:lnSpc>
                  <a:spcBef>
                    <a:spcPct val="0"/>
                  </a:spcBef>
                </a:pPr>
              </a:p>
            </p:txBody>
          </p:sp>
        </p:grpSp>
        <p:grpSp>
          <p:nvGrpSpPr>
            <p:cNvPr name="Group 12" id="12"/>
            <p:cNvGrpSpPr/>
            <p:nvPr/>
          </p:nvGrpSpPr>
          <p:grpSpPr>
            <a:xfrm rot="0">
              <a:off x="16059231" y="0"/>
              <a:ext cx="2504831" cy="1727243"/>
              <a:chOff x="0" y="0"/>
              <a:chExt cx="521251" cy="359436"/>
            </a:xfrm>
          </p:grpSpPr>
          <p:sp>
            <p:nvSpPr>
              <p:cNvPr name="Freeform 13" id="13"/>
              <p:cNvSpPr/>
              <p:nvPr/>
            </p:nvSpPr>
            <p:spPr>
              <a:xfrm flipH="false" flipV="false" rot="0">
                <a:off x="0" y="0"/>
                <a:ext cx="521251" cy="359436"/>
              </a:xfrm>
              <a:custGeom>
                <a:avLst/>
                <a:gdLst/>
                <a:ahLst/>
                <a:cxnLst/>
                <a:rect r="r" b="b" t="t" l="l"/>
                <a:pathLst>
                  <a:path h="359436" w="521251">
                    <a:moveTo>
                      <a:pt x="179718" y="0"/>
                    </a:moveTo>
                    <a:lnTo>
                      <a:pt x="341533" y="0"/>
                    </a:lnTo>
                    <a:cubicBezTo>
                      <a:pt x="440789" y="0"/>
                      <a:pt x="521251" y="80463"/>
                      <a:pt x="521251" y="179718"/>
                    </a:cubicBezTo>
                    <a:lnTo>
                      <a:pt x="521251" y="179718"/>
                    </a:lnTo>
                    <a:cubicBezTo>
                      <a:pt x="521251" y="227382"/>
                      <a:pt x="502317" y="273094"/>
                      <a:pt x="468613" y="306798"/>
                    </a:cubicBezTo>
                    <a:cubicBezTo>
                      <a:pt x="434909" y="340502"/>
                      <a:pt x="389197" y="359436"/>
                      <a:pt x="341533" y="359436"/>
                    </a:cubicBezTo>
                    <a:lnTo>
                      <a:pt x="179718" y="359436"/>
                    </a:lnTo>
                    <a:cubicBezTo>
                      <a:pt x="132054" y="359436"/>
                      <a:pt x="86342" y="340502"/>
                      <a:pt x="52638" y="306798"/>
                    </a:cubicBezTo>
                    <a:cubicBezTo>
                      <a:pt x="18935" y="273094"/>
                      <a:pt x="0" y="227382"/>
                      <a:pt x="0" y="179718"/>
                    </a:cubicBezTo>
                    <a:lnTo>
                      <a:pt x="0" y="179718"/>
                    </a:lnTo>
                    <a:cubicBezTo>
                      <a:pt x="0" y="132054"/>
                      <a:pt x="18935" y="86342"/>
                      <a:pt x="52638" y="52638"/>
                    </a:cubicBezTo>
                    <a:cubicBezTo>
                      <a:pt x="86342" y="18935"/>
                      <a:pt x="132054" y="0"/>
                      <a:pt x="179718" y="0"/>
                    </a:cubicBezTo>
                    <a:close/>
                  </a:path>
                </a:pathLst>
              </a:custGeom>
              <a:solidFill>
                <a:srgbClr val="5170FF"/>
              </a:solidFill>
              <a:ln cap="rnd">
                <a:noFill/>
                <a:prstDash val="solid"/>
                <a:round/>
              </a:ln>
            </p:spPr>
          </p:sp>
          <p:sp>
            <p:nvSpPr>
              <p:cNvPr name="TextBox 14" id="14"/>
              <p:cNvSpPr txBox="true"/>
              <p:nvPr/>
            </p:nvSpPr>
            <p:spPr>
              <a:xfrm>
                <a:off x="0" y="-38100"/>
                <a:ext cx="521251" cy="397536"/>
              </a:xfrm>
              <a:prstGeom prst="rect">
                <a:avLst/>
              </a:prstGeom>
            </p:spPr>
            <p:txBody>
              <a:bodyPr anchor="ctr" rtlCol="false" tIns="48220" lIns="48220" bIns="48220" rIns="48220"/>
              <a:lstStyle/>
              <a:p>
                <a:pPr algn="ctr" marL="0" indent="0" lvl="0">
                  <a:lnSpc>
                    <a:spcPts val="1853"/>
                  </a:lnSpc>
                  <a:spcBef>
                    <a:spcPct val="0"/>
                  </a:spcBef>
                </a:pPr>
              </a:p>
              <a:p>
                <a:pPr algn="ctr" marL="0" indent="0" lvl="0">
                  <a:lnSpc>
                    <a:spcPts val="1853"/>
                  </a:lnSpc>
                  <a:spcBef>
                    <a:spcPct val="0"/>
                  </a:spcBef>
                </a:pPr>
              </a:p>
              <a:p>
                <a:pPr algn="ctr" marL="0" indent="0" lvl="0">
                  <a:lnSpc>
                    <a:spcPts val="1853"/>
                  </a:lnSpc>
                  <a:spcBef>
                    <a:spcPct val="0"/>
                  </a:spcBef>
                </a:pPr>
              </a:p>
            </p:txBody>
          </p:sp>
        </p:grpSp>
      </p:grpSp>
      <p:sp>
        <p:nvSpPr>
          <p:cNvPr name="Freeform 15" id="15"/>
          <p:cNvSpPr/>
          <p:nvPr/>
        </p:nvSpPr>
        <p:spPr>
          <a:xfrm flipH="false" flipV="false" rot="0">
            <a:off x="820604" y="843344"/>
            <a:ext cx="334731" cy="334731"/>
          </a:xfrm>
          <a:custGeom>
            <a:avLst/>
            <a:gdLst/>
            <a:ahLst/>
            <a:cxnLst/>
            <a:rect r="r" b="b" t="t" l="l"/>
            <a:pathLst>
              <a:path h="334731" w="334731">
                <a:moveTo>
                  <a:pt x="0" y="0"/>
                </a:moveTo>
                <a:lnTo>
                  <a:pt x="334731" y="0"/>
                </a:lnTo>
                <a:lnTo>
                  <a:pt x="334731" y="334731"/>
                </a:lnTo>
                <a:lnTo>
                  <a:pt x="0" y="334731"/>
                </a:lnTo>
                <a:lnTo>
                  <a:pt x="0" y="0"/>
                </a:lnTo>
                <a:close/>
              </a:path>
            </a:pathLst>
          </a:custGeom>
          <a:blipFill>
            <a:blip r:embed="rId3">
              <a:extLst>
                <a:ext uri="{96DAC541-7B7A-43D3-8B79-37D633B846F1}">
                  <asvg:svgBlip xmlns:asvg="http://schemas.microsoft.com/office/drawing/2016/SVG/main" r:embed="rId4"/>
                </a:ext>
              </a:extLst>
            </a:blip>
            <a:stretch>
              <a:fillRect l="0" t="0" r="0" b="0"/>
            </a:stretch>
          </a:blipFill>
        </p:spPr>
      </p:sp>
      <p:grpSp>
        <p:nvGrpSpPr>
          <p:cNvPr name="Group 16" id="16"/>
          <p:cNvGrpSpPr/>
          <p:nvPr/>
        </p:nvGrpSpPr>
        <p:grpSpPr>
          <a:xfrm rot="0">
            <a:off x="10472784" y="6346709"/>
            <a:ext cx="5384961" cy="2252671"/>
            <a:chOff x="0" y="0"/>
            <a:chExt cx="7179948" cy="3003561"/>
          </a:xfrm>
        </p:grpSpPr>
        <p:grpSp>
          <p:nvGrpSpPr>
            <p:cNvPr name="Group 17" id="17"/>
            <p:cNvGrpSpPr/>
            <p:nvPr/>
          </p:nvGrpSpPr>
          <p:grpSpPr>
            <a:xfrm rot="0">
              <a:off x="0" y="0"/>
              <a:ext cx="7179948" cy="3003561"/>
              <a:chOff x="0" y="0"/>
              <a:chExt cx="1418261" cy="593296"/>
            </a:xfrm>
          </p:grpSpPr>
          <p:sp>
            <p:nvSpPr>
              <p:cNvPr name="Freeform 18" id="18"/>
              <p:cNvSpPr/>
              <p:nvPr/>
            </p:nvSpPr>
            <p:spPr>
              <a:xfrm flipH="false" flipV="false" rot="0">
                <a:off x="0" y="0"/>
                <a:ext cx="1418261" cy="593296"/>
              </a:xfrm>
              <a:custGeom>
                <a:avLst/>
                <a:gdLst/>
                <a:ahLst/>
                <a:cxnLst/>
                <a:rect r="r" b="b" t="t" l="l"/>
                <a:pathLst>
                  <a:path h="593296" w="1418261">
                    <a:moveTo>
                      <a:pt x="21565" y="0"/>
                    </a:moveTo>
                    <a:lnTo>
                      <a:pt x="1396696" y="0"/>
                    </a:lnTo>
                    <a:cubicBezTo>
                      <a:pt x="1408606" y="0"/>
                      <a:pt x="1418261" y="9655"/>
                      <a:pt x="1418261" y="21565"/>
                    </a:cubicBezTo>
                    <a:lnTo>
                      <a:pt x="1418261" y="571731"/>
                    </a:lnTo>
                    <a:cubicBezTo>
                      <a:pt x="1418261" y="577450"/>
                      <a:pt x="1415989" y="582935"/>
                      <a:pt x="1411945" y="586980"/>
                    </a:cubicBezTo>
                    <a:cubicBezTo>
                      <a:pt x="1407901" y="591024"/>
                      <a:pt x="1402415" y="593296"/>
                      <a:pt x="1396696" y="593296"/>
                    </a:cubicBezTo>
                    <a:lnTo>
                      <a:pt x="21565" y="593296"/>
                    </a:lnTo>
                    <a:cubicBezTo>
                      <a:pt x="9655" y="593296"/>
                      <a:pt x="0" y="583641"/>
                      <a:pt x="0" y="571731"/>
                    </a:cubicBezTo>
                    <a:lnTo>
                      <a:pt x="0" y="21565"/>
                    </a:lnTo>
                    <a:cubicBezTo>
                      <a:pt x="0" y="9655"/>
                      <a:pt x="9655" y="0"/>
                      <a:pt x="21565" y="0"/>
                    </a:cubicBezTo>
                    <a:close/>
                  </a:path>
                </a:pathLst>
              </a:custGeom>
              <a:solidFill>
                <a:srgbClr val="EAEAEA"/>
              </a:solidFill>
              <a:ln cap="sq">
                <a:noFill/>
                <a:prstDash val="solid"/>
                <a:miter/>
              </a:ln>
            </p:spPr>
          </p:sp>
          <p:sp>
            <p:nvSpPr>
              <p:cNvPr name="TextBox 19" id="19"/>
              <p:cNvSpPr txBox="true"/>
              <p:nvPr/>
            </p:nvSpPr>
            <p:spPr>
              <a:xfrm>
                <a:off x="0" y="19050"/>
                <a:ext cx="1418261" cy="574246"/>
              </a:xfrm>
              <a:prstGeom prst="rect">
                <a:avLst/>
              </a:prstGeom>
            </p:spPr>
            <p:txBody>
              <a:bodyPr anchor="ctr" rtlCol="false" tIns="50800" lIns="50800" bIns="50800" rIns="50800"/>
              <a:lstStyle/>
              <a:p>
                <a:pPr algn="ctr">
                  <a:lnSpc>
                    <a:spcPts val="2743"/>
                  </a:lnSpc>
                </a:pPr>
              </a:p>
            </p:txBody>
          </p:sp>
        </p:grpSp>
        <p:sp>
          <p:nvSpPr>
            <p:cNvPr name="Freeform 20" id="20"/>
            <p:cNvSpPr/>
            <p:nvPr/>
          </p:nvSpPr>
          <p:spPr>
            <a:xfrm flipH="false" flipV="false" rot="0">
              <a:off x="741639" y="709385"/>
              <a:ext cx="189653" cy="144610"/>
            </a:xfrm>
            <a:custGeom>
              <a:avLst/>
              <a:gdLst/>
              <a:ahLst/>
              <a:cxnLst/>
              <a:rect r="r" b="b" t="t" l="l"/>
              <a:pathLst>
                <a:path h="144610" w="189653">
                  <a:moveTo>
                    <a:pt x="0" y="0"/>
                  </a:moveTo>
                  <a:lnTo>
                    <a:pt x="189653" y="0"/>
                  </a:lnTo>
                  <a:lnTo>
                    <a:pt x="189653" y="144610"/>
                  </a:lnTo>
                  <a:lnTo>
                    <a:pt x="0" y="144610"/>
                  </a:lnTo>
                  <a:lnTo>
                    <a:pt x="0" y="0"/>
                  </a:lnTo>
                  <a:close/>
                </a:path>
              </a:pathLst>
            </a:custGeom>
            <a:blipFill>
              <a:blip r:embed="rId5">
                <a:extLst>
                  <a:ext uri="{96DAC541-7B7A-43D3-8B79-37D633B846F1}">
                    <asvg:svgBlip xmlns:asvg="http://schemas.microsoft.com/office/drawing/2016/SVG/main" r:embed="rId6"/>
                  </a:ext>
                </a:extLst>
              </a:blip>
              <a:stretch>
                <a:fillRect l="0" t="0" r="0" b="0"/>
              </a:stretch>
            </a:blipFill>
          </p:spPr>
        </p:sp>
        <p:sp>
          <p:nvSpPr>
            <p:cNvPr name="TextBox 21" id="21"/>
            <p:cNvSpPr txBox="true"/>
            <p:nvPr/>
          </p:nvSpPr>
          <p:spPr>
            <a:xfrm rot="0">
              <a:off x="1045128" y="502290"/>
              <a:ext cx="6134820" cy="482600"/>
            </a:xfrm>
            <a:prstGeom prst="rect">
              <a:avLst/>
            </a:prstGeom>
          </p:spPr>
          <p:txBody>
            <a:bodyPr anchor="t" rtlCol="false" tIns="0" lIns="0" bIns="0" rIns="0">
              <a:spAutoFit/>
            </a:bodyPr>
            <a:lstStyle/>
            <a:p>
              <a:pPr algn="l" marL="0" indent="0" lvl="0">
                <a:lnSpc>
                  <a:spcPts val="3000"/>
                </a:lnSpc>
                <a:spcBef>
                  <a:spcPct val="0"/>
                </a:spcBef>
              </a:pPr>
              <a:r>
                <a:rPr lang="en-US" b="true" sz="2000" spc="-40" strike="noStrike" u="none">
                  <a:solidFill>
                    <a:srgbClr val="333333">
                      <a:alpha val="89804"/>
                    </a:srgbClr>
                  </a:solidFill>
                  <a:latin typeface="프리젠테이션 Bold"/>
                  <a:ea typeface="프리젠테이션 Bold"/>
                  <a:cs typeface="프리젠테이션 Bold"/>
                  <a:sym typeface="프리젠테이션 Bold"/>
                </a:rPr>
                <a:t>한 번에 완벽할 필요 없음</a:t>
              </a:r>
            </a:p>
          </p:txBody>
        </p:sp>
        <p:sp>
          <p:nvSpPr>
            <p:cNvPr name="Freeform 22" id="22"/>
            <p:cNvSpPr/>
            <p:nvPr/>
          </p:nvSpPr>
          <p:spPr>
            <a:xfrm flipH="false" flipV="false" rot="0">
              <a:off x="741639" y="1418045"/>
              <a:ext cx="189653" cy="144610"/>
            </a:xfrm>
            <a:custGeom>
              <a:avLst/>
              <a:gdLst/>
              <a:ahLst/>
              <a:cxnLst/>
              <a:rect r="r" b="b" t="t" l="l"/>
              <a:pathLst>
                <a:path h="144610" w="189653">
                  <a:moveTo>
                    <a:pt x="0" y="0"/>
                  </a:moveTo>
                  <a:lnTo>
                    <a:pt x="189653" y="0"/>
                  </a:lnTo>
                  <a:lnTo>
                    <a:pt x="189653" y="144611"/>
                  </a:lnTo>
                  <a:lnTo>
                    <a:pt x="0" y="144611"/>
                  </a:lnTo>
                  <a:lnTo>
                    <a:pt x="0" y="0"/>
                  </a:lnTo>
                  <a:close/>
                </a:path>
              </a:pathLst>
            </a:custGeom>
            <a:blipFill>
              <a:blip r:embed="rId5">
                <a:extLst>
                  <a:ext uri="{96DAC541-7B7A-43D3-8B79-37D633B846F1}">
                    <asvg:svgBlip xmlns:asvg="http://schemas.microsoft.com/office/drawing/2016/SVG/main" r:embed="rId6"/>
                  </a:ext>
                </a:extLst>
              </a:blip>
              <a:stretch>
                <a:fillRect l="0" t="0" r="0" b="0"/>
              </a:stretch>
            </a:blipFill>
          </p:spPr>
        </p:sp>
        <p:sp>
          <p:nvSpPr>
            <p:cNvPr name="TextBox 23" id="23"/>
            <p:cNvSpPr txBox="true"/>
            <p:nvPr/>
          </p:nvSpPr>
          <p:spPr>
            <a:xfrm rot="0">
              <a:off x="1045128" y="1210950"/>
              <a:ext cx="6134820" cy="482600"/>
            </a:xfrm>
            <a:prstGeom prst="rect">
              <a:avLst/>
            </a:prstGeom>
          </p:spPr>
          <p:txBody>
            <a:bodyPr anchor="t" rtlCol="false" tIns="0" lIns="0" bIns="0" rIns="0">
              <a:spAutoFit/>
            </a:bodyPr>
            <a:lstStyle/>
            <a:p>
              <a:pPr algn="l" marL="0" indent="0" lvl="0">
                <a:lnSpc>
                  <a:spcPts val="3000"/>
                </a:lnSpc>
                <a:spcBef>
                  <a:spcPct val="0"/>
                </a:spcBef>
              </a:pPr>
              <a:r>
                <a:rPr lang="en-US" b="true" sz="2000" spc="-40" strike="noStrike" u="none">
                  <a:solidFill>
                    <a:srgbClr val="333333">
                      <a:alpha val="89804"/>
                    </a:srgbClr>
                  </a:solidFill>
                  <a:latin typeface="프리젠테이션 Bold"/>
                  <a:ea typeface="프리젠테이션 Bold"/>
                  <a:cs typeface="프리젠테이션 Bold"/>
                  <a:sym typeface="프리젠테이션 Bold"/>
                </a:rPr>
                <a:t>'전부 다시' 대신 '이것만'</a:t>
              </a:r>
            </a:p>
          </p:txBody>
        </p:sp>
        <p:sp>
          <p:nvSpPr>
            <p:cNvPr name="Freeform 24" id="24"/>
            <p:cNvSpPr/>
            <p:nvPr/>
          </p:nvSpPr>
          <p:spPr>
            <a:xfrm flipH="false" flipV="false" rot="0">
              <a:off x="741639" y="2126706"/>
              <a:ext cx="189653" cy="144610"/>
            </a:xfrm>
            <a:custGeom>
              <a:avLst/>
              <a:gdLst/>
              <a:ahLst/>
              <a:cxnLst/>
              <a:rect r="r" b="b" t="t" l="l"/>
              <a:pathLst>
                <a:path h="144610" w="189653">
                  <a:moveTo>
                    <a:pt x="0" y="0"/>
                  </a:moveTo>
                  <a:lnTo>
                    <a:pt x="189653" y="0"/>
                  </a:lnTo>
                  <a:lnTo>
                    <a:pt x="189653" y="144610"/>
                  </a:lnTo>
                  <a:lnTo>
                    <a:pt x="0" y="144610"/>
                  </a:lnTo>
                  <a:lnTo>
                    <a:pt x="0" y="0"/>
                  </a:lnTo>
                  <a:close/>
                </a:path>
              </a:pathLst>
            </a:custGeom>
            <a:blipFill>
              <a:blip r:embed="rId5">
                <a:extLst>
                  <a:ext uri="{96DAC541-7B7A-43D3-8B79-37D633B846F1}">
                    <asvg:svgBlip xmlns:asvg="http://schemas.microsoft.com/office/drawing/2016/SVG/main" r:embed="rId6"/>
                  </a:ext>
                </a:extLst>
              </a:blip>
              <a:stretch>
                <a:fillRect l="0" t="0" r="0" b="0"/>
              </a:stretch>
            </a:blipFill>
          </p:spPr>
        </p:sp>
        <p:sp>
          <p:nvSpPr>
            <p:cNvPr name="TextBox 25" id="25"/>
            <p:cNvSpPr txBox="true"/>
            <p:nvPr/>
          </p:nvSpPr>
          <p:spPr>
            <a:xfrm rot="0">
              <a:off x="1045128" y="1919611"/>
              <a:ext cx="6134820" cy="482600"/>
            </a:xfrm>
            <a:prstGeom prst="rect">
              <a:avLst/>
            </a:prstGeom>
          </p:spPr>
          <p:txBody>
            <a:bodyPr anchor="t" rtlCol="false" tIns="0" lIns="0" bIns="0" rIns="0">
              <a:spAutoFit/>
            </a:bodyPr>
            <a:lstStyle/>
            <a:p>
              <a:pPr algn="l" marL="0" indent="0" lvl="0">
                <a:lnSpc>
                  <a:spcPts val="3000"/>
                </a:lnSpc>
                <a:spcBef>
                  <a:spcPct val="0"/>
                </a:spcBef>
              </a:pPr>
              <a:r>
                <a:rPr lang="en-US" b="true" sz="2000" spc="-40" strike="noStrike" u="none">
                  <a:solidFill>
                    <a:srgbClr val="333333">
                      <a:alpha val="89804"/>
                    </a:srgbClr>
                  </a:solidFill>
                  <a:latin typeface="프리젠테이션 Bold"/>
                  <a:ea typeface="프리젠테이션 Bold"/>
                  <a:cs typeface="프리젠테이션 Bold"/>
                  <a:sym typeface="프리젠테이션 Bold"/>
                </a:rPr>
                <a:t>반복은 2~3회면 충분 (토큰!)</a:t>
              </a:r>
            </a:p>
          </p:txBody>
        </p:sp>
      </p:grpSp>
      <p:grpSp>
        <p:nvGrpSpPr>
          <p:cNvPr name="Group 26" id="26"/>
          <p:cNvGrpSpPr/>
          <p:nvPr/>
        </p:nvGrpSpPr>
        <p:grpSpPr>
          <a:xfrm rot="0">
            <a:off x="10472784" y="2884234"/>
            <a:ext cx="3903318" cy="547878"/>
            <a:chOff x="0" y="0"/>
            <a:chExt cx="5204424" cy="730504"/>
          </a:xfrm>
        </p:grpSpPr>
        <p:sp>
          <p:nvSpPr>
            <p:cNvPr name="Freeform 27" id="27"/>
            <p:cNvSpPr/>
            <p:nvPr/>
          </p:nvSpPr>
          <p:spPr>
            <a:xfrm flipH="false" flipV="false" rot="0">
              <a:off x="0" y="192339"/>
              <a:ext cx="355986" cy="355986"/>
            </a:xfrm>
            <a:custGeom>
              <a:avLst/>
              <a:gdLst/>
              <a:ahLst/>
              <a:cxnLst/>
              <a:rect r="r" b="b" t="t" l="l"/>
              <a:pathLst>
                <a:path h="355986" w="355986">
                  <a:moveTo>
                    <a:pt x="0" y="0"/>
                  </a:moveTo>
                  <a:lnTo>
                    <a:pt x="355986" y="0"/>
                  </a:lnTo>
                  <a:lnTo>
                    <a:pt x="355986" y="355986"/>
                  </a:lnTo>
                  <a:lnTo>
                    <a:pt x="0" y="355986"/>
                  </a:lnTo>
                  <a:lnTo>
                    <a:pt x="0" y="0"/>
                  </a:lnTo>
                  <a:close/>
                </a:path>
              </a:pathLst>
            </a:custGeom>
            <a:blipFill>
              <a:blip r:embed="rId7">
                <a:extLst>
                  <a:ext uri="{96DAC541-7B7A-43D3-8B79-37D633B846F1}">
                    <asvg:svgBlip xmlns:asvg="http://schemas.microsoft.com/office/drawing/2016/SVG/main" r:embed="rId8"/>
                  </a:ext>
                </a:extLst>
              </a:blip>
              <a:stretch>
                <a:fillRect l="0" t="0" r="0" b="0"/>
              </a:stretch>
            </a:blipFill>
          </p:spPr>
        </p:sp>
        <p:sp>
          <p:nvSpPr>
            <p:cNvPr name="TextBox 28" id="28"/>
            <p:cNvSpPr txBox="true"/>
            <p:nvPr/>
          </p:nvSpPr>
          <p:spPr>
            <a:xfrm rot="0">
              <a:off x="500339" y="76200"/>
              <a:ext cx="4704085" cy="654304"/>
            </a:xfrm>
            <a:prstGeom prst="rect">
              <a:avLst/>
            </a:prstGeom>
          </p:spPr>
          <p:txBody>
            <a:bodyPr anchor="t" rtlCol="false" tIns="0" lIns="0" bIns="0" rIns="0">
              <a:spAutoFit/>
            </a:bodyPr>
            <a:lstStyle/>
            <a:p>
              <a:pPr algn="l" marL="0" indent="0" lvl="0">
                <a:lnSpc>
                  <a:spcPts val="3456"/>
                </a:lnSpc>
                <a:spcBef>
                  <a:spcPct val="0"/>
                </a:spcBef>
              </a:pPr>
              <a:r>
                <a:rPr lang="en-US" b="true" sz="3600" spc="-72" strike="noStrike" u="none">
                  <a:solidFill>
                    <a:srgbClr val="333333"/>
                  </a:solidFill>
                  <a:latin typeface="프리젠테이션 Bold"/>
                  <a:ea typeface="프리젠테이션 Bold"/>
                  <a:cs typeface="프리젠테이션 Bold"/>
                  <a:sym typeface="프리젠테이션 Bold"/>
                </a:rPr>
                <a:t>피드백으로 다듬기</a:t>
              </a:r>
            </a:p>
          </p:txBody>
        </p:sp>
      </p:grpSp>
      <p:sp>
        <p:nvSpPr>
          <p:cNvPr name="TextBox 29" id="29"/>
          <p:cNvSpPr txBox="true"/>
          <p:nvPr/>
        </p:nvSpPr>
        <p:spPr>
          <a:xfrm rot="0">
            <a:off x="1355167" y="696396"/>
            <a:ext cx="12295240" cy="685800"/>
          </a:xfrm>
          <a:prstGeom prst="rect">
            <a:avLst/>
          </a:prstGeom>
        </p:spPr>
        <p:txBody>
          <a:bodyPr anchor="t" rtlCol="false" tIns="0" lIns="0" bIns="0" rIns="0">
            <a:spAutoFit/>
          </a:bodyPr>
          <a:lstStyle/>
          <a:p>
            <a:pPr algn="l" marL="0" indent="0" lvl="0">
              <a:lnSpc>
                <a:spcPts val="5100"/>
              </a:lnSpc>
              <a:spcBef>
                <a:spcPct val="0"/>
              </a:spcBef>
            </a:pPr>
            <a:r>
              <a:rPr lang="en-US" b="true" sz="5000" spc="-100" strike="noStrike" u="none">
                <a:solidFill>
                  <a:srgbClr val="FFFFFF"/>
                </a:solidFill>
                <a:latin typeface="프리젠테이션 Bold"/>
                <a:ea typeface="프리젠테이션 Bold"/>
                <a:cs typeface="프리젠테이션 Bold"/>
                <a:sym typeface="프리젠테이션 Bold"/>
              </a:rPr>
              <a:t>[I] Iterate · 반복해서 개선</a:t>
            </a:r>
          </a:p>
        </p:txBody>
      </p:sp>
      <p:sp>
        <p:nvSpPr>
          <p:cNvPr name="TextBox 30" id="30"/>
          <p:cNvSpPr txBox="true"/>
          <p:nvPr/>
        </p:nvSpPr>
        <p:spPr>
          <a:xfrm rot="0">
            <a:off x="10472784" y="3604117"/>
            <a:ext cx="7086813" cy="1365885"/>
          </a:xfrm>
          <a:prstGeom prst="rect">
            <a:avLst/>
          </a:prstGeom>
        </p:spPr>
        <p:txBody>
          <a:bodyPr anchor="t" rtlCol="false" tIns="0" lIns="0" bIns="0" rIns="0">
            <a:spAutoFit/>
          </a:bodyPr>
          <a:lstStyle/>
          <a:p>
            <a:pPr algn="l" marL="0" indent="0" lvl="0">
              <a:lnSpc>
                <a:spcPts val="3600"/>
              </a:lnSpc>
              <a:spcBef>
                <a:spcPct val="0"/>
              </a:spcBef>
            </a:pPr>
            <a:r>
              <a:rPr lang="en-US" b="true" sz="2400" spc="-48" strike="noStrike" u="none">
                <a:solidFill>
                  <a:srgbClr val="000000">
                    <a:alpha val="69804"/>
                  </a:srgbClr>
                </a:solidFill>
                <a:latin typeface="프리젠테이션 Bold"/>
                <a:ea typeface="프리젠테이션 Bold"/>
                <a:cs typeface="프리젠테이션 Bold"/>
                <a:sym typeface="프리젠테이션 Bold"/>
              </a:rPr>
              <a:t>① 결과를 직접 보고 확인</a:t>
            </a:r>
          </a:p>
          <a:p>
            <a:pPr algn="l" marL="0" indent="0" lvl="0">
              <a:lnSpc>
                <a:spcPts val="3600"/>
              </a:lnSpc>
              <a:spcBef>
                <a:spcPct val="0"/>
              </a:spcBef>
            </a:pPr>
            <a:r>
              <a:rPr lang="en-US" b="true" sz="2400" spc="-48" strike="noStrike" u="none">
                <a:solidFill>
                  <a:srgbClr val="000000">
                    <a:alpha val="69804"/>
                  </a:srgbClr>
                </a:solidFill>
                <a:latin typeface="프리젠테이션 Bold"/>
                <a:ea typeface="프리젠테이션 Bold"/>
                <a:cs typeface="프리젠테이션 Bold"/>
                <a:sym typeface="프리젠테이션 Bold"/>
              </a:rPr>
              <a:t>② 아쉬운 점 한 가지만 요청</a:t>
            </a:r>
          </a:p>
          <a:p>
            <a:pPr algn="l" marL="0" indent="0" lvl="0">
              <a:lnSpc>
                <a:spcPts val="3600"/>
              </a:lnSpc>
              <a:spcBef>
                <a:spcPct val="0"/>
              </a:spcBef>
            </a:pPr>
            <a:r>
              <a:rPr lang="en-US" b="true" sz="2400" spc="-48" strike="noStrike" u="none">
                <a:solidFill>
                  <a:srgbClr val="000000">
                    <a:alpha val="69804"/>
                  </a:srgbClr>
                </a:solidFill>
                <a:latin typeface="프리젠테이션 Bold"/>
                <a:ea typeface="프리젠테이션 Bold"/>
                <a:cs typeface="프리젠테이션 Bold"/>
                <a:sym typeface="프리젠테이션 Bold"/>
              </a:rPr>
              <a:t>③ 에러는 그대로 복사해 전달</a:t>
            </a:r>
          </a:p>
        </p:txBody>
      </p:sp>
      <p:sp>
        <p:nvSpPr>
          <p:cNvPr name="TextBox 31" id="31"/>
          <p:cNvSpPr txBox="true"/>
          <p:nvPr/>
        </p:nvSpPr>
        <p:spPr>
          <a:xfrm rot="0">
            <a:off x="14694520" y="1353621"/>
            <a:ext cx="2865076" cy="325120"/>
          </a:xfrm>
          <a:prstGeom prst="rect">
            <a:avLst/>
          </a:prstGeom>
        </p:spPr>
        <p:txBody>
          <a:bodyPr anchor="t" rtlCol="false" tIns="0" lIns="0" bIns="0" rIns="0">
            <a:spAutoFit/>
          </a:bodyPr>
          <a:lstStyle/>
          <a:p>
            <a:pPr algn="ctr" marL="0" indent="0" lvl="0">
              <a:lnSpc>
                <a:spcPts val="2540"/>
              </a:lnSpc>
              <a:spcBef>
                <a:spcPct val="0"/>
              </a:spcBef>
            </a:pPr>
            <a:r>
              <a:rPr lang="en-US" b="true" sz="2000" spc="122" strike="noStrike" u="none">
                <a:solidFill>
                  <a:srgbClr val="5170FF"/>
                </a:solidFill>
                <a:latin typeface="프리젠테이션 Bold"/>
                <a:ea typeface="프리젠테이션 Bold"/>
                <a:cs typeface="프리젠테이션 Bold"/>
                <a:sym typeface="프리젠테이션 Bold"/>
              </a:rPr>
              <a:t>해달 바이브코딩 기초반</a:t>
            </a:r>
          </a:p>
        </p:txBody>
      </p:sp>
      <p:grpSp>
        <p:nvGrpSpPr>
          <p:cNvPr name="Group 32" id="32"/>
          <p:cNvGrpSpPr/>
          <p:nvPr/>
        </p:nvGrpSpPr>
        <p:grpSpPr>
          <a:xfrm rot="0">
            <a:off x="1714500" y="2895600"/>
            <a:ext cx="8201025" cy="5695950"/>
            <a:chOff x="0" y="0"/>
            <a:chExt cx="10934700" cy="7594600"/>
          </a:xfrm>
        </p:grpSpPr>
        <p:sp>
          <p:nvSpPr>
            <p:cNvPr name="Freeform 33" id="33"/>
            <p:cNvSpPr/>
            <p:nvPr/>
          </p:nvSpPr>
          <p:spPr>
            <a:xfrm flipH="false" flipV="false" rot="0">
              <a:off x="0" y="0"/>
              <a:ext cx="10934700" cy="7594600"/>
            </a:xfrm>
            <a:custGeom>
              <a:avLst/>
              <a:gdLst/>
              <a:ahLst/>
              <a:cxnLst/>
              <a:rect r="r" b="b" t="t" l="l"/>
              <a:pathLst>
                <a:path h="7594600" w="10934700">
                  <a:moveTo>
                    <a:pt x="35401" y="0"/>
                  </a:moveTo>
                  <a:lnTo>
                    <a:pt x="10899299" y="0"/>
                  </a:lnTo>
                  <a:cubicBezTo>
                    <a:pt x="10918851" y="0"/>
                    <a:pt x="10934700" y="15849"/>
                    <a:pt x="10934700" y="35401"/>
                  </a:cubicBezTo>
                  <a:lnTo>
                    <a:pt x="10934700" y="7559199"/>
                  </a:lnTo>
                  <a:cubicBezTo>
                    <a:pt x="10934700" y="7578751"/>
                    <a:pt x="10918851" y="7594600"/>
                    <a:pt x="10899299" y="7594600"/>
                  </a:cubicBezTo>
                  <a:lnTo>
                    <a:pt x="35401" y="7594600"/>
                  </a:lnTo>
                  <a:cubicBezTo>
                    <a:pt x="15849" y="7594600"/>
                    <a:pt x="0" y="7578751"/>
                    <a:pt x="0" y="7559199"/>
                  </a:cubicBezTo>
                  <a:lnTo>
                    <a:pt x="0" y="35401"/>
                  </a:lnTo>
                  <a:cubicBezTo>
                    <a:pt x="0" y="15849"/>
                    <a:pt x="15849" y="0"/>
                    <a:pt x="35401" y="0"/>
                  </a:cubicBezTo>
                  <a:close/>
                </a:path>
              </a:pathLst>
            </a:custGeom>
            <a:solidFill>
              <a:srgbClr val="1E2233"/>
            </a:solidFill>
          </p:spPr>
        </p:sp>
        <p:sp>
          <p:nvSpPr>
            <p:cNvPr name="TextBox 34" id="34"/>
            <p:cNvSpPr txBox="true"/>
            <p:nvPr/>
          </p:nvSpPr>
          <p:spPr>
            <a:xfrm>
              <a:off x="0" y="-38100"/>
              <a:ext cx="10934700" cy="7632700"/>
            </a:xfrm>
            <a:prstGeom prst="rect">
              <a:avLst/>
            </a:prstGeom>
          </p:spPr>
          <p:txBody>
            <a:bodyPr anchor="ctr" rtlCol="false" tIns="50800" lIns="50800" bIns="50800" rIns="50800"/>
            <a:lstStyle/>
            <a:p>
              <a:pPr algn="l">
                <a:lnSpc>
                  <a:spcPts val="1679"/>
                </a:lnSpc>
              </a:pPr>
            </a:p>
          </p:txBody>
        </p:sp>
      </p:grpSp>
      <p:grpSp>
        <p:nvGrpSpPr>
          <p:cNvPr name="Group 35" id="35"/>
          <p:cNvGrpSpPr/>
          <p:nvPr/>
        </p:nvGrpSpPr>
        <p:grpSpPr>
          <a:xfrm rot="0">
            <a:off x="1714500" y="2895600"/>
            <a:ext cx="8201025" cy="609600"/>
            <a:chOff x="0" y="0"/>
            <a:chExt cx="10934700" cy="812800"/>
          </a:xfrm>
        </p:grpSpPr>
        <p:sp>
          <p:nvSpPr>
            <p:cNvPr name="Freeform 36" id="36"/>
            <p:cNvSpPr/>
            <p:nvPr/>
          </p:nvSpPr>
          <p:spPr>
            <a:xfrm flipH="false" flipV="false" rot="0">
              <a:off x="0" y="0"/>
              <a:ext cx="10934700" cy="812800"/>
            </a:xfrm>
            <a:custGeom>
              <a:avLst/>
              <a:gdLst/>
              <a:ahLst/>
              <a:cxnLst/>
              <a:rect r="r" b="b" t="t" l="l"/>
              <a:pathLst>
                <a:path h="812800" w="10934700">
                  <a:moveTo>
                    <a:pt x="35401" y="0"/>
                  </a:moveTo>
                  <a:lnTo>
                    <a:pt x="10899299" y="0"/>
                  </a:lnTo>
                  <a:cubicBezTo>
                    <a:pt x="10918851" y="0"/>
                    <a:pt x="10934700" y="15849"/>
                    <a:pt x="10934700" y="35401"/>
                  </a:cubicBezTo>
                  <a:lnTo>
                    <a:pt x="10934700" y="777399"/>
                  </a:lnTo>
                  <a:cubicBezTo>
                    <a:pt x="10934700" y="796951"/>
                    <a:pt x="10918851" y="812800"/>
                    <a:pt x="10899299" y="812800"/>
                  </a:cubicBezTo>
                  <a:lnTo>
                    <a:pt x="35401" y="812800"/>
                  </a:lnTo>
                  <a:cubicBezTo>
                    <a:pt x="15849" y="812800"/>
                    <a:pt x="0" y="796951"/>
                    <a:pt x="0" y="777399"/>
                  </a:cubicBezTo>
                  <a:lnTo>
                    <a:pt x="0" y="35401"/>
                  </a:lnTo>
                  <a:cubicBezTo>
                    <a:pt x="0" y="15849"/>
                    <a:pt x="15849" y="0"/>
                    <a:pt x="35401" y="0"/>
                  </a:cubicBezTo>
                  <a:close/>
                </a:path>
              </a:pathLst>
            </a:custGeom>
            <a:solidFill>
              <a:srgbClr val="2D3350"/>
            </a:solidFill>
          </p:spPr>
        </p:sp>
        <p:sp>
          <p:nvSpPr>
            <p:cNvPr name="TextBox 37" id="37"/>
            <p:cNvSpPr txBox="true"/>
            <p:nvPr/>
          </p:nvSpPr>
          <p:spPr>
            <a:xfrm>
              <a:off x="0" y="-38100"/>
              <a:ext cx="10934700" cy="850900"/>
            </a:xfrm>
            <a:prstGeom prst="rect">
              <a:avLst/>
            </a:prstGeom>
          </p:spPr>
          <p:txBody>
            <a:bodyPr anchor="ctr" rtlCol="false" tIns="50800" lIns="50800" bIns="50800" rIns="50800"/>
            <a:lstStyle/>
            <a:p>
              <a:pPr algn="l">
                <a:lnSpc>
                  <a:spcPts val="1679"/>
                </a:lnSpc>
              </a:pPr>
            </a:p>
          </p:txBody>
        </p:sp>
      </p:grpSp>
      <p:sp>
        <p:nvSpPr>
          <p:cNvPr name="TextBox 38" id="38"/>
          <p:cNvSpPr txBox="true"/>
          <p:nvPr/>
        </p:nvSpPr>
        <p:spPr>
          <a:xfrm rot="0">
            <a:off x="2047875" y="2971800"/>
            <a:ext cx="7429500" cy="350520"/>
          </a:xfrm>
          <a:prstGeom prst="rect">
            <a:avLst/>
          </a:prstGeom>
        </p:spPr>
        <p:txBody>
          <a:bodyPr anchor="t" rtlCol="false" tIns="0" lIns="0" bIns="0" rIns="0">
            <a:spAutoFit/>
          </a:bodyPr>
          <a:lstStyle/>
          <a:p>
            <a:pPr algn="l" marL="0" indent="0" lvl="0">
              <a:lnSpc>
                <a:spcPts val="2729"/>
              </a:lnSpc>
              <a:spcBef>
                <a:spcPct val="0"/>
              </a:spcBef>
            </a:pPr>
            <a:r>
              <a:rPr lang="en-US" b="true" sz="1950" strike="noStrike" u="none">
                <a:solidFill>
                  <a:srgbClr val="A9B8FF"/>
                </a:solidFill>
                <a:latin typeface="Arimo Bold"/>
                <a:ea typeface="Arimo Bold"/>
                <a:cs typeface="Arimo Bold"/>
                <a:sym typeface="Arimo Bold"/>
              </a:rPr>
              <a:t>💬 ✅ 결과를 보고 한 번 더</a:t>
            </a:r>
          </a:p>
        </p:txBody>
      </p:sp>
      <p:sp>
        <p:nvSpPr>
          <p:cNvPr name="TextBox 39" id="39"/>
          <p:cNvSpPr txBox="true"/>
          <p:nvPr/>
        </p:nvSpPr>
        <p:spPr>
          <a:xfrm rot="0">
            <a:off x="2143125" y="3762375"/>
            <a:ext cx="7524750" cy="3337560"/>
          </a:xfrm>
          <a:prstGeom prst="rect">
            <a:avLst/>
          </a:prstGeom>
        </p:spPr>
        <p:txBody>
          <a:bodyPr anchor="t" rtlCol="false" tIns="0" lIns="0" bIns="0" rIns="0">
            <a:spAutoFit/>
          </a:bodyPr>
          <a:lstStyle/>
          <a:p>
            <a:pPr algn="l" marL="0" indent="0" lvl="0">
              <a:lnSpc>
                <a:spcPts val="2940"/>
              </a:lnSpc>
              <a:spcBef>
                <a:spcPct val="0"/>
              </a:spcBef>
            </a:pPr>
            <a:r>
              <a:rPr lang="en-US" sz="2100" strike="noStrike" u="none">
                <a:solidFill>
                  <a:srgbClr val="EEF1FF"/>
                </a:solidFill>
                <a:latin typeface="Arimo"/>
                <a:ea typeface="Arimo"/>
                <a:cs typeface="Arimo"/>
                <a:sym typeface="Arimo"/>
              </a:rPr>
              <a:t>✅ [Iterate]</a:t>
            </a:r>
          </a:p>
          <a:p>
            <a:pPr algn="l" marL="0" indent="0" lvl="0">
              <a:lnSpc>
                <a:spcPts val="2940"/>
              </a:lnSpc>
              <a:spcBef>
                <a:spcPct val="0"/>
              </a:spcBef>
            </a:pPr>
            <a:r>
              <a:rPr lang="en-US" sz="2100" strike="noStrike" u="none">
                <a:solidFill>
                  <a:srgbClr val="EEF1FF"/>
                </a:solidFill>
                <a:latin typeface="Arimo"/>
                <a:ea typeface="Arimo"/>
                <a:cs typeface="Arimo"/>
                <a:sym typeface="Arimo"/>
              </a:rPr>
              <a:t>끝나면 내가 확인할 점</a:t>
            </a:r>
          </a:p>
          <a:p>
            <a:pPr algn="l" marL="0" indent="0" lvl="0">
              <a:lnSpc>
                <a:spcPts val="2940"/>
              </a:lnSpc>
              <a:spcBef>
                <a:spcPct val="0"/>
              </a:spcBef>
            </a:pPr>
            <a:r>
              <a:rPr lang="en-US" sz="2100" strike="noStrike" u="none">
                <a:solidFill>
                  <a:srgbClr val="EEF1FF"/>
                </a:solidFill>
                <a:latin typeface="Arimo"/>
                <a:ea typeface="Arimo"/>
                <a:cs typeface="Arimo"/>
                <a:sym typeface="Arimo"/>
              </a:rPr>
              <a:t>1가지만 알려줘.</a:t>
            </a:r>
          </a:p>
          <a:p>
            <a:pPr algn="l" marL="0" indent="0" lvl="0">
              <a:lnSpc>
                <a:spcPts val="2940"/>
              </a:lnSpc>
              <a:spcBef>
                <a:spcPct val="0"/>
              </a:spcBef>
            </a:pPr>
          </a:p>
          <a:p>
            <a:pPr algn="l" marL="0" indent="0" lvl="0">
              <a:lnSpc>
                <a:spcPts val="2940"/>
              </a:lnSpc>
              <a:spcBef>
                <a:spcPct val="0"/>
              </a:spcBef>
            </a:pPr>
            <a:r>
              <a:rPr lang="en-US" sz="2100" strike="noStrike" u="none">
                <a:solidFill>
                  <a:srgbClr val="EEF1FF"/>
                </a:solidFill>
                <a:latin typeface="Arimo"/>
                <a:ea typeface="Arimo"/>
                <a:cs typeface="Arimo"/>
                <a:sym typeface="Arimo"/>
              </a:rPr>
              <a:t>(결과를 확인한 뒤)</a:t>
            </a:r>
          </a:p>
          <a:p>
            <a:pPr algn="l" marL="0" indent="0" lvl="0">
              <a:lnSpc>
                <a:spcPts val="2940"/>
              </a:lnSpc>
              <a:spcBef>
                <a:spcPct val="0"/>
              </a:spcBef>
            </a:pPr>
            <a:r>
              <a:rPr lang="en-US" sz="2100" strike="noStrike" u="none">
                <a:solidFill>
                  <a:srgbClr val="EEF1FF"/>
                </a:solidFill>
                <a:latin typeface="Arimo"/>
                <a:ea typeface="Arimo"/>
                <a:cs typeface="Arimo"/>
                <a:sym typeface="Arimo"/>
              </a:rPr>
              <a:t>카드 간격이 너무 좁아.</a:t>
            </a:r>
          </a:p>
          <a:p>
            <a:pPr algn="l" marL="0" indent="0" lvl="0">
              <a:lnSpc>
                <a:spcPts val="2940"/>
              </a:lnSpc>
              <a:spcBef>
                <a:spcPct val="0"/>
              </a:spcBef>
            </a:pPr>
            <a:r>
              <a:rPr lang="en-US" sz="2100" strike="noStrike" u="none">
                <a:solidFill>
                  <a:srgbClr val="EEF1FF"/>
                </a:solidFill>
                <a:latin typeface="Arimo"/>
                <a:ea typeface="Arimo"/>
                <a:cs typeface="Arimo"/>
                <a:sym typeface="Arimo"/>
              </a:rPr>
              <a:t>간격만 조금 넓혀줘.</a:t>
            </a:r>
          </a:p>
          <a:p>
            <a:pPr algn="l" marL="0" indent="0" lvl="0">
              <a:lnSpc>
                <a:spcPts val="2940"/>
              </a:lnSpc>
              <a:spcBef>
                <a:spcPct val="0"/>
              </a:spcBef>
            </a:pPr>
          </a:p>
          <a:p>
            <a:pPr algn="l" marL="0" indent="0" lvl="0">
              <a:lnSpc>
                <a:spcPts val="2940"/>
              </a:lnSpc>
              <a:spcBef>
                <a:spcPct val="0"/>
              </a:spcBef>
            </a:pPr>
            <a:r>
              <a:rPr lang="en-US" sz="2100" strike="noStrike" u="none">
                <a:solidFill>
                  <a:srgbClr val="EEF1FF"/>
                </a:solidFill>
                <a:latin typeface="Arimo"/>
                <a:ea typeface="Arimo"/>
                <a:cs typeface="Arimo"/>
                <a:sym typeface="Arimo"/>
              </a:rPr>
              <a:t>👉 한 번에 하나씩, 조금씩</a:t>
            </a:r>
          </a:p>
        </p:txBody>
      </p:sp>
      <p:sp>
        <p:nvSpPr>
          <p:cNvPr name="TextBox 40" id="40"/>
          <p:cNvSpPr txBox="true"/>
          <p:nvPr/>
        </p:nvSpPr>
        <p:spPr>
          <a:xfrm rot="0">
            <a:off x="8382000" y="8899525"/>
            <a:ext cx="1524000" cy="358775"/>
          </a:xfrm>
          <a:prstGeom prst="rect">
            <a:avLst/>
          </a:prstGeom>
        </p:spPr>
        <p:txBody>
          <a:bodyPr anchor="t" rtlCol="false" tIns="0" lIns="0" bIns="0" rIns="0">
            <a:spAutoFit/>
          </a:bodyPr>
          <a:lstStyle/>
          <a:p>
            <a:pPr algn="ctr" marL="0" indent="0" lvl="0">
              <a:lnSpc>
                <a:spcPts val="2800"/>
              </a:lnSpc>
              <a:spcBef>
                <a:spcPct val="0"/>
              </a:spcBef>
            </a:pPr>
            <a:r>
              <a:rPr lang="en-US" b="true" sz="2000" strike="noStrike" u="none">
                <a:solidFill>
                  <a:srgbClr val="4165C1"/>
                </a:solidFill>
                <a:latin typeface="프리젠테이션 Bold"/>
                <a:ea typeface="프리젠테이션 Bold"/>
                <a:cs typeface="프리젠테이션 Bold"/>
                <a:sym typeface="프리젠테이션 Bold"/>
              </a:rPr>
              <a:t>- 26 -</a:t>
            </a:r>
          </a:p>
        </p:txBody>
      </p:sp>
    </p:spTree>
  </p:cSld>
  <p:clrMapOvr>
    <a:masterClrMapping/>
  </p:clrMapOvr>
</p:sld>
</file>

<file path=ppt/slides/slide27.xml><?xml version="1.0" encoding="utf-8"?>
<p:sld xmlns:p="http://schemas.openxmlformats.org/presentationml/2006/main" xmlns:a="http://schemas.openxmlformats.org/drawingml/2006/main" xmlns:r="http://schemas.openxmlformats.org/officeDocument/2006/relationships">
  <p:cSld>
    <p:bg>
      <p:bgPr>
        <a:solidFill>
          <a:srgbClr val="5170FF"/>
        </a:solidFill>
      </p:bgPr>
    </p:bg>
    <p:spTree>
      <p:nvGrpSpPr>
        <p:cNvPr id="1" name=""/>
        <p:cNvGrpSpPr/>
        <p:nvPr/>
      </p:nvGrpSpPr>
      <p:grpSpPr>
        <a:xfrm>
          <a:off x="0" y="0"/>
          <a:ext cx="0" cy="0"/>
          <a:chOff x="0" y="0"/>
          <a:chExt cx="0" cy="0"/>
        </a:xfrm>
      </p:grpSpPr>
      <p:grpSp>
        <p:nvGrpSpPr>
          <p:cNvPr name="Group 2" id="2"/>
          <p:cNvGrpSpPr/>
          <p:nvPr/>
        </p:nvGrpSpPr>
        <p:grpSpPr>
          <a:xfrm rot="0">
            <a:off x="534854" y="457200"/>
            <a:ext cx="17218292" cy="9294946"/>
            <a:chOff x="0" y="0"/>
            <a:chExt cx="22957723" cy="12393261"/>
          </a:xfrm>
        </p:grpSpPr>
        <p:grpSp>
          <p:nvGrpSpPr>
            <p:cNvPr name="Group 3" id="3"/>
            <p:cNvGrpSpPr/>
            <p:nvPr/>
          </p:nvGrpSpPr>
          <p:grpSpPr>
            <a:xfrm rot="0">
              <a:off x="0" y="1727243"/>
              <a:ext cx="22957723" cy="10666019"/>
              <a:chOff x="0" y="0"/>
              <a:chExt cx="4777465" cy="2219581"/>
            </a:xfrm>
          </p:grpSpPr>
          <p:sp>
            <p:nvSpPr>
              <p:cNvPr name="Freeform 4" id="4"/>
              <p:cNvSpPr/>
              <p:nvPr/>
            </p:nvSpPr>
            <p:spPr>
              <a:xfrm flipH="false" flipV="false" rot="0">
                <a:off x="0" y="0"/>
                <a:ext cx="4777465" cy="2219581"/>
              </a:xfrm>
              <a:custGeom>
                <a:avLst/>
                <a:gdLst/>
                <a:ahLst/>
                <a:cxnLst/>
                <a:rect r="r" b="b" t="t" l="l"/>
                <a:pathLst>
                  <a:path h="2219581" w="4777465">
                    <a:moveTo>
                      <a:pt x="22931" y="0"/>
                    </a:moveTo>
                    <a:lnTo>
                      <a:pt x="4754534" y="0"/>
                    </a:lnTo>
                    <a:cubicBezTo>
                      <a:pt x="4767199" y="0"/>
                      <a:pt x="4777465" y="10267"/>
                      <a:pt x="4777465" y="22931"/>
                    </a:cubicBezTo>
                    <a:lnTo>
                      <a:pt x="4777465" y="2196650"/>
                    </a:lnTo>
                    <a:cubicBezTo>
                      <a:pt x="4777465" y="2202732"/>
                      <a:pt x="4775049" y="2208564"/>
                      <a:pt x="4770749" y="2212865"/>
                    </a:cubicBezTo>
                    <a:cubicBezTo>
                      <a:pt x="4766449" y="2217165"/>
                      <a:pt x="4760616" y="2219581"/>
                      <a:pt x="4754534" y="2219581"/>
                    </a:cubicBezTo>
                    <a:lnTo>
                      <a:pt x="22931" y="2219581"/>
                    </a:lnTo>
                    <a:cubicBezTo>
                      <a:pt x="10267" y="2219581"/>
                      <a:pt x="0" y="2209315"/>
                      <a:pt x="0" y="2196650"/>
                    </a:cubicBezTo>
                    <a:lnTo>
                      <a:pt x="0" y="22931"/>
                    </a:lnTo>
                    <a:cubicBezTo>
                      <a:pt x="0" y="10267"/>
                      <a:pt x="10267" y="0"/>
                      <a:pt x="22931" y="0"/>
                    </a:cubicBezTo>
                    <a:close/>
                  </a:path>
                </a:pathLst>
              </a:custGeom>
              <a:solidFill>
                <a:srgbClr val="FFFFFF"/>
              </a:solidFill>
              <a:ln cap="rnd">
                <a:noFill/>
                <a:prstDash val="solid"/>
                <a:round/>
              </a:ln>
            </p:spPr>
          </p:sp>
          <p:sp>
            <p:nvSpPr>
              <p:cNvPr name="TextBox 5" id="5"/>
              <p:cNvSpPr txBox="true"/>
              <p:nvPr/>
            </p:nvSpPr>
            <p:spPr>
              <a:xfrm>
                <a:off x="0" y="-38100"/>
                <a:ext cx="4777465" cy="2257681"/>
              </a:xfrm>
              <a:prstGeom prst="rect">
                <a:avLst/>
              </a:prstGeom>
            </p:spPr>
            <p:txBody>
              <a:bodyPr anchor="ctr" rtlCol="false" tIns="48220" lIns="48220" bIns="48220" rIns="48220"/>
              <a:lstStyle/>
              <a:p>
                <a:pPr algn="ctr" marL="0" indent="0" lvl="0">
                  <a:lnSpc>
                    <a:spcPts val="1853"/>
                  </a:lnSpc>
                  <a:spcBef>
                    <a:spcPct val="0"/>
                  </a:spcBef>
                </a:pPr>
              </a:p>
              <a:p>
                <a:pPr algn="ctr" marL="0" indent="0" lvl="0">
                  <a:lnSpc>
                    <a:spcPts val="1853"/>
                  </a:lnSpc>
                  <a:spcBef>
                    <a:spcPct val="0"/>
                  </a:spcBef>
                </a:pPr>
              </a:p>
              <a:p>
                <a:pPr algn="ctr" marL="0" indent="0" lvl="0">
                  <a:lnSpc>
                    <a:spcPts val="1853"/>
                  </a:lnSpc>
                  <a:spcBef>
                    <a:spcPct val="0"/>
                  </a:spcBef>
                </a:pPr>
              </a:p>
            </p:txBody>
          </p:sp>
        </p:grpSp>
        <p:grpSp>
          <p:nvGrpSpPr>
            <p:cNvPr name="Group 6" id="6"/>
            <p:cNvGrpSpPr/>
            <p:nvPr/>
          </p:nvGrpSpPr>
          <p:grpSpPr>
            <a:xfrm rot="0">
              <a:off x="18499830" y="891712"/>
              <a:ext cx="4457893" cy="3397582"/>
              <a:chOff x="0" y="0"/>
              <a:chExt cx="927680" cy="707031"/>
            </a:xfrm>
          </p:grpSpPr>
          <p:sp>
            <p:nvSpPr>
              <p:cNvPr name="Freeform 7" id="7"/>
              <p:cNvSpPr/>
              <p:nvPr/>
            </p:nvSpPr>
            <p:spPr>
              <a:xfrm flipH="false" flipV="false" rot="0">
                <a:off x="0" y="0"/>
                <a:ext cx="927680" cy="707031"/>
              </a:xfrm>
              <a:custGeom>
                <a:avLst/>
                <a:gdLst/>
                <a:ahLst/>
                <a:cxnLst/>
                <a:rect r="r" b="b" t="t" l="l"/>
                <a:pathLst>
                  <a:path h="707031" w="927680">
                    <a:moveTo>
                      <a:pt x="118094" y="0"/>
                    </a:moveTo>
                    <a:lnTo>
                      <a:pt x="809586" y="0"/>
                    </a:lnTo>
                    <a:cubicBezTo>
                      <a:pt x="874808" y="0"/>
                      <a:pt x="927680" y="52872"/>
                      <a:pt x="927680" y="118094"/>
                    </a:cubicBezTo>
                    <a:lnTo>
                      <a:pt x="927680" y="588937"/>
                    </a:lnTo>
                    <a:cubicBezTo>
                      <a:pt x="927680" y="654159"/>
                      <a:pt x="874808" y="707031"/>
                      <a:pt x="809586" y="707031"/>
                    </a:cubicBezTo>
                    <a:lnTo>
                      <a:pt x="118094" y="707031"/>
                    </a:lnTo>
                    <a:cubicBezTo>
                      <a:pt x="52872" y="707031"/>
                      <a:pt x="0" y="654159"/>
                      <a:pt x="0" y="588937"/>
                    </a:cubicBezTo>
                    <a:lnTo>
                      <a:pt x="0" y="118094"/>
                    </a:lnTo>
                    <a:cubicBezTo>
                      <a:pt x="0" y="52872"/>
                      <a:pt x="52872" y="0"/>
                      <a:pt x="118094" y="0"/>
                    </a:cubicBezTo>
                    <a:close/>
                  </a:path>
                </a:pathLst>
              </a:custGeom>
              <a:solidFill>
                <a:srgbClr val="FFFFFF"/>
              </a:solidFill>
              <a:ln cap="rnd">
                <a:noFill/>
                <a:prstDash val="solid"/>
                <a:round/>
              </a:ln>
            </p:spPr>
          </p:sp>
          <p:sp>
            <p:nvSpPr>
              <p:cNvPr name="TextBox 8" id="8"/>
              <p:cNvSpPr txBox="true"/>
              <p:nvPr/>
            </p:nvSpPr>
            <p:spPr>
              <a:xfrm>
                <a:off x="0" y="-38100"/>
                <a:ext cx="927680" cy="745131"/>
              </a:xfrm>
              <a:prstGeom prst="rect">
                <a:avLst/>
              </a:prstGeom>
            </p:spPr>
            <p:txBody>
              <a:bodyPr anchor="ctr" rtlCol="false" tIns="48220" lIns="48220" bIns="48220" rIns="48220"/>
              <a:lstStyle/>
              <a:p>
                <a:pPr algn="ctr" marL="0" indent="0" lvl="0">
                  <a:lnSpc>
                    <a:spcPts val="1853"/>
                  </a:lnSpc>
                  <a:spcBef>
                    <a:spcPct val="0"/>
                  </a:spcBef>
                </a:pPr>
              </a:p>
              <a:p>
                <a:pPr algn="ctr" marL="0" indent="0" lvl="0">
                  <a:lnSpc>
                    <a:spcPts val="1853"/>
                  </a:lnSpc>
                  <a:spcBef>
                    <a:spcPct val="0"/>
                  </a:spcBef>
                </a:pPr>
              </a:p>
              <a:p>
                <a:pPr algn="ctr" marL="0" indent="0" lvl="0">
                  <a:lnSpc>
                    <a:spcPts val="1853"/>
                  </a:lnSpc>
                  <a:spcBef>
                    <a:spcPct val="0"/>
                  </a:spcBef>
                </a:pPr>
              </a:p>
            </p:txBody>
          </p:sp>
        </p:grpSp>
        <p:grpSp>
          <p:nvGrpSpPr>
            <p:cNvPr name="Group 9" id="9"/>
            <p:cNvGrpSpPr/>
            <p:nvPr/>
          </p:nvGrpSpPr>
          <p:grpSpPr>
            <a:xfrm rot="0">
              <a:off x="18064463" y="1334482"/>
              <a:ext cx="2392010" cy="1865053"/>
              <a:chOff x="0" y="0"/>
              <a:chExt cx="497773" cy="388115"/>
            </a:xfrm>
          </p:grpSpPr>
          <p:sp>
            <p:nvSpPr>
              <p:cNvPr name="Freeform 10" id="10"/>
              <p:cNvSpPr/>
              <p:nvPr/>
            </p:nvSpPr>
            <p:spPr>
              <a:xfrm flipH="false" flipV="false" rot="0">
                <a:off x="0" y="0"/>
                <a:ext cx="497773" cy="388115"/>
              </a:xfrm>
              <a:custGeom>
                <a:avLst/>
                <a:gdLst/>
                <a:ahLst/>
                <a:cxnLst/>
                <a:rect r="r" b="b" t="t" l="l"/>
                <a:pathLst>
                  <a:path h="388115" w="497773">
                    <a:moveTo>
                      <a:pt x="0" y="0"/>
                    </a:moveTo>
                    <a:lnTo>
                      <a:pt x="497773" y="0"/>
                    </a:lnTo>
                    <a:lnTo>
                      <a:pt x="497773" y="388115"/>
                    </a:lnTo>
                    <a:lnTo>
                      <a:pt x="0" y="388115"/>
                    </a:lnTo>
                    <a:close/>
                  </a:path>
                </a:pathLst>
              </a:custGeom>
              <a:solidFill>
                <a:srgbClr val="FFFFFF"/>
              </a:solidFill>
              <a:ln cap="sq">
                <a:noFill/>
                <a:prstDash val="solid"/>
                <a:miter/>
              </a:ln>
            </p:spPr>
          </p:sp>
          <p:sp>
            <p:nvSpPr>
              <p:cNvPr name="TextBox 11" id="11"/>
              <p:cNvSpPr txBox="true"/>
              <p:nvPr/>
            </p:nvSpPr>
            <p:spPr>
              <a:xfrm>
                <a:off x="0" y="-38100"/>
                <a:ext cx="497773" cy="426215"/>
              </a:xfrm>
              <a:prstGeom prst="rect">
                <a:avLst/>
              </a:prstGeom>
            </p:spPr>
            <p:txBody>
              <a:bodyPr anchor="ctr" rtlCol="false" tIns="48220" lIns="48220" bIns="48220" rIns="48220"/>
              <a:lstStyle/>
              <a:p>
                <a:pPr algn="ctr" marL="0" indent="0" lvl="0">
                  <a:lnSpc>
                    <a:spcPts val="1853"/>
                  </a:lnSpc>
                  <a:spcBef>
                    <a:spcPct val="0"/>
                  </a:spcBef>
                </a:pPr>
              </a:p>
              <a:p>
                <a:pPr algn="ctr" marL="0" indent="0" lvl="0">
                  <a:lnSpc>
                    <a:spcPts val="1853"/>
                  </a:lnSpc>
                  <a:spcBef>
                    <a:spcPct val="0"/>
                  </a:spcBef>
                </a:pPr>
              </a:p>
              <a:p>
                <a:pPr algn="ctr" marL="0" indent="0" lvl="0">
                  <a:lnSpc>
                    <a:spcPts val="1853"/>
                  </a:lnSpc>
                  <a:spcBef>
                    <a:spcPct val="0"/>
                  </a:spcBef>
                </a:pPr>
              </a:p>
            </p:txBody>
          </p:sp>
        </p:grpSp>
        <p:grpSp>
          <p:nvGrpSpPr>
            <p:cNvPr name="Group 12" id="12"/>
            <p:cNvGrpSpPr/>
            <p:nvPr/>
          </p:nvGrpSpPr>
          <p:grpSpPr>
            <a:xfrm rot="0">
              <a:off x="16059231" y="0"/>
              <a:ext cx="2504831" cy="1727243"/>
              <a:chOff x="0" y="0"/>
              <a:chExt cx="521251" cy="359436"/>
            </a:xfrm>
          </p:grpSpPr>
          <p:sp>
            <p:nvSpPr>
              <p:cNvPr name="Freeform 13" id="13"/>
              <p:cNvSpPr/>
              <p:nvPr/>
            </p:nvSpPr>
            <p:spPr>
              <a:xfrm flipH="false" flipV="false" rot="0">
                <a:off x="0" y="0"/>
                <a:ext cx="521251" cy="359436"/>
              </a:xfrm>
              <a:custGeom>
                <a:avLst/>
                <a:gdLst/>
                <a:ahLst/>
                <a:cxnLst/>
                <a:rect r="r" b="b" t="t" l="l"/>
                <a:pathLst>
                  <a:path h="359436" w="521251">
                    <a:moveTo>
                      <a:pt x="179718" y="0"/>
                    </a:moveTo>
                    <a:lnTo>
                      <a:pt x="341533" y="0"/>
                    </a:lnTo>
                    <a:cubicBezTo>
                      <a:pt x="440789" y="0"/>
                      <a:pt x="521251" y="80463"/>
                      <a:pt x="521251" y="179718"/>
                    </a:cubicBezTo>
                    <a:lnTo>
                      <a:pt x="521251" y="179718"/>
                    </a:lnTo>
                    <a:cubicBezTo>
                      <a:pt x="521251" y="227382"/>
                      <a:pt x="502317" y="273094"/>
                      <a:pt x="468613" y="306798"/>
                    </a:cubicBezTo>
                    <a:cubicBezTo>
                      <a:pt x="434909" y="340502"/>
                      <a:pt x="389197" y="359436"/>
                      <a:pt x="341533" y="359436"/>
                    </a:cubicBezTo>
                    <a:lnTo>
                      <a:pt x="179718" y="359436"/>
                    </a:lnTo>
                    <a:cubicBezTo>
                      <a:pt x="132054" y="359436"/>
                      <a:pt x="86342" y="340502"/>
                      <a:pt x="52638" y="306798"/>
                    </a:cubicBezTo>
                    <a:cubicBezTo>
                      <a:pt x="18935" y="273094"/>
                      <a:pt x="0" y="227382"/>
                      <a:pt x="0" y="179718"/>
                    </a:cubicBezTo>
                    <a:lnTo>
                      <a:pt x="0" y="179718"/>
                    </a:lnTo>
                    <a:cubicBezTo>
                      <a:pt x="0" y="132054"/>
                      <a:pt x="18935" y="86342"/>
                      <a:pt x="52638" y="52638"/>
                    </a:cubicBezTo>
                    <a:cubicBezTo>
                      <a:pt x="86342" y="18935"/>
                      <a:pt x="132054" y="0"/>
                      <a:pt x="179718" y="0"/>
                    </a:cubicBezTo>
                    <a:close/>
                  </a:path>
                </a:pathLst>
              </a:custGeom>
              <a:solidFill>
                <a:srgbClr val="5170FF"/>
              </a:solidFill>
              <a:ln cap="rnd">
                <a:noFill/>
                <a:prstDash val="solid"/>
                <a:round/>
              </a:ln>
            </p:spPr>
          </p:sp>
          <p:sp>
            <p:nvSpPr>
              <p:cNvPr name="TextBox 14" id="14"/>
              <p:cNvSpPr txBox="true"/>
              <p:nvPr/>
            </p:nvSpPr>
            <p:spPr>
              <a:xfrm>
                <a:off x="0" y="-38100"/>
                <a:ext cx="521251" cy="397536"/>
              </a:xfrm>
              <a:prstGeom prst="rect">
                <a:avLst/>
              </a:prstGeom>
            </p:spPr>
            <p:txBody>
              <a:bodyPr anchor="ctr" rtlCol="false" tIns="48220" lIns="48220" bIns="48220" rIns="48220"/>
              <a:lstStyle/>
              <a:p>
                <a:pPr algn="ctr" marL="0" indent="0" lvl="0">
                  <a:lnSpc>
                    <a:spcPts val="1853"/>
                  </a:lnSpc>
                  <a:spcBef>
                    <a:spcPct val="0"/>
                  </a:spcBef>
                </a:pPr>
              </a:p>
              <a:p>
                <a:pPr algn="ctr" marL="0" indent="0" lvl="0">
                  <a:lnSpc>
                    <a:spcPts val="1853"/>
                  </a:lnSpc>
                  <a:spcBef>
                    <a:spcPct val="0"/>
                  </a:spcBef>
                </a:pPr>
              </a:p>
              <a:p>
                <a:pPr algn="ctr" marL="0" indent="0" lvl="0">
                  <a:lnSpc>
                    <a:spcPts val="1853"/>
                  </a:lnSpc>
                  <a:spcBef>
                    <a:spcPct val="0"/>
                  </a:spcBef>
                </a:pPr>
              </a:p>
            </p:txBody>
          </p:sp>
        </p:grpSp>
      </p:grpSp>
      <p:sp>
        <p:nvSpPr>
          <p:cNvPr name="Freeform 15" id="15"/>
          <p:cNvSpPr/>
          <p:nvPr/>
        </p:nvSpPr>
        <p:spPr>
          <a:xfrm flipH="false" flipV="false" rot="0">
            <a:off x="820604" y="843344"/>
            <a:ext cx="334731" cy="334731"/>
          </a:xfrm>
          <a:custGeom>
            <a:avLst/>
            <a:gdLst/>
            <a:ahLst/>
            <a:cxnLst/>
            <a:rect r="r" b="b" t="t" l="l"/>
            <a:pathLst>
              <a:path h="334731" w="334731">
                <a:moveTo>
                  <a:pt x="0" y="0"/>
                </a:moveTo>
                <a:lnTo>
                  <a:pt x="334731" y="0"/>
                </a:lnTo>
                <a:lnTo>
                  <a:pt x="334731" y="334731"/>
                </a:lnTo>
                <a:lnTo>
                  <a:pt x="0" y="334731"/>
                </a:lnTo>
                <a:lnTo>
                  <a:pt x="0" y="0"/>
                </a:lnTo>
                <a:close/>
              </a:path>
            </a:pathLst>
          </a:custGeom>
          <a:blipFill>
            <a:blip r:embed="rId3">
              <a:extLst>
                <a:ext uri="{96DAC541-7B7A-43D3-8B79-37D633B846F1}">
                  <asvg:svgBlip xmlns:asvg="http://schemas.microsoft.com/office/drawing/2016/SVG/main" r:embed="rId4"/>
                </a:ext>
              </a:extLst>
            </a:blip>
            <a:stretch>
              <a:fillRect l="0" t="0" r="0" b="0"/>
            </a:stretch>
          </a:blipFill>
        </p:spPr>
      </p:sp>
      <p:grpSp>
        <p:nvGrpSpPr>
          <p:cNvPr name="Group 16" id="16"/>
          <p:cNvGrpSpPr/>
          <p:nvPr/>
        </p:nvGrpSpPr>
        <p:grpSpPr>
          <a:xfrm rot="0">
            <a:off x="10472784" y="6346709"/>
            <a:ext cx="5384961" cy="2252671"/>
            <a:chOff x="0" y="0"/>
            <a:chExt cx="7179948" cy="3003561"/>
          </a:xfrm>
        </p:grpSpPr>
        <p:grpSp>
          <p:nvGrpSpPr>
            <p:cNvPr name="Group 17" id="17"/>
            <p:cNvGrpSpPr/>
            <p:nvPr/>
          </p:nvGrpSpPr>
          <p:grpSpPr>
            <a:xfrm rot="0">
              <a:off x="0" y="0"/>
              <a:ext cx="7179948" cy="3003561"/>
              <a:chOff x="0" y="0"/>
              <a:chExt cx="1418261" cy="593296"/>
            </a:xfrm>
          </p:grpSpPr>
          <p:sp>
            <p:nvSpPr>
              <p:cNvPr name="Freeform 18" id="18"/>
              <p:cNvSpPr/>
              <p:nvPr/>
            </p:nvSpPr>
            <p:spPr>
              <a:xfrm flipH="false" flipV="false" rot="0">
                <a:off x="0" y="0"/>
                <a:ext cx="1418261" cy="593296"/>
              </a:xfrm>
              <a:custGeom>
                <a:avLst/>
                <a:gdLst/>
                <a:ahLst/>
                <a:cxnLst/>
                <a:rect r="r" b="b" t="t" l="l"/>
                <a:pathLst>
                  <a:path h="593296" w="1418261">
                    <a:moveTo>
                      <a:pt x="21565" y="0"/>
                    </a:moveTo>
                    <a:lnTo>
                      <a:pt x="1396696" y="0"/>
                    </a:lnTo>
                    <a:cubicBezTo>
                      <a:pt x="1408606" y="0"/>
                      <a:pt x="1418261" y="9655"/>
                      <a:pt x="1418261" y="21565"/>
                    </a:cubicBezTo>
                    <a:lnTo>
                      <a:pt x="1418261" y="571731"/>
                    </a:lnTo>
                    <a:cubicBezTo>
                      <a:pt x="1418261" y="577450"/>
                      <a:pt x="1415989" y="582935"/>
                      <a:pt x="1411945" y="586980"/>
                    </a:cubicBezTo>
                    <a:cubicBezTo>
                      <a:pt x="1407901" y="591024"/>
                      <a:pt x="1402415" y="593296"/>
                      <a:pt x="1396696" y="593296"/>
                    </a:cubicBezTo>
                    <a:lnTo>
                      <a:pt x="21565" y="593296"/>
                    </a:lnTo>
                    <a:cubicBezTo>
                      <a:pt x="9655" y="593296"/>
                      <a:pt x="0" y="583641"/>
                      <a:pt x="0" y="571731"/>
                    </a:cubicBezTo>
                    <a:lnTo>
                      <a:pt x="0" y="21565"/>
                    </a:lnTo>
                    <a:cubicBezTo>
                      <a:pt x="0" y="9655"/>
                      <a:pt x="9655" y="0"/>
                      <a:pt x="21565" y="0"/>
                    </a:cubicBezTo>
                    <a:close/>
                  </a:path>
                </a:pathLst>
              </a:custGeom>
              <a:solidFill>
                <a:srgbClr val="EAEAEA"/>
              </a:solidFill>
              <a:ln cap="sq">
                <a:noFill/>
                <a:prstDash val="solid"/>
                <a:miter/>
              </a:ln>
            </p:spPr>
          </p:sp>
          <p:sp>
            <p:nvSpPr>
              <p:cNvPr name="TextBox 19" id="19"/>
              <p:cNvSpPr txBox="true"/>
              <p:nvPr/>
            </p:nvSpPr>
            <p:spPr>
              <a:xfrm>
                <a:off x="0" y="19050"/>
                <a:ext cx="1418261" cy="574246"/>
              </a:xfrm>
              <a:prstGeom prst="rect">
                <a:avLst/>
              </a:prstGeom>
            </p:spPr>
            <p:txBody>
              <a:bodyPr anchor="ctr" rtlCol="false" tIns="50800" lIns="50800" bIns="50800" rIns="50800"/>
              <a:lstStyle/>
              <a:p>
                <a:pPr algn="ctr">
                  <a:lnSpc>
                    <a:spcPts val="2743"/>
                  </a:lnSpc>
                </a:pPr>
              </a:p>
            </p:txBody>
          </p:sp>
        </p:grpSp>
        <p:sp>
          <p:nvSpPr>
            <p:cNvPr name="Freeform 20" id="20"/>
            <p:cNvSpPr/>
            <p:nvPr/>
          </p:nvSpPr>
          <p:spPr>
            <a:xfrm flipH="false" flipV="false" rot="0">
              <a:off x="741639" y="709385"/>
              <a:ext cx="189653" cy="144610"/>
            </a:xfrm>
            <a:custGeom>
              <a:avLst/>
              <a:gdLst/>
              <a:ahLst/>
              <a:cxnLst/>
              <a:rect r="r" b="b" t="t" l="l"/>
              <a:pathLst>
                <a:path h="144610" w="189653">
                  <a:moveTo>
                    <a:pt x="0" y="0"/>
                  </a:moveTo>
                  <a:lnTo>
                    <a:pt x="189653" y="0"/>
                  </a:lnTo>
                  <a:lnTo>
                    <a:pt x="189653" y="144610"/>
                  </a:lnTo>
                  <a:lnTo>
                    <a:pt x="0" y="144610"/>
                  </a:lnTo>
                  <a:lnTo>
                    <a:pt x="0" y="0"/>
                  </a:lnTo>
                  <a:close/>
                </a:path>
              </a:pathLst>
            </a:custGeom>
            <a:blipFill>
              <a:blip r:embed="rId5">
                <a:extLst>
                  <a:ext uri="{96DAC541-7B7A-43D3-8B79-37D633B846F1}">
                    <asvg:svgBlip xmlns:asvg="http://schemas.microsoft.com/office/drawing/2016/SVG/main" r:embed="rId6"/>
                  </a:ext>
                </a:extLst>
              </a:blip>
              <a:stretch>
                <a:fillRect l="0" t="0" r="0" b="0"/>
              </a:stretch>
            </a:blipFill>
          </p:spPr>
        </p:sp>
        <p:sp>
          <p:nvSpPr>
            <p:cNvPr name="TextBox 21" id="21"/>
            <p:cNvSpPr txBox="true"/>
            <p:nvPr/>
          </p:nvSpPr>
          <p:spPr>
            <a:xfrm rot="0">
              <a:off x="1045128" y="502290"/>
              <a:ext cx="6134820" cy="482600"/>
            </a:xfrm>
            <a:prstGeom prst="rect">
              <a:avLst/>
            </a:prstGeom>
          </p:spPr>
          <p:txBody>
            <a:bodyPr anchor="t" rtlCol="false" tIns="0" lIns="0" bIns="0" rIns="0">
              <a:spAutoFit/>
            </a:bodyPr>
            <a:lstStyle/>
            <a:p>
              <a:pPr algn="l" marL="0" indent="0" lvl="0">
                <a:lnSpc>
                  <a:spcPts val="3000"/>
                </a:lnSpc>
                <a:spcBef>
                  <a:spcPct val="0"/>
                </a:spcBef>
              </a:pPr>
              <a:r>
                <a:rPr lang="en-US" b="true" sz="2000" spc="-40" strike="noStrike" u="none">
                  <a:solidFill>
                    <a:srgbClr val="333333">
                      <a:alpha val="89804"/>
                    </a:srgbClr>
                  </a:solidFill>
                  <a:latin typeface="프리젠테이션 Bold"/>
                  <a:ea typeface="프리젠테이션 Bold"/>
                  <a:cs typeface="프리젠테이션 Bold"/>
                  <a:sym typeface="프리젠테이션 Bold"/>
                </a:rPr>
                <a:t>⏱ 약 7분 소요</a:t>
              </a:r>
            </a:p>
          </p:txBody>
        </p:sp>
        <p:sp>
          <p:nvSpPr>
            <p:cNvPr name="Freeform 22" id="22"/>
            <p:cNvSpPr/>
            <p:nvPr/>
          </p:nvSpPr>
          <p:spPr>
            <a:xfrm flipH="false" flipV="false" rot="0">
              <a:off x="741639" y="1418045"/>
              <a:ext cx="189653" cy="144610"/>
            </a:xfrm>
            <a:custGeom>
              <a:avLst/>
              <a:gdLst/>
              <a:ahLst/>
              <a:cxnLst/>
              <a:rect r="r" b="b" t="t" l="l"/>
              <a:pathLst>
                <a:path h="144610" w="189653">
                  <a:moveTo>
                    <a:pt x="0" y="0"/>
                  </a:moveTo>
                  <a:lnTo>
                    <a:pt x="189653" y="0"/>
                  </a:lnTo>
                  <a:lnTo>
                    <a:pt x="189653" y="144611"/>
                  </a:lnTo>
                  <a:lnTo>
                    <a:pt x="0" y="144611"/>
                  </a:lnTo>
                  <a:lnTo>
                    <a:pt x="0" y="0"/>
                  </a:lnTo>
                  <a:close/>
                </a:path>
              </a:pathLst>
            </a:custGeom>
            <a:blipFill>
              <a:blip r:embed="rId5">
                <a:extLst>
                  <a:ext uri="{96DAC541-7B7A-43D3-8B79-37D633B846F1}">
                    <asvg:svgBlip xmlns:asvg="http://schemas.microsoft.com/office/drawing/2016/SVG/main" r:embed="rId6"/>
                  </a:ext>
                </a:extLst>
              </a:blip>
              <a:stretch>
                <a:fillRect l="0" t="0" r="0" b="0"/>
              </a:stretch>
            </a:blipFill>
          </p:spPr>
        </p:sp>
        <p:sp>
          <p:nvSpPr>
            <p:cNvPr name="TextBox 23" id="23"/>
            <p:cNvSpPr txBox="true"/>
            <p:nvPr/>
          </p:nvSpPr>
          <p:spPr>
            <a:xfrm rot="0">
              <a:off x="1045128" y="1210950"/>
              <a:ext cx="6134820" cy="482600"/>
            </a:xfrm>
            <a:prstGeom prst="rect">
              <a:avLst/>
            </a:prstGeom>
          </p:spPr>
          <p:txBody>
            <a:bodyPr anchor="t" rtlCol="false" tIns="0" lIns="0" bIns="0" rIns="0">
              <a:spAutoFit/>
            </a:bodyPr>
            <a:lstStyle/>
            <a:p>
              <a:pPr algn="l" marL="0" indent="0" lvl="0">
                <a:lnSpc>
                  <a:spcPts val="3000"/>
                </a:lnSpc>
                <a:spcBef>
                  <a:spcPct val="0"/>
                </a:spcBef>
              </a:pPr>
              <a:r>
                <a:rPr lang="en-US" b="true" sz="2000" spc="-40" strike="noStrike" u="none">
                  <a:solidFill>
                    <a:srgbClr val="333333">
                      <a:alpha val="89804"/>
                    </a:srgbClr>
                  </a:solidFill>
                  <a:latin typeface="프리젠테이션 Bold"/>
                  <a:ea typeface="프리젠테이션 Bold"/>
                  <a:cs typeface="프리젠테이션 Bold"/>
                  <a:sym typeface="프리젠테이션 Bold"/>
                </a:rPr>
                <a:t>목표 예: 운동 · 독서 · 여행</a:t>
              </a:r>
            </a:p>
          </p:txBody>
        </p:sp>
        <p:sp>
          <p:nvSpPr>
            <p:cNvPr name="Freeform 24" id="24"/>
            <p:cNvSpPr/>
            <p:nvPr/>
          </p:nvSpPr>
          <p:spPr>
            <a:xfrm flipH="false" flipV="false" rot="0">
              <a:off x="741639" y="2126706"/>
              <a:ext cx="189653" cy="144610"/>
            </a:xfrm>
            <a:custGeom>
              <a:avLst/>
              <a:gdLst/>
              <a:ahLst/>
              <a:cxnLst/>
              <a:rect r="r" b="b" t="t" l="l"/>
              <a:pathLst>
                <a:path h="144610" w="189653">
                  <a:moveTo>
                    <a:pt x="0" y="0"/>
                  </a:moveTo>
                  <a:lnTo>
                    <a:pt x="189653" y="0"/>
                  </a:lnTo>
                  <a:lnTo>
                    <a:pt x="189653" y="144610"/>
                  </a:lnTo>
                  <a:lnTo>
                    <a:pt x="0" y="144610"/>
                  </a:lnTo>
                  <a:lnTo>
                    <a:pt x="0" y="0"/>
                  </a:lnTo>
                  <a:close/>
                </a:path>
              </a:pathLst>
            </a:custGeom>
            <a:blipFill>
              <a:blip r:embed="rId5">
                <a:extLst>
                  <a:ext uri="{96DAC541-7B7A-43D3-8B79-37D633B846F1}">
                    <asvg:svgBlip xmlns:asvg="http://schemas.microsoft.com/office/drawing/2016/SVG/main" r:embed="rId6"/>
                  </a:ext>
                </a:extLst>
              </a:blip>
              <a:stretch>
                <a:fillRect l="0" t="0" r="0" b="0"/>
              </a:stretch>
            </a:blipFill>
          </p:spPr>
        </p:sp>
        <p:sp>
          <p:nvSpPr>
            <p:cNvPr name="TextBox 25" id="25"/>
            <p:cNvSpPr txBox="true"/>
            <p:nvPr/>
          </p:nvSpPr>
          <p:spPr>
            <a:xfrm rot="0">
              <a:off x="1045128" y="1919611"/>
              <a:ext cx="6134820" cy="482600"/>
            </a:xfrm>
            <a:prstGeom prst="rect">
              <a:avLst/>
            </a:prstGeom>
          </p:spPr>
          <p:txBody>
            <a:bodyPr anchor="t" rtlCol="false" tIns="0" lIns="0" bIns="0" rIns="0">
              <a:spAutoFit/>
            </a:bodyPr>
            <a:lstStyle/>
            <a:p>
              <a:pPr algn="l" marL="0" indent="0" lvl="0">
                <a:lnSpc>
                  <a:spcPts val="3000"/>
                </a:lnSpc>
                <a:spcBef>
                  <a:spcPct val="0"/>
                </a:spcBef>
              </a:pPr>
              <a:r>
                <a:rPr lang="en-US" b="true" sz="2000" spc="-40" strike="noStrike" u="none">
                  <a:solidFill>
                    <a:srgbClr val="333333">
                      <a:alpha val="89804"/>
                    </a:srgbClr>
                  </a:solidFill>
                  <a:latin typeface="프리젠테이션 Bold"/>
                  <a:ea typeface="프리젠테이션 Bold"/>
                  <a:cs typeface="프리젠테이션 Bold"/>
                  <a:sym typeface="프리젠테이션 Bold"/>
                </a:rPr>
                <a:t>추가 수정은 1회까지만 (토큰!)</a:t>
              </a:r>
            </a:p>
          </p:txBody>
        </p:sp>
      </p:grpSp>
      <p:grpSp>
        <p:nvGrpSpPr>
          <p:cNvPr name="Group 26" id="26"/>
          <p:cNvGrpSpPr/>
          <p:nvPr/>
        </p:nvGrpSpPr>
        <p:grpSpPr>
          <a:xfrm rot="0">
            <a:off x="10472784" y="2884234"/>
            <a:ext cx="3903318" cy="547878"/>
            <a:chOff x="0" y="0"/>
            <a:chExt cx="5204424" cy="730504"/>
          </a:xfrm>
        </p:grpSpPr>
        <p:sp>
          <p:nvSpPr>
            <p:cNvPr name="Freeform 27" id="27"/>
            <p:cNvSpPr/>
            <p:nvPr/>
          </p:nvSpPr>
          <p:spPr>
            <a:xfrm flipH="false" flipV="false" rot="0">
              <a:off x="0" y="192339"/>
              <a:ext cx="355986" cy="355986"/>
            </a:xfrm>
            <a:custGeom>
              <a:avLst/>
              <a:gdLst/>
              <a:ahLst/>
              <a:cxnLst/>
              <a:rect r="r" b="b" t="t" l="l"/>
              <a:pathLst>
                <a:path h="355986" w="355986">
                  <a:moveTo>
                    <a:pt x="0" y="0"/>
                  </a:moveTo>
                  <a:lnTo>
                    <a:pt x="355986" y="0"/>
                  </a:lnTo>
                  <a:lnTo>
                    <a:pt x="355986" y="355986"/>
                  </a:lnTo>
                  <a:lnTo>
                    <a:pt x="0" y="355986"/>
                  </a:lnTo>
                  <a:lnTo>
                    <a:pt x="0" y="0"/>
                  </a:lnTo>
                  <a:close/>
                </a:path>
              </a:pathLst>
            </a:custGeom>
            <a:blipFill>
              <a:blip r:embed="rId7">
                <a:extLst>
                  <a:ext uri="{96DAC541-7B7A-43D3-8B79-37D633B846F1}">
                    <asvg:svgBlip xmlns:asvg="http://schemas.microsoft.com/office/drawing/2016/SVG/main" r:embed="rId8"/>
                  </a:ext>
                </a:extLst>
              </a:blip>
              <a:stretch>
                <a:fillRect l="0" t="0" r="0" b="0"/>
              </a:stretch>
            </a:blipFill>
          </p:spPr>
        </p:sp>
        <p:sp>
          <p:nvSpPr>
            <p:cNvPr name="TextBox 28" id="28"/>
            <p:cNvSpPr txBox="true"/>
            <p:nvPr/>
          </p:nvSpPr>
          <p:spPr>
            <a:xfrm rot="0">
              <a:off x="500339" y="76200"/>
              <a:ext cx="4704085" cy="654304"/>
            </a:xfrm>
            <a:prstGeom prst="rect">
              <a:avLst/>
            </a:prstGeom>
          </p:spPr>
          <p:txBody>
            <a:bodyPr anchor="t" rtlCol="false" tIns="0" lIns="0" bIns="0" rIns="0">
              <a:spAutoFit/>
            </a:bodyPr>
            <a:lstStyle/>
            <a:p>
              <a:pPr algn="l" marL="0" indent="0" lvl="0">
                <a:lnSpc>
                  <a:spcPts val="3456"/>
                </a:lnSpc>
                <a:spcBef>
                  <a:spcPct val="0"/>
                </a:spcBef>
              </a:pPr>
              <a:r>
                <a:rPr lang="en-US" b="true" sz="3600" spc="-72" strike="noStrike" u="none">
                  <a:solidFill>
                    <a:srgbClr val="333333"/>
                  </a:solidFill>
                  <a:latin typeface="프리젠테이션 Bold"/>
                  <a:ea typeface="프리젠테이션 Bold"/>
                  <a:cs typeface="프리젠테이션 Bold"/>
                  <a:sym typeface="프리젠테이션 Bold"/>
                </a:rPr>
                <a:t>실습 순서</a:t>
              </a:r>
            </a:p>
          </p:txBody>
        </p:sp>
      </p:grpSp>
      <p:sp>
        <p:nvSpPr>
          <p:cNvPr name="TextBox 29" id="29"/>
          <p:cNvSpPr txBox="true"/>
          <p:nvPr/>
        </p:nvSpPr>
        <p:spPr>
          <a:xfrm rot="0">
            <a:off x="1355167" y="696396"/>
            <a:ext cx="12295240" cy="685800"/>
          </a:xfrm>
          <a:prstGeom prst="rect">
            <a:avLst/>
          </a:prstGeom>
        </p:spPr>
        <p:txBody>
          <a:bodyPr anchor="t" rtlCol="false" tIns="0" lIns="0" bIns="0" rIns="0">
            <a:spAutoFit/>
          </a:bodyPr>
          <a:lstStyle/>
          <a:p>
            <a:pPr algn="l" marL="0" indent="0" lvl="0">
              <a:lnSpc>
                <a:spcPts val="5100"/>
              </a:lnSpc>
              <a:spcBef>
                <a:spcPct val="0"/>
              </a:spcBef>
            </a:pPr>
            <a:r>
              <a:rPr lang="en-US" b="true" sz="5000" spc="-100" strike="noStrike" u="none">
                <a:solidFill>
                  <a:srgbClr val="FFFFFF"/>
                </a:solidFill>
                <a:latin typeface="프리젠테이션 Bold"/>
                <a:ea typeface="프리젠테이션 Bold"/>
                <a:cs typeface="프리젠테이션 Bold"/>
                <a:sym typeface="프리젠테이션 Bold"/>
              </a:rPr>
              <a:t>[실습 2] TCREI로 새 섹션 추가</a:t>
            </a:r>
          </a:p>
        </p:txBody>
      </p:sp>
      <p:sp>
        <p:nvSpPr>
          <p:cNvPr name="TextBox 30" id="30"/>
          <p:cNvSpPr txBox="true"/>
          <p:nvPr/>
        </p:nvSpPr>
        <p:spPr>
          <a:xfrm rot="0">
            <a:off x="10472784" y="3604117"/>
            <a:ext cx="7086813" cy="1365885"/>
          </a:xfrm>
          <a:prstGeom prst="rect">
            <a:avLst/>
          </a:prstGeom>
        </p:spPr>
        <p:txBody>
          <a:bodyPr anchor="t" rtlCol="false" tIns="0" lIns="0" bIns="0" rIns="0">
            <a:spAutoFit/>
          </a:bodyPr>
          <a:lstStyle/>
          <a:p>
            <a:pPr algn="l" marL="0" indent="0" lvl="0">
              <a:lnSpc>
                <a:spcPts val="3600"/>
              </a:lnSpc>
              <a:spcBef>
                <a:spcPct val="0"/>
              </a:spcBef>
            </a:pPr>
            <a:r>
              <a:rPr lang="en-US" b="true" sz="2400" spc="-48" strike="noStrike" u="none">
                <a:solidFill>
                  <a:srgbClr val="000000">
                    <a:alpha val="69804"/>
                  </a:srgbClr>
                </a:solidFill>
                <a:latin typeface="프리젠테이션 Bold"/>
                <a:ea typeface="프리젠테이션 Bold"/>
                <a:cs typeface="프리젠테이션 Bold"/>
                <a:sym typeface="프리젠테이션 Bold"/>
              </a:rPr>
              <a:t>① 실습 1과 같은 대화창에 이어서</a:t>
            </a:r>
          </a:p>
          <a:p>
            <a:pPr algn="l" marL="0" indent="0" lvl="0">
              <a:lnSpc>
                <a:spcPts val="3600"/>
              </a:lnSpc>
              <a:spcBef>
                <a:spcPct val="0"/>
              </a:spcBef>
            </a:pPr>
            <a:r>
              <a:rPr lang="en-US" b="true" sz="2400" spc="-48" strike="noStrike" u="none">
                <a:solidFill>
                  <a:srgbClr val="000000">
                    <a:alpha val="69804"/>
                  </a:srgbClr>
                </a:solidFill>
                <a:latin typeface="프리젠테이션 Bold"/>
                <a:ea typeface="프리젠테이션 Bold"/>
                <a:cs typeface="프리젠테이션 Bold"/>
                <a:sym typeface="프리젠테이션 Bold"/>
              </a:rPr>
              <a:t>② 목표 3개는 내 것으로 적기</a:t>
            </a:r>
          </a:p>
          <a:p>
            <a:pPr algn="l" marL="0" indent="0" lvl="0">
              <a:lnSpc>
                <a:spcPts val="3600"/>
              </a:lnSpc>
              <a:spcBef>
                <a:spcPct val="0"/>
              </a:spcBef>
            </a:pPr>
            <a:r>
              <a:rPr lang="en-US" b="true" sz="2400" spc="-48" strike="noStrike" u="none">
                <a:solidFill>
                  <a:srgbClr val="000000">
                    <a:alpha val="69804"/>
                  </a:srgbClr>
                </a:solidFill>
                <a:latin typeface="프리젠테이션 Bold"/>
                <a:ea typeface="프리젠테이션 Bold"/>
                <a:cs typeface="프리젠테이션 Bold"/>
                <a:sym typeface="프리젠테이션 Bold"/>
              </a:rPr>
              <a:t>③ 결과를 보고 1번만 수정 요청</a:t>
            </a:r>
          </a:p>
        </p:txBody>
      </p:sp>
      <p:sp>
        <p:nvSpPr>
          <p:cNvPr name="TextBox 31" id="31"/>
          <p:cNvSpPr txBox="true"/>
          <p:nvPr/>
        </p:nvSpPr>
        <p:spPr>
          <a:xfrm rot="0">
            <a:off x="14694520" y="1353621"/>
            <a:ext cx="2865076" cy="325120"/>
          </a:xfrm>
          <a:prstGeom prst="rect">
            <a:avLst/>
          </a:prstGeom>
        </p:spPr>
        <p:txBody>
          <a:bodyPr anchor="t" rtlCol="false" tIns="0" lIns="0" bIns="0" rIns="0">
            <a:spAutoFit/>
          </a:bodyPr>
          <a:lstStyle/>
          <a:p>
            <a:pPr algn="ctr" marL="0" indent="0" lvl="0">
              <a:lnSpc>
                <a:spcPts val="2540"/>
              </a:lnSpc>
              <a:spcBef>
                <a:spcPct val="0"/>
              </a:spcBef>
            </a:pPr>
            <a:r>
              <a:rPr lang="en-US" b="true" sz="2000" spc="122" strike="noStrike" u="none">
                <a:solidFill>
                  <a:srgbClr val="5170FF"/>
                </a:solidFill>
                <a:latin typeface="프리젠테이션 Bold"/>
                <a:ea typeface="프리젠테이션 Bold"/>
                <a:cs typeface="프리젠테이션 Bold"/>
                <a:sym typeface="프리젠테이션 Bold"/>
              </a:rPr>
              <a:t>해달 바이브코딩 기초반</a:t>
            </a:r>
          </a:p>
        </p:txBody>
      </p:sp>
      <p:grpSp>
        <p:nvGrpSpPr>
          <p:cNvPr name="Group 32" id="32"/>
          <p:cNvGrpSpPr/>
          <p:nvPr/>
        </p:nvGrpSpPr>
        <p:grpSpPr>
          <a:xfrm rot="0">
            <a:off x="1714500" y="2895600"/>
            <a:ext cx="8201025" cy="5695950"/>
            <a:chOff x="0" y="0"/>
            <a:chExt cx="10934700" cy="7594600"/>
          </a:xfrm>
        </p:grpSpPr>
        <p:sp>
          <p:nvSpPr>
            <p:cNvPr name="Freeform 33" id="33"/>
            <p:cNvSpPr/>
            <p:nvPr/>
          </p:nvSpPr>
          <p:spPr>
            <a:xfrm flipH="false" flipV="false" rot="0">
              <a:off x="0" y="0"/>
              <a:ext cx="10934700" cy="7594600"/>
            </a:xfrm>
            <a:custGeom>
              <a:avLst/>
              <a:gdLst/>
              <a:ahLst/>
              <a:cxnLst/>
              <a:rect r="r" b="b" t="t" l="l"/>
              <a:pathLst>
                <a:path h="7594600" w="10934700">
                  <a:moveTo>
                    <a:pt x="35401" y="0"/>
                  </a:moveTo>
                  <a:lnTo>
                    <a:pt x="10899299" y="0"/>
                  </a:lnTo>
                  <a:cubicBezTo>
                    <a:pt x="10918851" y="0"/>
                    <a:pt x="10934700" y="15849"/>
                    <a:pt x="10934700" y="35401"/>
                  </a:cubicBezTo>
                  <a:lnTo>
                    <a:pt x="10934700" y="7559199"/>
                  </a:lnTo>
                  <a:cubicBezTo>
                    <a:pt x="10934700" y="7578751"/>
                    <a:pt x="10918851" y="7594600"/>
                    <a:pt x="10899299" y="7594600"/>
                  </a:cubicBezTo>
                  <a:lnTo>
                    <a:pt x="35401" y="7594600"/>
                  </a:lnTo>
                  <a:cubicBezTo>
                    <a:pt x="15849" y="7594600"/>
                    <a:pt x="0" y="7578751"/>
                    <a:pt x="0" y="7559199"/>
                  </a:cubicBezTo>
                  <a:lnTo>
                    <a:pt x="0" y="35401"/>
                  </a:lnTo>
                  <a:cubicBezTo>
                    <a:pt x="0" y="15849"/>
                    <a:pt x="15849" y="0"/>
                    <a:pt x="35401" y="0"/>
                  </a:cubicBezTo>
                  <a:close/>
                </a:path>
              </a:pathLst>
            </a:custGeom>
            <a:solidFill>
              <a:srgbClr val="1E2233"/>
            </a:solidFill>
          </p:spPr>
        </p:sp>
        <p:sp>
          <p:nvSpPr>
            <p:cNvPr name="TextBox 34" id="34"/>
            <p:cNvSpPr txBox="true"/>
            <p:nvPr/>
          </p:nvSpPr>
          <p:spPr>
            <a:xfrm>
              <a:off x="0" y="-38100"/>
              <a:ext cx="10934700" cy="7632700"/>
            </a:xfrm>
            <a:prstGeom prst="rect">
              <a:avLst/>
            </a:prstGeom>
          </p:spPr>
          <p:txBody>
            <a:bodyPr anchor="ctr" rtlCol="false" tIns="50800" lIns="50800" bIns="50800" rIns="50800"/>
            <a:lstStyle/>
            <a:p>
              <a:pPr algn="l">
                <a:lnSpc>
                  <a:spcPts val="1679"/>
                </a:lnSpc>
              </a:pPr>
            </a:p>
          </p:txBody>
        </p:sp>
      </p:grpSp>
      <p:grpSp>
        <p:nvGrpSpPr>
          <p:cNvPr name="Group 35" id="35"/>
          <p:cNvGrpSpPr/>
          <p:nvPr/>
        </p:nvGrpSpPr>
        <p:grpSpPr>
          <a:xfrm rot="0">
            <a:off x="1714500" y="2895600"/>
            <a:ext cx="8201025" cy="609600"/>
            <a:chOff x="0" y="0"/>
            <a:chExt cx="10934700" cy="812800"/>
          </a:xfrm>
        </p:grpSpPr>
        <p:sp>
          <p:nvSpPr>
            <p:cNvPr name="Freeform 36" id="36"/>
            <p:cNvSpPr/>
            <p:nvPr/>
          </p:nvSpPr>
          <p:spPr>
            <a:xfrm flipH="false" flipV="false" rot="0">
              <a:off x="0" y="0"/>
              <a:ext cx="10934700" cy="812800"/>
            </a:xfrm>
            <a:custGeom>
              <a:avLst/>
              <a:gdLst/>
              <a:ahLst/>
              <a:cxnLst/>
              <a:rect r="r" b="b" t="t" l="l"/>
              <a:pathLst>
                <a:path h="812800" w="10934700">
                  <a:moveTo>
                    <a:pt x="35401" y="0"/>
                  </a:moveTo>
                  <a:lnTo>
                    <a:pt x="10899299" y="0"/>
                  </a:lnTo>
                  <a:cubicBezTo>
                    <a:pt x="10918851" y="0"/>
                    <a:pt x="10934700" y="15849"/>
                    <a:pt x="10934700" y="35401"/>
                  </a:cubicBezTo>
                  <a:lnTo>
                    <a:pt x="10934700" y="777399"/>
                  </a:lnTo>
                  <a:cubicBezTo>
                    <a:pt x="10934700" y="796951"/>
                    <a:pt x="10918851" y="812800"/>
                    <a:pt x="10899299" y="812800"/>
                  </a:cubicBezTo>
                  <a:lnTo>
                    <a:pt x="35401" y="812800"/>
                  </a:lnTo>
                  <a:cubicBezTo>
                    <a:pt x="15849" y="812800"/>
                    <a:pt x="0" y="796951"/>
                    <a:pt x="0" y="777399"/>
                  </a:cubicBezTo>
                  <a:lnTo>
                    <a:pt x="0" y="35401"/>
                  </a:lnTo>
                  <a:cubicBezTo>
                    <a:pt x="0" y="15849"/>
                    <a:pt x="15849" y="0"/>
                    <a:pt x="35401" y="0"/>
                  </a:cubicBezTo>
                  <a:close/>
                </a:path>
              </a:pathLst>
            </a:custGeom>
            <a:solidFill>
              <a:srgbClr val="2D3350"/>
            </a:solidFill>
          </p:spPr>
        </p:sp>
        <p:sp>
          <p:nvSpPr>
            <p:cNvPr name="TextBox 37" id="37"/>
            <p:cNvSpPr txBox="true"/>
            <p:nvPr/>
          </p:nvSpPr>
          <p:spPr>
            <a:xfrm>
              <a:off x="0" y="-38100"/>
              <a:ext cx="10934700" cy="850900"/>
            </a:xfrm>
            <a:prstGeom prst="rect">
              <a:avLst/>
            </a:prstGeom>
          </p:spPr>
          <p:txBody>
            <a:bodyPr anchor="ctr" rtlCol="false" tIns="50800" lIns="50800" bIns="50800" rIns="50800"/>
            <a:lstStyle/>
            <a:p>
              <a:pPr algn="l">
                <a:lnSpc>
                  <a:spcPts val="1679"/>
                </a:lnSpc>
              </a:pPr>
            </a:p>
          </p:txBody>
        </p:sp>
      </p:grpSp>
      <p:sp>
        <p:nvSpPr>
          <p:cNvPr name="TextBox 38" id="38"/>
          <p:cNvSpPr txBox="true"/>
          <p:nvPr/>
        </p:nvSpPr>
        <p:spPr>
          <a:xfrm rot="0">
            <a:off x="2047875" y="2971800"/>
            <a:ext cx="7429500" cy="350520"/>
          </a:xfrm>
          <a:prstGeom prst="rect">
            <a:avLst/>
          </a:prstGeom>
        </p:spPr>
        <p:txBody>
          <a:bodyPr anchor="t" rtlCol="false" tIns="0" lIns="0" bIns="0" rIns="0">
            <a:spAutoFit/>
          </a:bodyPr>
          <a:lstStyle/>
          <a:p>
            <a:pPr algn="l" marL="0" indent="0" lvl="0">
              <a:lnSpc>
                <a:spcPts val="2729"/>
              </a:lnSpc>
              <a:spcBef>
                <a:spcPct val="0"/>
              </a:spcBef>
            </a:pPr>
            <a:r>
              <a:rPr lang="en-US" b="true" sz="1950" strike="noStrike" u="none">
                <a:solidFill>
                  <a:srgbClr val="A9B8FF"/>
                </a:solidFill>
                <a:latin typeface="Arimo Bold"/>
                <a:ea typeface="Arimo Bold"/>
                <a:cs typeface="Arimo Bold"/>
                <a:sym typeface="Arimo Bold"/>
              </a:rPr>
              <a:t>💬 Antigravity 2.0 채팅창에 입력</a:t>
            </a:r>
          </a:p>
        </p:txBody>
      </p:sp>
      <p:sp>
        <p:nvSpPr>
          <p:cNvPr name="TextBox 39" id="39"/>
          <p:cNvSpPr txBox="true"/>
          <p:nvPr/>
        </p:nvSpPr>
        <p:spPr>
          <a:xfrm rot="0">
            <a:off x="2143125" y="3762375"/>
            <a:ext cx="7524750" cy="4010978"/>
          </a:xfrm>
          <a:prstGeom prst="rect">
            <a:avLst/>
          </a:prstGeom>
        </p:spPr>
        <p:txBody>
          <a:bodyPr anchor="t" rtlCol="false" tIns="0" lIns="0" bIns="0" rIns="0">
            <a:spAutoFit/>
          </a:bodyPr>
          <a:lstStyle/>
          <a:p>
            <a:pPr algn="l" marL="0" indent="0" lvl="0">
              <a:lnSpc>
                <a:spcPts val="2632"/>
              </a:lnSpc>
              <a:spcBef>
                <a:spcPct val="0"/>
              </a:spcBef>
            </a:pPr>
            <a:r>
              <a:rPr lang="en-US" sz="1950" strike="noStrike" u="none">
                <a:solidFill>
                  <a:srgbClr val="EEF1FF"/>
                </a:solidFill>
                <a:latin typeface="Arimo"/>
                <a:ea typeface="Arimo"/>
                <a:cs typeface="Arimo"/>
                <a:sym typeface="Arimo"/>
              </a:rPr>
              <a:t>[Task] index.html에 '올해 목표'</a:t>
            </a:r>
          </a:p>
          <a:p>
            <a:pPr algn="l" marL="0" indent="0" lvl="0">
              <a:lnSpc>
                <a:spcPts val="2632"/>
              </a:lnSpc>
              <a:spcBef>
                <a:spcPct val="0"/>
              </a:spcBef>
            </a:pPr>
            <a:r>
              <a:rPr lang="en-US" sz="1950" strike="noStrike" u="none">
                <a:solidFill>
                  <a:srgbClr val="EEF1FF"/>
                </a:solidFill>
                <a:latin typeface="Arimo"/>
                <a:ea typeface="Arimo"/>
                <a:cs typeface="Arimo"/>
                <a:sym typeface="Arimo"/>
              </a:rPr>
              <a:t>섹션을 추가해줘.</a:t>
            </a:r>
          </a:p>
          <a:p>
            <a:pPr algn="l" marL="0" indent="0" lvl="0">
              <a:lnSpc>
                <a:spcPts val="2632"/>
              </a:lnSpc>
              <a:spcBef>
                <a:spcPct val="0"/>
              </a:spcBef>
            </a:pPr>
            <a:r>
              <a:rPr lang="en-US" sz="1950" strike="noStrike" u="none">
                <a:solidFill>
                  <a:srgbClr val="EEF1FF"/>
                </a:solidFill>
                <a:latin typeface="Arimo"/>
                <a:ea typeface="Arimo"/>
                <a:cs typeface="Arimo"/>
                <a:sym typeface="Arimo"/>
              </a:rPr>
              <a:t>[Context] HTML 파일 하나로 된 자기소개</a:t>
            </a:r>
          </a:p>
          <a:p>
            <a:pPr algn="l" marL="0" indent="0" lvl="0">
              <a:lnSpc>
                <a:spcPts val="2632"/>
              </a:lnSpc>
              <a:spcBef>
                <a:spcPct val="0"/>
              </a:spcBef>
            </a:pPr>
            <a:r>
              <a:rPr lang="en-US" sz="1950" strike="noStrike" u="none">
                <a:solidFill>
                  <a:srgbClr val="EEF1FF"/>
                </a:solidFill>
                <a:latin typeface="Arimo"/>
                <a:ea typeface="Arimo"/>
                <a:cs typeface="Arimo"/>
                <a:sym typeface="Arimo"/>
              </a:rPr>
              <a:t>페이지야. 외부 라이브러리는 쓰지 마.</a:t>
            </a:r>
          </a:p>
          <a:p>
            <a:pPr algn="l" marL="0" indent="0" lvl="0">
              <a:lnSpc>
                <a:spcPts val="2632"/>
              </a:lnSpc>
              <a:spcBef>
                <a:spcPct val="0"/>
              </a:spcBef>
            </a:pPr>
            <a:r>
              <a:rPr lang="en-US" sz="1950" strike="noStrike" u="none">
                <a:solidFill>
                  <a:srgbClr val="EEF1FF"/>
                </a:solidFill>
                <a:latin typeface="Arimo"/>
                <a:ea typeface="Arimo"/>
                <a:cs typeface="Arimo"/>
                <a:sym typeface="Arimo"/>
              </a:rPr>
              <a:t>[Reference] 기존 자기소개 섹션과 같은</a:t>
            </a:r>
          </a:p>
          <a:p>
            <a:pPr algn="l" marL="0" indent="0" lvl="0">
              <a:lnSpc>
                <a:spcPts val="2632"/>
              </a:lnSpc>
              <a:spcBef>
                <a:spcPct val="0"/>
              </a:spcBef>
            </a:pPr>
            <a:r>
              <a:rPr lang="en-US" sz="1950" strike="noStrike" u="none">
                <a:solidFill>
                  <a:srgbClr val="EEF1FF"/>
                </a:solidFill>
                <a:latin typeface="Arimo"/>
                <a:ea typeface="Arimo"/>
                <a:cs typeface="Arimo"/>
                <a:sym typeface="Arimo"/>
              </a:rPr>
              <a:t>글꼴·색상·여백을 따라해.</a:t>
            </a:r>
          </a:p>
          <a:p>
            <a:pPr algn="l" marL="0" indent="0" lvl="0">
              <a:lnSpc>
                <a:spcPts val="2632"/>
              </a:lnSpc>
              <a:spcBef>
                <a:spcPct val="0"/>
              </a:spcBef>
            </a:pPr>
            <a:r>
              <a:rPr lang="en-US" sz="1950" strike="noStrike" u="none">
                <a:solidFill>
                  <a:srgbClr val="EEF1FF"/>
                </a:solidFill>
                <a:latin typeface="Arimo"/>
                <a:ea typeface="Arimo"/>
                <a:cs typeface="Arimo"/>
                <a:sym typeface="Arimo"/>
              </a:rPr>
              <a:t>[Evaluate] 목표 3개가 카드로 보이고,</a:t>
            </a:r>
          </a:p>
          <a:p>
            <a:pPr algn="l" marL="0" indent="0" lvl="0">
              <a:lnSpc>
                <a:spcPts val="2632"/>
              </a:lnSpc>
              <a:spcBef>
                <a:spcPct val="0"/>
              </a:spcBef>
            </a:pPr>
            <a:r>
              <a:rPr lang="en-US" sz="1950" strike="noStrike" u="none">
                <a:solidFill>
                  <a:srgbClr val="EEF1FF"/>
                </a:solidFill>
                <a:latin typeface="Arimo"/>
                <a:ea typeface="Arimo"/>
                <a:cs typeface="Arimo"/>
                <a:sym typeface="Arimo"/>
              </a:rPr>
              <a:t>휴대폰 화면에서도 깨지지 않을 것.</a:t>
            </a:r>
          </a:p>
          <a:p>
            <a:pPr algn="l" marL="0" indent="0" lvl="0">
              <a:lnSpc>
                <a:spcPts val="2632"/>
              </a:lnSpc>
              <a:spcBef>
                <a:spcPct val="0"/>
              </a:spcBef>
            </a:pPr>
            <a:r>
              <a:rPr lang="en-US" sz="1950" strike="noStrike" u="none">
                <a:solidFill>
                  <a:srgbClr val="EEF1FF"/>
                </a:solidFill>
                <a:latin typeface="Arimo"/>
                <a:ea typeface="Arimo"/>
                <a:cs typeface="Arimo"/>
                <a:sym typeface="Arimo"/>
              </a:rPr>
              <a:t>[Iterate] 끝나면 내가 확인할 점</a:t>
            </a:r>
          </a:p>
          <a:p>
            <a:pPr algn="l" marL="0" indent="0" lvl="0">
              <a:lnSpc>
                <a:spcPts val="2632"/>
              </a:lnSpc>
              <a:spcBef>
                <a:spcPct val="0"/>
              </a:spcBef>
            </a:pPr>
            <a:r>
              <a:rPr lang="en-US" sz="1950" strike="noStrike" u="none">
                <a:solidFill>
                  <a:srgbClr val="EEF1FF"/>
                </a:solidFill>
                <a:latin typeface="Arimo"/>
                <a:ea typeface="Arimo"/>
                <a:cs typeface="Arimo"/>
                <a:sym typeface="Arimo"/>
              </a:rPr>
              <a:t>1가지만 알려줘.</a:t>
            </a:r>
          </a:p>
          <a:p>
            <a:pPr algn="l" marL="0" indent="0" lvl="0">
              <a:lnSpc>
                <a:spcPts val="2632"/>
              </a:lnSpc>
              <a:spcBef>
                <a:spcPct val="0"/>
              </a:spcBef>
            </a:pPr>
            <a:r>
              <a:rPr lang="en-US" sz="1950" strike="noStrike" u="none">
                <a:solidFill>
                  <a:srgbClr val="EEF1FF"/>
                </a:solidFill>
                <a:latin typeface="Arimo"/>
                <a:ea typeface="Arimo"/>
                <a:cs typeface="Arimo"/>
                <a:sym typeface="Arimo"/>
              </a:rPr>
              <a:t>변경한 부분만 수정하고,</a:t>
            </a:r>
          </a:p>
          <a:p>
            <a:pPr algn="l" marL="0" indent="0" lvl="0">
              <a:lnSpc>
                <a:spcPts val="2632"/>
              </a:lnSpc>
              <a:spcBef>
                <a:spcPct val="0"/>
              </a:spcBef>
            </a:pPr>
            <a:r>
              <a:rPr lang="en-US" sz="1950" strike="noStrike" u="none">
                <a:solidFill>
                  <a:srgbClr val="EEF1FF"/>
                </a:solidFill>
                <a:latin typeface="Arimo"/>
                <a:ea typeface="Arimo"/>
                <a:cs typeface="Arimo"/>
                <a:sym typeface="Arimo"/>
              </a:rPr>
              <a:t>설명은 3줄 이내로.</a:t>
            </a:r>
          </a:p>
        </p:txBody>
      </p:sp>
      <p:sp>
        <p:nvSpPr>
          <p:cNvPr name="TextBox 40" id="40"/>
          <p:cNvSpPr txBox="true"/>
          <p:nvPr/>
        </p:nvSpPr>
        <p:spPr>
          <a:xfrm rot="0">
            <a:off x="8382000" y="8899525"/>
            <a:ext cx="1524000" cy="358775"/>
          </a:xfrm>
          <a:prstGeom prst="rect">
            <a:avLst/>
          </a:prstGeom>
        </p:spPr>
        <p:txBody>
          <a:bodyPr anchor="t" rtlCol="false" tIns="0" lIns="0" bIns="0" rIns="0">
            <a:spAutoFit/>
          </a:bodyPr>
          <a:lstStyle/>
          <a:p>
            <a:pPr algn="ctr" marL="0" indent="0" lvl="0">
              <a:lnSpc>
                <a:spcPts val="2800"/>
              </a:lnSpc>
              <a:spcBef>
                <a:spcPct val="0"/>
              </a:spcBef>
            </a:pPr>
            <a:r>
              <a:rPr lang="en-US" b="true" sz="2000" strike="noStrike" u="none">
                <a:solidFill>
                  <a:srgbClr val="4165C1"/>
                </a:solidFill>
                <a:latin typeface="프리젠테이션 Bold"/>
                <a:ea typeface="프리젠테이션 Bold"/>
                <a:cs typeface="프리젠테이션 Bold"/>
                <a:sym typeface="프리젠테이션 Bold"/>
              </a:rPr>
              <a:t>- 27 -</a:t>
            </a:r>
          </a:p>
        </p:txBody>
      </p:sp>
    </p:spTree>
  </p:cSld>
  <p:clrMapOvr>
    <a:masterClrMapping/>
  </p:clrMapOvr>
</p:sld>
</file>

<file path=ppt/slides/slide28.xml><?xml version="1.0" encoding="utf-8"?>
<p:sld xmlns:p="http://schemas.openxmlformats.org/presentationml/2006/main" xmlns:a="http://schemas.openxmlformats.org/drawingml/2006/main" xmlns:r="http://schemas.openxmlformats.org/officeDocument/2006/relationships">
  <p:cSld>
    <p:bg>
      <p:bgPr>
        <a:solidFill>
          <a:srgbClr val="5170FF"/>
        </a:solidFill>
      </p:bgPr>
    </p:bg>
    <p:spTree>
      <p:nvGrpSpPr>
        <p:cNvPr id="1" name=""/>
        <p:cNvGrpSpPr/>
        <p:nvPr/>
      </p:nvGrpSpPr>
      <p:grpSpPr>
        <a:xfrm>
          <a:off x="0" y="0"/>
          <a:ext cx="0" cy="0"/>
          <a:chOff x="0" y="0"/>
          <a:chExt cx="0" cy="0"/>
        </a:xfrm>
      </p:grpSpPr>
      <p:grpSp>
        <p:nvGrpSpPr>
          <p:cNvPr name="Group 2" id="2"/>
          <p:cNvGrpSpPr/>
          <p:nvPr/>
        </p:nvGrpSpPr>
        <p:grpSpPr>
          <a:xfrm rot="0">
            <a:off x="534854" y="457200"/>
            <a:ext cx="17218292" cy="9294946"/>
            <a:chOff x="0" y="0"/>
            <a:chExt cx="22957723" cy="12393261"/>
          </a:xfrm>
        </p:grpSpPr>
        <p:grpSp>
          <p:nvGrpSpPr>
            <p:cNvPr name="Group 3" id="3"/>
            <p:cNvGrpSpPr/>
            <p:nvPr/>
          </p:nvGrpSpPr>
          <p:grpSpPr>
            <a:xfrm rot="0">
              <a:off x="0" y="1727243"/>
              <a:ext cx="22957723" cy="10666019"/>
              <a:chOff x="0" y="0"/>
              <a:chExt cx="4777465" cy="2219581"/>
            </a:xfrm>
          </p:grpSpPr>
          <p:sp>
            <p:nvSpPr>
              <p:cNvPr name="Freeform 4" id="4"/>
              <p:cNvSpPr/>
              <p:nvPr/>
            </p:nvSpPr>
            <p:spPr>
              <a:xfrm flipH="false" flipV="false" rot="0">
                <a:off x="0" y="0"/>
                <a:ext cx="4777465" cy="2219581"/>
              </a:xfrm>
              <a:custGeom>
                <a:avLst/>
                <a:gdLst/>
                <a:ahLst/>
                <a:cxnLst/>
                <a:rect r="r" b="b" t="t" l="l"/>
                <a:pathLst>
                  <a:path h="2219581" w="4777465">
                    <a:moveTo>
                      <a:pt x="22931" y="0"/>
                    </a:moveTo>
                    <a:lnTo>
                      <a:pt x="4754534" y="0"/>
                    </a:lnTo>
                    <a:cubicBezTo>
                      <a:pt x="4767199" y="0"/>
                      <a:pt x="4777465" y="10267"/>
                      <a:pt x="4777465" y="22931"/>
                    </a:cubicBezTo>
                    <a:lnTo>
                      <a:pt x="4777465" y="2196650"/>
                    </a:lnTo>
                    <a:cubicBezTo>
                      <a:pt x="4777465" y="2202732"/>
                      <a:pt x="4775049" y="2208564"/>
                      <a:pt x="4770749" y="2212865"/>
                    </a:cubicBezTo>
                    <a:cubicBezTo>
                      <a:pt x="4766449" y="2217165"/>
                      <a:pt x="4760616" y="2219581"/>
                      <a:pt x="4754534" y="2219581"/>
                    </a:cubicBezTo>
                    <a:lnTo>
                      <a:pt x="22931" y="2219581"/>
                    </a:lnTo>
                    <a:cubicBezTo>
                      <a:pt x="10267" y="2219581"/>
                      <a:pt x="0" y="2209315"/>
                      <a:pt x="0" y="2196650"/>
                    </a:cubicBezTo>
                    <a:lnTo>
                      <a:pt x="0" y="22931"/>
                    </a:lnTo>
                    <a:cubicBezTo>
                      <a:pt x="0" y="10267"/>
                      <a:pt x="10267" y="0"/>
                      <a:pt x="22931" y="0"/>
                    </a:cubicBezTo>
                    <a:close/>
                  </a:path>
                </a:pathLst>
              </a:custGeom>
              <a:solidFill>
                <a:srgbClr val="FFFFFF"/>
              </a:solidFill>
              <a:ln cap="rnd">
                <a:noFill/>
                <a:prstDash val="solid"/>
                <a:round/>
              </a:ln>
            </p:spPr>
          </p:sp>
          <p:sp>
            <p:nvSpPr>
              <p:cNvPr name="TextBox 5" id="5"/>
              <p:cNvSpPr txBox="true"/>
              <p:nvPr/>
            </p:nvSpPr>
            <p:spPr>
              <a:xfrm>
                <a:off x="0" y="-38100"/>
                <a:ext cx="4777465" cy="2257681"/>
              </a:xfrm>
              <a:prstGeom prst="rect">
                <a:avLst/>
              </a:prstGeom>
            </p:spPr>
            <p:txBody>
              <a:bodyPr anchor="ctr" rtlCol="false" tIns="48220" lIns="48220" bIns="48220" rIns="48220"/>
              <a:lstStyle/>
              <a:p>
                <a:pPr algn="ctr" marL="0" indent="0" lvl="0">
                  <a:lnSpc>
                    <a:spcPts val="1853"/>
                  </a:lnSpc>
                  <a:spcBef>
                    <a:spcPct val="0"/>
                  </a:spcBef>
                </a:pPr>
              </a:p>
              <a:p>
                <a:pPr algn="ctr" marL="0" indent="0" lvl="0">
                  <a:lnSpc>
                    <a:spcPts val="1853"/>
                  </a:lnSpc>
                  <a:spcBef>
                    <a:spcPct val="0"/>
                  </a:spcBef>
                </a:pPr>
              </a:p>
              <a:p>
                <a:pPr algn="ctr" marL="0" indent="0" lvl="0">
                  <a:lnSpc>
                    <a:spcPts val="1853"/>
                  </a:lnSpc>
                  <a:spcBef>
                    <a:spcPct val="0"/>
                  </a:spcBef>
                </a:pPr>
              </a:p>
            </p:txBody>
          </p:sp>
        </p:grpSp>
        <p:grpSp>
          <p:nvGrpSpPr>
            <p:cNvPr name="Group 6" id="6"/>
            <p:cNvGrpSpPr/>
            <p:nvPr/>
          </p:nvGrpSpPr>
          <p:grpSpPr>
            <a:xfrm rot="0">
              <a:off x="18499830" y="891712"/>
              <a:ext cx="4457893" cy="3397582"/>
              <a:chOff x="0" y="0"/>
              <a:chExt cx="927680" cy="707031"/>
            </a:xfrm>
          </p:grpSpPr>
          <p:sp>
            <p:nvSpPr>
              <p:cNvPr name="Freeform 7" id="7"/>
              <p:cNvSpPr/>
              <p:nvPr/>
            </p:nvSpPr>
            <p:spPr>
              <a:xfrm flipH="false" flipV="false" rot="0">
                <a:off x="0" y="0"/>
                <a:ext cx="927680" cy="707031"/>
              </a:xfrm>
              <a:custGeom>
                <a:avLst/>
                <a:gdLst/>
                <a:ahLst/>
                <a:cxnLst/>
                <a:rect r="r" b="b" t="t" l="l"/>
                <a:pathLst>
                  <a:path h="707031" w="927680">
                    <a:moveTo>
                      <a:pt x="118094" y="0"/>
                    </a:moveTo>
                    <a:lnTo>
                      <a:pt x="809586" y="0"/>
                    </a:lnTo>
                    <a:cubicBezTo>
                      <a:pt x="874808" y="0"/>
                      <a:pt x="927680" y="52872"/>
                      <a:pt x="927680" y="118094"/>
                    </a:cubicBezTo>
                    <a:lnTo>
                      <a:pt x="927680" y="588937"/>
                    </a:lnTo>
                    <a:cubicBezTo>
                      <a:pt x="927680" y="654159"/>
                      <a:pt x="874808" y="707031"/>
                      <a:pt x="809586" y="707031"/>
                    </a:cubicBezTo>
                    <a:lnTo>
                      <a:pt x="118094" y="707031"/>
                    </a:lnTo>
                    <a:cubicBezTo>
                      <a:pt x="52872" y="707031"/>
                      <a:pt x="0" y="654159"/>
                      <a:pt x="0" y="588937"/>
                    </a:cubicBezTo>
                    <a:lnTo>
                      <a:pt x="0" y="118094"/>
                    </a:lnTo>
                    <a:cubicBezTo>
                      <a:pt x="0" y="52872"/>
                      <a:pt x="52872" y="0"/>
                      <a:pt x="118094" y="0"/>
                    </a:cubicBezTo>
                    <a:close/>
                  </a:path>
                </a:pathLst>
              </a:custGeom>
              <a:solidFill>
                <a:srgbClr val="FFFFFF"/>
              </a:solidFill>
              <a:ln cap="rnd">
                <a:noFill/>
                <a:prstDash val="solid"/>
                <a:round/>
              </a:ln>
            </p:spPr>
          </p:sp>
          <p:sp>
            <p:nvSpPr>
              <p:cNvPr name="TextBox 8" id="8"/>
              <p:cNvSpPr txBox="true"/>
              <p:nvPr/>
            </p:nvSpPr>
            <p:spPr>
              <a:xfrm>
                <a:off x="0" y="-38100"/>
                <a:ext cx="927680" cy="745131"/>
              </a:xfrm>
              <a:prstGeom prst="rect">
                <a:avLst/>
              </a:prstGeom>
            </p:spPr>
            <p:txBody>
              <a:bodyPr anchor="ctr" rtlCol="false" tIns="48220" lIns="48220" bIns="48220" rIns="48220"/>
              <a:lstStyle/>
              <a:p>
                <a:pPr algn="ctr" marL="0" indent="0" lvl="0">
                  <a:lnSpc>
                    <a:spcPts val="1853"/>
                  </a:lnSpc>
                  <a:spcBef>
                    <a:spcPct val="0"/>
                  </a:spcBef>
                </a:pPr>
              </a:p>
              <a:p>
                <a:pPr algn="ctr" marL="0" indent="0" lvl="0">
                  <a:lnSpc>
                    <a:spcPts val="1853"/>
                  </a:lnSpc>
                  <a:spcBef>
                    <a:spcPct val="0"/>
                  </a:spcBef>
                </a:pPr>
              </a:p>
              <a:p>
                <a:pPr algn="ctr" marL="0" indent="0" lvl="0">
                  <a:lnSpc>
                    <a:spcPts val="1853"/>
                  </a:lnSpc>
                  <a:spcBef>
                    <a:spcPct val="0"/>
                  </a:spcBef>
                </a:pPr>
              </a:p>
            </p:txBody>
          </p:sp>
        </p:grpSp>
        <p:grpSp>
          <p:nvGrpSpPr>
            <p:cNvPr name="Group 9" id="9"/>
            <p:cNvGrpSpPr/>
            <p:nvPr/>
          </p:nvGrpSpPr>
          <p:grpSpPr>
            <a:xfrm rot="0">
              <a:off x="18064463" y="1334482"/>
              <a:ext cx="2392010" cy="1865053"/>
              <a:chOff x="0" y="0"/>
              <a:chExt cx="497773" cy="388115"/>
            </a:xfrm>
          </p:grpSpPr>
          <p:sp>
            <p:nvSpPr>
              <p:cNvPr name="Freeform 10" id="10"/>
              <p:cNvSpPr/>
              <p:nvPr/>
            </p:nvSpPr>
            <p:spPr>
              <a:xfrm flipH="false" flipV="false" rot="0">
                <a:off x="0" y="0"/>
                <a:ext cx="497773" cy="388115"/>
              </a:xfrm>
              <a:custGeom>
                <a:avLst/>
                <a:gdLst/>
                <a:ahLst/>
                <a:cxnLst/>
                <a:rect r="r" b="b" t="t" l="l"/>
                <a:pathLst>
                  <a:path h="388115" w="497773">
                    <a:moveTo>
                      <a:pt x="0" y="0"/>
                    </a:moveTo>
                    <a:lnTo>
                      <a:pt x="497773" y="0"/>
                    </a:lnTo>
                    <a:lnTo>
                      <a:pt x="497773" y="388115"/>
                    </a:lnTo>
                    <a:lnTo>
                      <a:pt x="0" y="388115"/>
                    </a:lnTo>
                    <a:close/>
                  </a:path>
                </a:pathLst>
              </a:custGeom>
              <a:solidFill>
                <a:srgbClr val="FFFFFF"/>
              </a:solidFill>
              <a:ln cap="sq">
                <a:noFill/>
                <a:prstDash val="solid"/>
                <a:miter/>
              </a:ln>
            </p:spPr>
          </p:sp>
          <p:sp>
            <p:nvSpPr>
              <p:cNvPr name="TextBox 11" id="11"/>
              <p:cNvSpPr txBox="true"/>
              <p:nvPr/>
            </p:nvSpPr>
            <p:spPr>
              <a:xfrm>
                <a:off x="0" y="-38100"/>
                <a:ext cx="497773" cy="426215"/>
              </a:xfrm>
              <a:prstGeom prst="rect">
                <a:avLst/>
              </a:prstGeom>
            </p:spPr>
            <p:txBody>
              <a:bodyPr anchor="ctr" rtlCol="false" tIns="48220" lIns="48220" bIns="48220" rIns="48220"/>
              <a:lstStyle/>
              <a:p>
                <a:pPr algn="ctr" marL="0" indent="0" lvl="0">
                  <a:lnSpc>
                    <a:spcPts val="1853"/>
                  </a:lnSpc>
                  <a:spcBef>
                    <a:spcPct val="0"/>
                  </a:spcBef>
                </a:pPr>
              </a:p>
              <a:p>
                <a:pPr algn="ctr" marL="0" indent="0" lvl="0">
                  <a:lnSpc>
                    <a:spcPts val="1853"/>
                  </a:lnSpc>
                  <a:spcBef>
                    <a:spcPct val="0"/>
                  </a:spcBef>
                </a:pPr>
              </a:p>
              <a:p>
                <a:pPr algn="ctr" marL="0" indent="0" lvl="0">
                  <a:lnSpc>
                    <a:spcPts val="1853"/>
                  </a:lnSpc>
                  <a:spcBef>
                    <a:spcPct val="0"/>
                  </a:spcBef>
                </a:pPr>
              </a:p>
            </p:txBody>
          </p:sp>
        </p:grpSp>
        <p:grpSp>
          <p:nvGrpSpPr>
            <p:cNvPr name="Group 12" id="12"/>
            <p:cNvGrpSpPr/>
            <p:nvPr/>
          </p:nvGrpSpPr>
          <p:grpSpPr>
            <a:xfrm rot="0">
              <a:off x="16059231" y="0"/>
              <a:ext cx="2504831" cy="1727243"/>
              <a:chOff x="0" y="0"/>
              <a:chExt cx="521251" cy="359436"/>
            </a:xfrm>
          </p:grpSpPr>
          <p:sp>
            <p:nvSpPr>
              <p:cNvPr name="Freeform 13" id="13"/>
              <p:cNvSpPr/>
              <p:nvPr/>
            </p:nvSpPr>
            <p:spPr>
              <a:xfrm flipH="false" flipV="false" rot="0">
                <a:off x="0" y="0"/>
                <a:ext cx="521251" cy="359436"/>
              </a:xfrm>
              <a:custGeom>
                <a:avLst/>
                <a:gdLst/>
                <a:ahLst/>
                <a:cxnLst/>
                <a:rect r="r" b="b" t="t" l="l"/>
                <a:pathLst>
                  <a:path h="359436" w="521251">
                    <a:moveTo>
                      <a:pt x="179718" y="0"/>
                    </a:moveTo>
                    <a:lnTo>
                      <a:pt x="341533" y="0"/>
                    </a:lnTo>
                    <a:cubicBezTo>
                      <a:pt x="440789" y="0"/>
                      <a:pt x="521251" y="80463"/>
                      <a:pt x="521251" y="179718"/>
                    </a:cubicBezTo>
                    <a:lnTo>
                      <a:pt x="521251" y="179718"/>
                    </a:lnTo>
                    <a:cubicBezTo>
                      <a:pt x="521251" y="227382"/>
                      <a:pt x="502317" y="273094"/>
                      <a:pt x="468613" y="306798"/>
                    </a:cubicBezTo>
                    <a:cubicBezTo>
                      <a:pt x="434909" y="340502"/>
                      <a:pt x="389197" y="359436"/>
                      <a:pt x="341533" y="359436"/>
                    </a:cubicBezTo>
                    <a:lnTo>
                      <a:pt x="179718" y="359436"/>
                    </a:lnTo>
                    <a:cubicBezTo>
                      <a:pt x="132054" y="359436"/>
                      <a:pt x="86342" y="340502"/>
                      <a:pt x="52638" y="306798"/>
                    </a:cubicBezTo>
                    <a:cubicBezTo>
                      <a:pt x="18935" y="273094"/>
                      <a:pt x="0" y="227382"/>
                      <a:pt x="0" y="179718"/>
                    </a:cubicBezTo>
                    <a:lnTo>
                      <a:pt x="0" y="179718"/>
                    </a:lnTo>
                    <a:cubicBezTo>
                      <a:pt x="0" y="132054"/>
                      <a:pt x="18935" y="86342"/>
                      <a:pt x="52638" y="52638"/>
                    </a:cubicBezTo>
                    <a:cubicBezTo>
                      <a:pt x="86342" y="18935"/>
                      <a:pt x="132054" y="0"/>
                      <a:pt x="179718" y="0"/>
                    </a:cubicBezTo>
                    <a:close/>
                  </a:path>
                </a:pathLst>
              </a:custGeom>
              <a:solidFill>
                <a:srgbClr val="5170FF"/>
              </a:solidFill>
              <a:ln cap="rnd">
                <a:noFill/>
                <a:prstDash val="solid"/>
                <a:round/>
              </a:ln>
            </p:spPr>
          </p:sp>
          <p:sp>
            <p:nvSpPr>
              <p:cNvPr name="TextBox 14" id="14"/>
              <p:cNvSpPr txBox="true"/>
              <p:nvPr/>
            </p:nvSpPr>
            <p:spPr>
              <a:xfrm>
                <a:off x="0" y="-38100"/>
                <a:ext cx="521251" cy="397536"/>
              </a:xfrm>
              <a:prstGeom prst="rect">
                <a:avLst/>
              </a:prstGeom>
            </p:spPr>
            <p:txBody>
              <a:bodyPr anchor="ctr" rtlCol="false" tIns="48220" lIns="48220" bIns="48220" rIns="48220"/>
              <a:lstStyle/>
              <a:p>
                <a:pPr algn="ctr" marL="0" indent="0" lvl="0">
                  <a:lnSpc>
                    <a:spcPts val="1853"/>
                  </a:lnSpc>
                  <a:spcBef>
                    <a:spcPct val="0"/>
                  </a:spcBef>
                </a:pPr>
              </a:p>
              <a:p>
                <a:pPr algn="ctr" marL="0" indent="0" lvl="0">
                  <a:lnSpc>
                    <a:spcPts val="1853"/>
                  </a:lnSpc>
                  <a:spcBef>
                    <a:spcPct val="0"/>
                  </a:spcBef>
                </a:pPr>
              </a:p>
              <a:p>
                <a:pPr algn="ctr" marL="0" indent="0" lvl="0">
                  <a:lnSpc>
                    <a:spcPts val="1853"/>
                  </a:lnSpc>
                  <a:spcBef>
                    <a:spcPct val="0"/>
                  </a:spcBef>
                </a:pPr>
              </a:p>
            </p:txBody>
          </p:sp>
        </p:grpSp>
      </p:grpSp>
      <p:sp>
        <p:nvSpPr>
          <p:cNvPr name="TextBox 15" id="15"/>
          <p:cNvSpPr txBox="true"/>
          <p:nvPr/>
        </p:nvSpPr>
        <p:spPr>
          <a:xfrm rot="0">
            <a:off x="1355167" y="696396"/>
            <a:ext cx="12295240" cy="685800"/>
          </a:xfrm>
          <a:prstGeom prst="rect">
            <a:avLst/>
          </a:prstGeom>
        </p:spPr>
        <p:txBody>
          <a:bodyPr anchor="t" rtlCol="false" tIns="0" lIns="0" bIns="0" rIns="0">
            <a:spAutoFit/>
          </a:bodyPr>
          <a:lstStyle/>
          <a:p>
            <a:pPr algn="l" marL="0" indent="0" lvl="0">
              <a:lnSpc>
                <a:spcPts val="5100"/>
              </a:lnSpc>
              <a:spcBef>
                <a:spcPct val="0"/>
              </a:spcBef>
            </a:pPr>
            <a:r>
              <a:rPr lang="en-US" b="true" sz="5000" spc="-100" strike="noStrike" u="none">
                <a:solidFill>
                  <a:srgbClr val="FFFFFF"/>
                </a:solidFill>
                <a:latin typeface="프리젠테이션 Bold"/>
                <a:ea typeface="프리젠테이션 Bold"/>
                <a:cs typeface="프리젠테이션 Bold"/>
                <a:sym typeface="프리젠테이션 Bold"/>
              </a:rPr>
              <a:t>TCREI 전/후 비교</a:t>
            </a:r>
          </a:p>
        </p:txBody>
      </p:sp>
      <p:sp>
        <p:nvSpPr>
          <p:cNvPr name="Freeform 16" id="16"/>
          <p:cNvSpPr/>
          <p:nvPr/>
        </p:nvSpPr>
        <p:spPr>
          <a:xfrm flipH="false" flipV="false" rot="0">
            <a:off x="820604" y="843344"/>
            <a:ext cx="334731" cy="334731"/>
          </a:xfrm>
          <a:custGeom>
            <a:avLst/>
            <a:gdLst/>
            <a:ahLst/>
            <a:cxnLst/>
            <a:rect r="r" b="b" t="t" l="l"/>
            <a:pathLst>
              <a:path h="334731" w="334731">
                <a:moveTo>
                  <a:pt x="0" y="0"/>
                </a:moveTo>
                <a:lnTo>
                  <a:pt x="334731" y="0"/>
                </a:lnTo>
                <a:lnTo>
                  <a:pt x="334731" y="334731"/>
                </a:lnTo>
                <a:lnTo>
                  <a:pt x="0" y="334731"/>
                </a:lnTo>
                <a:lnTo>
                  <a:pt x="0" y="0"/>
                </a:lnTo>
                <a:close/>
              </a:path>
            </a:pathLst>
          </a:custGeom>
          <a:blipFill>
            <a:blip r:embed="rId3">
              <a:extLst>
                <a:ext uri="{96DAC541-7B7A-43D3-8B79-37D633B846F1}">
                  <asvg:svgBlip xmlns:asvg="http://schemas.microsoft.com/office/drawing/2016/SVG/main" r:embed="rId4"/>
                </a:ext>
              </a:extLst>
            </a:blip>
            <a:stretch>
              <a:fillRect l="0" t="0" r="0" b="0"/>
            </a:stretch>
          </a:blipFill>
        </p:spPr>
      </p:sp>
      <p:graphicFrame>
        <p:nvGraphicFramePr>
          <p:cNvPr name="Table 17" id="17"/>
          <p:cNvGraphicFramePr>
            <a:graphicFrameLocks noGrp="true"/>
          </p:cNvGraphicFramePr>
          <p:nvPr/>
        </p:nvGraphicFramePr>
        <p:xfrm>
          <a:off x="1717296" y="3352813"/>
          <a:ext cx="14608955" cy="4949667"/>
        </p:xfrm>
        <a:graphic>
          <a:graphicData uri="http://schemas.openxmlformats.org/drawingml/2006/table">
            <a:tbl>
              <a:tblPr/>
              <a:tblGrid>
                <a:gridCol w="2818077"/>
                <a:gridCol w="3228298"/>
                <a:gridCol w="8562580"/>
              </a:tblGrid>
              <a:tr h="899463">
                <a:tc>
                  <a:txBody>
                    <a:bodyPr anchor="t" rtlCol="false"/>
                    <a:lstStyle/>
                    <a:p>
                      <a:pPr algn="ctr" marL="0" indent="0" lvl="0">
                        <a:lnSpc>
                          <a:spcPts val="3359"/>
                        </a:lnSpc>
                        <a:spcBef>
                          <a:spcPct val="0"/>
                        </a:spcBef>
                        <a:defRPr/>
                      </a:pPr>
                      <a:r>
                        <a:rPr lang="en-US" b="true" sz="2400" strike="noStrike" u="none">
                          <a:solidFill>
                            <a:srgbClr val="FEFEFE"/>
                          </a:solidFill>
                          <a:latin typeface="프리젠테이션 Bold"/>
                          <a:ea typeface="프리젠테이션 Bold"/>
                          <a:cs typeface="프리젠테이션 Bold"/>
                          <a:sym typeface="프리젠테이션 Bold"/>
                        </a:rPr>
                        <a:t>구분</a:t>
                      </a:r>
                      <a:endParaRPr lang="en-US" sz="1100"/>
                    </a:p>
                  </a:txBody>
                  <a:tcPr marL="190500" marR="190500" marT="190500" marB="190500" anchor="ctr">
                    <a:lnL cmpd="sng" algn="ctr" cap="flat" w="9525">
                      <a:solidFill>
                        <a:srgbClr val="B3B3B3"/>
                      </a:solidFill>
                      <a:prstDash val="solid"/>
                      <a:round/>
                      <a:headEnd type="none" w="med" len="med"/>
                      <a:tailEnd type="none" w="med" len="med"/>
                    </a:lnL>
                    <a:lnR cmpd="sng" algn="ctr" cap="flat" w="9525">
                      <a:solidFill>
                        <a:srgbClr val="B3B3B3"/>
                      </a:solidFill>
                      <a:prstDash val="solid"/>
                      <a:round/>
                      <a:headEnd type="none" w="med" len="med"/>
                      <a:tailEnd type="none" w="med" len="med"/>
                    </a:lnR>
                    <a:lnT cmpd="sng" algn="ctr" cap="flat" w="9525">
                      <a:solidFill>
                        <a:srgbClr val="B3B3B3"/>
                      </a:solidFill>
                      <a:prstDash val="solid"/>
                      <a:round/>
                      <a:headEnd type="none" w="med" len="med"/>
                      <a:tailEnd type="none" w="med" len="med"/>
                    </a:lnT>
                    <a:lnB cmpd="sng" algn="ctr" cap="flat" w="9525">
                      <a:solidFill>
                        <a:srgbClr val="B3B3B3"/>
                      </a:solidFill>
                      <a:prstDash val="solid"/>
                      <a:round/>
                      <a:headEnd type="none" w="med" len="med"/>
                      <a:tailEnd type="none" w="med" len="med"/>
                    </a:lnB>
                    <a:solidFill>
                      <a:srgbClr val="5170FF"/>
                    </a:solidFill>
                  </a:tcPr>
                </a:tc>
                <a:tc>
                  <a:txBody>
                    <a:bodyPr anchor="t" rtlCol="false"/>
                    <a:lstStyle/>
                    <a:p>
                      <a:pPr algn="ctr" marL="0" indent="0" lvl="0">
                        <a:lnSpc>
                          <a:spcPts val="3359"/>
                        </a:lnSpc>
                        <a:spcBef>
                          <a:spcPct val="0"/>
                        </a:spcBef>
                        <a:defRPr/>
                      </a:pPr>
                      <a:r>
                        <a:rPr lang="en-US" b="true" sz="2400" strike="noStrike" u="none">
                          <a:solidFill>
                            <a:srgbClr val="FEFEFE"/>
                          </a:solidFill>
                          <a:latin typeface="프리젠테이션 Bold"/>
                          <a:ea typeface="프리젠테이션 Bold"/>
                          <a:cs typeface="프리젠테이션 Bold"/>
                          <a:sym typeface="프리젠테이션 Bold"/>
                        </a:rPr>
                        <a:t>❌ 일반 프롬프트</a:t>
                      </a:r>
                      <a:endParaRPr lang="en-US" sz="1100"/>
                    </a:p>
                  </a:txBody>
                  <a:tcPr marL="190500" marR="190500" marT="190500" marB="190500" anchor="ctr">
                    <a:lnL cmpd="sng" algn="ctr" cap="flat" w="9525">
                      <a:solidFill>
                        <a:srgbClr val="B3B3B3"/>
                      </a:solidFill>
                      <a:prstDash val="solid"/>
                      <a:round/>
                      <a:headEnd type="none" w="med" len="med"/>
                      <a:tailEnd type="none" w="med" len="med"/>
                    </a:lnL>
                    <a:lnR cmpd="sng" algn="ctr" cap="flat" w="9525">
                      <a:solidFill>
                        <a:srgbClr val="B3B3B3"/>
                      </a:solidFill>
                      <a:prstDash val="solid"/>
                      <a:round/>
                      <a:headEnd type="none" w="med" len="med"/>
                      <a:tailEnd type="none" w="med" len="med"/>
                    </a:lnR>
                    <a:lnT cmpd="sng" algn="ctr" cap="flat" w="9525">
                      <a:solidFill>
                        <a:srgbClr val="B3B3B3"/>
                      </a:solidFill>
                      <a:prstDash val="solid"/>
                      <a:round/>
                      <a:headEnd type="none" w="med" len="med"/>
                      <a:tailEnd type="none" w="med" len="med"/>
                    </a:lnT>
                    <a:lnB cmpd="sng" algn="ctr" cap="flat" w="9525">
                      <a:solidFill>
                        <a:srgbClr val="B3B3B3"/>
                      </a:solidFill>
                      <a:prstDash val="solid"/>
                      <a:round/>
                      <a:headEnd type="none" w="med" len="med"/>
                      <a:tailEnd type="none" w="med" len="med"/>
                    </a:lnB>
                    <a:solidFill>
                      <a:srgbClr val="5170FF"/>
                    </a:solidFill>
                  </a:tcPr>
                </a:tc>
                <a:tc>
                  <a:txBody>
                    <a:bodyPr anchor="t" rtlCol="false"/>
                    <a:lstStyle/>
                    <a:p>
                      <a:pPr algn="ctr" marL="0" indent="0" lvl="0">
                        <a:lnSpc>
                          <a:spcPts val="3359"/>
                        </a:lnSpc>
                        <a:spcBef>
                          <a:spcPct val="0"/>
                        </a:spcBef>
                        <a:defRPr/>
                      </a:pPr>
                      <a:r>
                        <a:rPr lang="en-US" b="true" sz="2400" strike="noStrike" u="none">
                          <a:solidFill>
                            <a:srgbClr val="FEFEFE"/>
                          </a:solidFill>
                          <a:latin typeface="프리젠테이션 Bold"/>
                          <a:ea typeface="프리젠테이션 Bold"/>
                          <a:cs typeface="프리젠테이션 Bold"/>
                          <a:sym typeface="프리젠테이션 Bold"/>
                        </a:rPr>
                        <a:t>✅ TCREI 프롬프트</a:t>
                      </a:r>
                      <a:endParaRPr lang="en-US" sz="1100"/>
                    </a:p>
                  </a:txBody>
                  <a:tcPr marL="190500" marR="190500" marT="190500" marB="190500" anchor="ctr">
                    <a:lnL cmpd="sng" algn="ctr" cap="flat" w="9525">
                      <a:solidFill>
                        <a:srgbClr val="B3B3B3"/>
                      </a:solidFill>
                      <a:prstDash val="solid"/>
                      <a:round/>
                      <a:headEnd type="none" w="med" len="med"/>
                      <a:tailEnd type="none" w="med" len="med"/>
                    </a:lnL>
                    <a:lnR cmpd="sng" algn="ctr" cap="flat" w="9525">
                      <a:solidFill>
                        <a:srgbClr val="B3B3B3"/>
                      </a:solidFill>
                      <a:prstDash val="solid"/>
                      <a:round/>
                      <a:headEnd type="none" w="med" len="med"/>
                      <a:tailEnd type="none" w="med" len="med"/>
                    </a:lnR>
                    <a:lnT cmpd="sng" algn="ctr" cap="flat" w="9525">
                      <a:solidFill>
                        <a:srgbClr val="B3B3B3"/>
                      </a:solidFill>
                      <a:prstDash val="solid"/>
                      <a:round/>
                      <a:headEnd type="none" w="med" len="med"/>
                      <a:tailEnd type="none" w="med" len="med"/>
                    </a:lnT>
                    <a:lnB cmpd="sng" algn="ctr" cap="flat" w="9525">
                      <a:solidFill>
                        <a:srgbClr val="B3B3B3"/>
                      </a:solidFill>
                      <a:prstDash val="solid"/>
                      <a:round/>
                      <a:headEnd type="none" w="med" len="med"/>
                      <a:tailEnd type="none" w="med" len="med"/>
                    </a:lnB>
                    <a:solidFill>
                      <a:srgbClr val="5170FF"/>
                    </a:solidFill>
                  </a:tcPr>
                </a:tc>
              </a:tr>
              <a:tr h="1098759">
                <a:tc>
                  <a:txBody>
                    <a:bodyPr anchor="t" rtlCol="false"/>
                    <a:lstStyle/>
                    <a:p>
                      <a:pPr algn="ctr" marL="0" indent="0" lvl="0">
                        <a:lnSpc>
                          <a:spcPts val="2800"/>
                        </a:lnSpc>
                        <a:spcBef>
                          <a:spcPct val="0"/>
                        </a:spcBef>
                        <a:defRPr/>
                      </a:pPr>
                      <a:r>
                        <a:rPr lang="en-US" b="true" sz="2000" strike="noStrike" u="none">
                          <a:solidFill>
                            <a:srgbClr val="333333"/>
                          </a:solidFill>
                          <a:latin typeface="프리젠테이션 Bold"/>
                          <a:ea typeface="프리젠테이션 Bold"/>
                          <a:cs typeface="프리젠테이션 Bold"/>
                          <a:sym typeface="프리젠테이션 Bold"/>
                        </a:rPr>
                        <a:t>요청 내용</a:t>
                      </a:r>
                      <a:endParaRPr lang="en-US" sz="1100"/>
                    </a:p>
                  </a:txBody>
                  <a:tcPr marL="190500" marR="190500" marT="190500" marB="190500" anchor="ctr">
                    <a:lnL cmpd="sng" algn="ctr" cap="flat" w="9525">
                      <a:solidFill>
                        <a:srgbClr val="B3B3B3"/>
                      </a:solidFill>
                      <a:prstDash val="solid"/>
                      <a:round/>
                      <a:headEnd type="none" w="med" len="med"/>
                      <a:tailEnd type="none" w="med" len="med"/>
                    </a:lnL>
                    <a:lnR cmpd="sng" algn="ctr" cap="flat" w="9525">
                      <a:solidFill>
                        <a:srgbClr val="B3B3B3"/>
                      </a:solidFill>
                      <a:prstDash val="solid"/>
                      <a:round/>
                      <a:headEnd type="none" w="med" len="med"/>
                      <a:tailEnd type="none" w="med" len="med"/>
                    </a:lnR>
                    <a:lnT cmpd="sng" algn="ctr" cap="flat" w="9525">
                      <a:solidFill>
                        <a:srgbClr val="B3B3B3"/>
                      </a:solidFill>
                      <a:prstDash val="solid"/>
                      <a:round/>
                      <a:headEnd type="none" w="med" len="med"/>
                      <a:tailEnd type="none" w="med" len="med"/>
                    </a:lnT>
                    <a:lnB cmpd="sng" algn="ctr" cap="flat" w="9525">
                      <a:solidFill>
                        <a:srgbClr val="B3B3B3"/>
                      </a:solidFill>
                      <a:prstDash val="solid"/>
                      <a:round/>
                      <a:headEnd type="none" w="med" len="med"/>
                      <a:tailEnd type="none" w="med" len="med"/>
                    </a:lnB>
                    <a:solidFill>
                      <a:srgbClr val="F5F5F5"/>
                    </a:solidFill>
                  </a:tcPr>
                </a:tc>
                <a:tc>
                  <a:txBody>
                    <a:bodyPr anchor="t" rtlCol="false"/>
                    <a:lstStyle/>
                    <a:p>
                      <a:pPr algn="ctr" marL="0" indent="0" lvl="0">
                        <a:lnSpc>
                          <a:spcPts val="2310"/>
                        </a:lnSpc>
                        <a:spcBef>
                          <a:spcPct val="0"/>
                        </a:spcBef>
                        <a:defRPr/>
                      </a:pPr>
                      <a:r>
                        <a:rPr lang="en-US" b="true" sz="1650" strike="noStrike" u="none">
                          <a:solidFill>
                            <a:srgbClr val="FF0000"/>
                          </a:solidFill>
                          <a:latin typeface="프리젠테이션 Bold"/>
                          <a:ea typeface="프리젠테이션 Bold"/>
                          <a:cs typeface="프리젠테이션 Bold"/>
                          <a:sym typeface="프리젠테이션 Bold"/>
                        </a:rPr>
                        <a:t>"목표 섹션 추가해줘"</a:t>
                      </a:r>
                      <a:endParaRPr lang="en-US" sz="1100"/>
                    </a:p>
                  </a:txBody>
                  <a:tcPr marL="190500" marR="190500" marT="190500" marB="190500" anchor="ctr">
                    <a:lnL cmpd="sng" algn="ctr" cap="flat" w="9525">
                      <a:solidFill>
                        <a:srgbClr val="B3B3B3"/>
                      </a:solidFill>
                      <a:prstDash val="solid"/>
                      <a:round/>
                      <a:headEnd type="none" w="med" len="med"/>
                      <a:tailEnd type="none" w="med" len="med"/>
                    </a:lnL>
                    <a:lnR cmpd="sng" algn="ctr" cap="flat" w="9525">
                      <a:solidFill>
                        <a:srgbClr val="B3B3B3"/>
                      </a:solidFill>
                      <a:prstDash val="solid"/>
                      <a:round/>
                      <a:headEnd type="none" w="med" len="med"/>
                      <a:tailEnd type="none" w="med" len="med"/>
                    </a:lnR>
                    <a:lnT cmpd="sng" algn="ctr" cap="flat" w="9525">
                      <a:solidFill>
                        <a:srgbClr val="B3B3B3"/>
                      </a:solidFill>
                      <a:prstDash val="solid"/>
                      <a:round/>
                      <a:headEnd type="none" w="med" len="med"/>
                      <a:tailEnd type="none" w="med" len="med"/>
                    </a:lnT>
                    <a:lnB cmpd="sng" algn="ctr" cap="flat" w="9525">
                      <a:solidFill>
                        <a:srgbClr val="B3B3B3"/>
                      </a:solidFill>
                      <a:prstDash val="solid"/>
                      <a:round/>
                      <a:headEnd type="none" w="med" len="med"/>
                      <a:tailEnd type="none" w="med" len="med"/>
                    </a:lnB>
                  </a:tcPr>
                </a:tc>
                <a:tc>
                  <a:txBody>
                    <a:bodyPr anchor="t" rtlCol="false"/>
                    <a:lstStyle/>
                    <a:p>
                      <a:pPr algn="ctr" marL="0" indent="0" lvl="0">
                        <a:lnSpc>
                          <a:spcPts val="2800"/>
                        </a:lnSpc>
                        <a:spcBef>
                          <a:spcPct val="0"/>
                        </a:spcBef>
                        <a:defRPr/>
                      </a:pPr>
                      <a:r>
                        <a:rPr lang="en-US" b="true" sz="2000" strike="noStrike" u="none">
                          <a:solidFill>
                            <a:srgbClr val="5170FF"/>
                          </a:solidFill>
                          <a:latin typeface="프리젠테이션 Bold"/>
                          <a:ea typeface="프리젠테이션 Bold"/>
                          <a:cs typeface="프리젠테이션 Bold"/>
                          <a:sym typeface="프리젠테이션 Bold"/>
                        </a:rPr>
                        <a:t>목표 · 환경 · 예시 · 기준 · 피드백을 다섯 줄로</a:t>
                      </a:r>
                      <a:endParaRPr lang="en-US" sz="1100"/>
                    </a:p>
                  </a:txBody>
                  <a:tcPr marL="190500" marR="190500" marT="190500" marB="190500" anchor="ctr">
                    <a:lnL cmpd="sng" algn="ctr" cap="flat" w="9525">
                      <a:solidFill>
                        <a:srgbClr val="B3B3B3"/>
                      </a:solidFill>
                      <a:prstDash val="solid"/>
                      <a:round/>
                      <a:headEnd type="none" w="med" len="med"/>
                      <a:tailEnd type="none" w="med" len="med"/>
                    </a:lnL>
                    <a:lnR cmpd="sng" algn="ctr" cap="flat" w="9525">
                      <a:solidFill>
                        <a:srgbClr val="B3B3B3"/>
                      </a:solidFill>
                      <a:prstDash val="solid"/>
                      <a:round/>
                      <a:headEnd type="none" w="med" len="med"/>
                      <a:tailEnd type="none" w="med" len="med"/>
                    </a:lnR>
                    <a:lnT cmpd="sng" algn="ctr" cap="flat" w="9525">
                      <a:solidFill>
                        <a:srgbClr val="B3B3B3"/>
                      </a:solidFill>
                      <a:prstDash val="solid"/>
                      <a:round/>
                      <a:headEnd type="none" w="med" len="med"/>
                      <a:tailEnd type="none" w="med" len="med"/>
                    </a:lnT>
                    <a:lnB cmpd="sng" algn="ctr" cap="flat" w="9525">
                      <a:solidFill>
                        <a:srgbClr val="B3B3B3"/>
                      </a:solidFill>
                      <a:prstDash val="solid"/>
                      <a:round/>
                      <a:headEnd type="none" w="med" len="med"/>
                      <a:tailEnd type="none" w="med" len="med"/>
                    </a:lnB>
                  </a:tcPr>
                </a:tc>
              </a:tr>
              <a:tr h="1098759">
                <a:tc>
                  <a:txBody>
                    <a:bodyPr anchor="t" rtlCol="false"/>
                    <a:lstStyle/>
                    <a:p>
                      <a:pPr algn="ctr" marL="0" indent="0" lvl="0">
                        <a:lnSpc>
                          <a:spcPts val="2800"/>
                        </a:lnSpc>
                        <a:spcBef>
                          <a:spcPct val="0"/>
                        </a:spcBef>
                        <a:defRPr/>
                      </a:pPr>
                      <a:r>
                        <a:rPr lang="en-US" b="true" sz="2000" strike="noStrike" u="none">
                          <a:solidFill>
                            <a:srgbClr val="333333"/>
                          </a:solidFill>
                          <a:latin typeface="프리젠테이션 Bold"/>
                          <a:ea typeface="프리젠테이션 Bold"/>
                          <a:cs typeface="프리젠테이션 Bold"/>
                          <a:sym typeface="프리젠테이션 Bold"/>
                        </a:rPr>
                        <a:t>AI의 추측</a:t>
                      </a:r>
                      <a:endParaRPr lang="en-US" sz="1100"/>
                    </a:p>
                  </a:txBody>
                  <a:tcPr marL="190500" marR="190500" marT="190500" marB="190500" anchor="ctr">
                    <a:lnL cmpd="sng" algn="ctr" cap="flat" w="9525">
                      <a:solidFill>
                        <a:srgbClr val="B3B3B3"/>
                      </a:solidFill>
                      <a:prstDash val="solid"/>
                      <a:round/>
                      <a:headEnd type="none" w="med" len="med"/>
                      <a:tailEnd type="none" w="med" len="med"/>
                    </a:lnL>
                    <a:lnR cmpd="sng" algn="ctr" cap="flat" w="9525">
                      <a:solidFill>
                        <a:srgbClr val="B3B3B3"/>
                      </a:solidFill>
                      <a:prstDash val="solid"/>
                      <a:round/>
                      <a:headEnd type="none" w="med" len="med"/>
                      <a:tailEnd type="none" w="med" len="med"/>
                    </a:lnR>
                    <a:lnT cmpd="sng" algn="ctr" cap="flat" w="9525">
                      <a:solidFill>
                        <a:srgbClr val="B3B3B3"/>
                      </a:solidFill>
                      <a:prstDash val="solid"/>
                      <a:round/>
                      <a:headEnd type="none" w="med" len="med"/>
                      <a:tailEnd type="none" w="med" len="med"/>
                    </a:lnT>
                    <a:lnB cmpd="sng" algn="ctr" cap="flat" w="9525">
                      <a:solidFill>
                        <a:srgbClr val="B3B3B3"/>
                      </a:solidFill>
                      <a:prstDash val="solid"/>
                      <a:round/>
                      <a:headEnd type="none" w="med" len="med"/>
                      <a:tailEnd type="none" w="med" len="med"/>
                    </a:lnB>
                    <a:solidFill>
                      <a:srgbClr val="F5F5F5"/>
                    </a:solidFill>
                  </a:tcPr>
                </a:tc>
                <a:tc>
                  <a:txBody>
                    <a:bodyPr anchor="t" rtlCol="false"/>
                    <a:lstStyle/>
                    <a:p>
                      <a:pPr algn="ctr" marL="0" indent="0" lvl="0">
                        <a:lnSpc>
                          <a:spcPts val="2310"/>
                        </a:lnSpc>
                        <a:spcBef>
                          <a:spcPct val="0"/>
                        </a:spcBef>
                        <a:defRPr/>
                      </a:pPr>
                      <a:r>
                        <a:rPr lang="en-US" b="true" sz="1650" strike="noStrike" u="none">
                          <a:solidFill>
                            <a:srgbClr val="FF0000"/>
                          </a:solidFill>
                          <a:latin typeface="프리젠테이션 Bold"/>
                          <a:ea typeface="프리젠테이션 Bold"/>
                          <a:cs typeface="프리젠테이션 Bold"/>
                          <a:sym typeface="프리젠테이션 Bold"/>
                        </a:rPr>
                        <a:t>많음 (개수·디자인 제멋대로)</a:t>
                      </a:r>
                      <a:endParaRPr lang="en-US" sz="1100"/>
                    </a:p>
                  </a:txBody>
                  <a:tcPr marL="190500" marR="190500" marT="190500" marB="190500" anchor="ctr">
                    <a:lnL cmpd="sng" algn="ctr" cap="flat" w="9525">
                      <a:solidFill>
                        <a:srgbClr val="B3B3B3"/>
                      </a:solidFill>
                      <a:prstDash val="solid"/>
                      <a:round/>
                      <a:headEnd type="none" w="med" len="med"/>
                      <a:tailEnd type="none" w="med" len="med"/>
                    </a:lnL>
                    <a:lnR cmpd="sng" algn="ctr" cap="flat" w="9525">
                      <a:solidFill>
                        <a:srgbClr val="B3B3B3"/>
                      </a:solidFill>
                      <a:prstDash val="solid"/>
                      <a:round/>
                      <a:headEnd type="none" w="med" len="med"/>
                      <a:tailEnd type="none" w="med" len="med"/>
                    </a:lnR>
                    <a:lnT cmpd="sng" algn="ctr" cap="flat" w="9525">
                      <a:solidFill>
                        <a:srgbClr val="B3B3B3"/>
                      </a:solidFill>
                      <a:prstDash val="solid"/>
                      <a:round/>
                      <a:headEnd type="none" w="med" len="med"/>
                      <a:tailEnd type="none" w="med" len="med"/>
                    </a:lnT>
                    <a:lnB cmpd="sng" algn="ctr" cap="flat" w="9525">
                      <a:solidFill>
                        <a:srgbClr val="B3B3B3"/>
                      </a:solidFill>
                      <a:prstDash val="solid"/>
                      <a:round/>
                      <a:headEnd type="none" w="med" len="med"/>
                      <a:tailEnd type="none" w="med" len="med"/>
                    </a:lnB>
                  </a:tcPr>
                </a:tc>
                <a:tc>
                  <a:txBody>
                    <a:bodyPr anchor="t" rtlCol="false"/>
                    <a:lstStyle/>
                    <a:p>
                      <a:pPr algn="ctr" marL="0" indent="0" lvl="0">
                        <a:lnSpc>
                          <a:spcPts val="2800"/>
                        </a:lnSpc>
                        <a:spcBef>
                          <a:spcPct val="0"/>
                        </a:spcBef>
                        <a:defRPr/>
                      </a:pPr>
                      <a:r>
                        <a:rPr lang="en-US" b="true" sz="2000" strike="noStrike" u="none">
                          <a:solidFill>
                            <a:srgbClr val="5170FF"/>
                          </a:solidFill>
                          <a:latin typeface="프리젠테이션 Bold"/>
                          <a:ea typeface="프리젠테이션 Bold"/>
                          <a:cs typeface="프리젠테이션 Bold"/>
                          <a:sym typeface="프리젠테이션 Bold"/>
                        </a:rPr>
                        <a:t>거의 없음 → 내가 원하는 모습 그대로</a:t>
                      </a:r>
                      <a:endParaRPr lang="en-US" sz="1100"/>
                    </a:p>
                  </a:txBody>
                  <a:tcPr marL="190500" marR="190500" marT="190500" marB="190500" anchor="ctr">
                    <a:lnL cmpd="sng" algn="ctr" cap="flat" w="9525">
                      <a:solidFill>
                        <a:srgbClr val="B3B3B3"/>
                      </a:solidFill>
                      <a:prstDash val="solid"/>
                      <a:round/>
                      <a:headEnd type="none" w="med" len="med"/>
                      <a:tailEnd type="none" w="med" len="med"/>
                    </a:lnL>
                    <a:lnR cmpd="sng" algn="ctr" cap="flat" w="9525">
                      <a:solidFill>
                        <a:srgbClr val="B3B3B3"/>
                      </a:solidFill>
                      <a:prstDash val="solid"/>
                      <a:round/>
                      <a:headEnd type="none" w="med" len="med"/>
                      <a:tailEnd type="none" w="med" len="med"/>
                    </a:lnR>
                    <a:lnT cmpd="sng" algn="ctr" cap="flat" w="9525">
                      <a:solidFill>
                        <a:srgbClr val="B3B3B3"/>
                      </a:solidFill>
                      <a:prstDash val="solid"/>
                      <a:round/>
                      <a:headEnd type="none" w="med" len="med"/>
                      <a:tailEnd type="none" w="med" len="med"/>
                    </a:lnT>
                    <a:lnB cmpd="sng" algn="ctr" cap="flat" w="9525">
                      <a:solidFill>
                        <a:srgbClr val="B3B3B3"/>
                      </a:solidFill>
                      <a:prstDash val="solid"/>
                      <a:round/>
                      <a:headEnd type="none" w="med" len="med"/>
                      <a:tailEnd type="none" w="med" len="med"/>
                    </a:lnB>
                  </a:tcPr>
                </a:tc>
              </a:tr>
              <a:tr h="1098759">
                <a:tc>
                  <a:txBody>
                    <a:bodyPr anchor="t" rtlCol="false"/>
                    <a:lstStyle/>
                    <a:p>
                      <a:pPr algn="ctr" marL="0" indent="0" lvl="0">
                        <a:lnSpc>
                          <a:spcPts val="2800"/>
                        </a:lnSpc>
                        <a:spcBef>
                          <a:spcPct val="0"/>
                        </a:spcBef>
                        <a:defRPr/>
                      </a:pPr>
                      <a:r>
                        <a:rPr lang="en-US" b="true" sz="2000" strike="noStrike" u="none">
                          <a:solidFill>
                            <a:srgbClr val="333333"/>
                          </a:solidFill>
                          <a:latin typeface="프리젠테이션 Bold"/>
                          <a:ea typeface="프리젠테이션 Bold"/>
                          <a:cs typeface="프리젠테이션 Bold"/>
                          <a:sym typeface="프리젠테이션 Bold"/>
                        </a:rPr>
                        <a:t>수정 횟수</a:t>
                      </a:r>
                      <a:endParaRPr lang="en-US" sz="1100"/>
                    </a:p>
                  </a:txBody>
                  <a:tcPr marL="190500" marR="190500" marT="190500" marB="190500" anchor="ctr">
                    <a:lnL cmpd="sng" algn="ctr" cap="flat" w="9525">
                      <a:solidFill>
                        <a:srgbClr val="B3B3B3"/>
                      </a:solidFill>
                      <a:prstDash val="solid"/>
                      <a:round/>
                      <a:headEnd type="none" w="med" len="med"/>
                      <a:tailEnd type="none" w="med" len="med"/>
                    </a:lnL>
                    <a:lnR cmpd="sng" algn="ctr" cap="flat" w="9525">
                      <a:solidFill>
                        <a:srgbClr val="B3B3B3"/>
                      </a:solidFill>
                      <a:prstDash val="solid"/>
                      <a:round/>
                      <a:headEnd type="none" w="med" len="med"/>
                      <a:tailEnd type="none" w="med" len="med"/>
                    </a:lnR>
                    <a:lnT cmpd="sng" algn="ctr" cap="flat" w="9525">
                      <a:solidFill>
                        <a:srgbClr val="B3B3B3"/>
                      </a:solidFill>
                      <a:prstDash val="solid"/>
                      <a:round/>
                      <a:headEnd type="none" w="med" len="med"/>
                      <a:tailEnd type="none" w="med" len="med"/>
                    </a:lnT>
                    <a:lnB cmpd="sng" algn="ctr" cap="flat" w="9525">
                      <a:solidFill>
                        <a:srgbClr val="B3B3B3"/>
                      </a:solidFill>
                      <a:prstDash val="solid"/>
                      <a:round/>
                      <a:headEnd type="none" w="med" len="med"/>
                      <a:tailEnd type="none" w="med" len="med"/>
                    </a:lnB>
                    <a:solidFill>
                      <a:srgbClr val="F5F5F5"/>
                    </a:solidFill>
                  </a:tcPr>
                </a:tc>
                <a:tc>
                  <a:txBody>
                    <a:bodyPr anchor="t" rtlCol="false"/>
                    <a:lstStyle/>
                    <a:p>
                      <a:pPr algn="ctr" marL="0" indent="0" lvl="0">
                        <a:lnSpc>
                          <a:spcPts val="2310"/>
                        </a:lnSpc>
                        <a:spcBef>
                          <a:spcPct val="0"/>
                        </a:spcBef>
                        <a:defRPr/>
                      </a:pPr>
                      <a:r>
                        <a:rPr lang="en-US" b="true" sz="1650" strike="noStrike" u="none">
                          <a:solidFill>
                            <a:srgbClr val="FF0000"/>
                          </a:solidFill>
                          <a:latin typeface="프리젠테이션 Bold"/>
                          <a:ea typeface="프리젠테이션 Bold"/>
                          <a:cs typeface="프리젠테이션 Bold"/>
                          <a:sym typeface="프리젠테이션 Bold"/>
                        </a:rPr>
                        <a:t>여러 번 (토큰 낭비)</a:t>
                      </a:r>
                      <a:endParaRPr lang="en-US" sz="1100"/>
                    </a:p>
                  </a:txBody>
                  <a:tcPr marL="190500" marR="190500" marT="190500" marB="190500" anchor="ctr">
                    <a:lnL cmpd="sng" algn="ctr" cap="flat" w="9525">
                      <a:solidFill>
                        <a:srgbClr val="B3B3B3"/>
                      </a:solidFill>
                      <a:prstDash val="solid"/>
                      <a:round/>
                      <a:headEnd type="none" w="med" len="med"/>
                      <a:tailEnd type="none" w="med" len="med"/>
                    </a:lnL>
                    <a:lnR cmpd="sng" algn="ctr" cap="flat" w="9525">
                      <a:solidFill>
                        <a:srgbClr val="B3B3B3"/>
                      </a:solidFill>
                      <a:prstDash val="solid"/>
                      <a:round/>
                      <a:headEnd type="none" w="med" len="med"/>
                      <a:tailEnd type="none" w="med" len="med"/>
                    </a:lnR>
                    <a:lnT cmpd="sng" algn="ctr" cap="flat" w="9525">
                      <a:solidFill>
                        <a:srgbClr val="B3B3B3"/>
                      </a:solidFill>
                      <a:prstDash val="solid"/>
                      <a:round/>
                      <a:headEnd type="none" w="med" len="med"/>
                      <a:tailEnd type="none" w="med" len="med"/>
                    </a:lnT>
                    <a:lnB cmpd="sng" algn="ctr" cap="flat" w="9525">
                      <a:solidFill>
                        <a:srgbClr val="B3B3B3"/>
                      </a:solidFill>
                      <a:prstDash val="solid"/>
                      <a:round/>
                      <a:headEnd type="none" w="med" len="med"/>
                      <a:tailEnd type="none" w="med" len="med"/>
                    </a:lnB>
                  </a:tcPr>
                </a:tc>
                <a:tc>
                  <a:txBody>
                    <a:bodyPr anchor="t" rtlCol="false"/>
                    <a:lstStyle/>
                    <a:p>
                      <a:pPr algn="ctr" marL="0" indent="0" lvl="0">
                        <a:lnSpc>
                          <a:spcPts val="2800"/>
                        </a:lnSpc>
                        <a:spcBef>
                          <a:spcPct val="0"/>
                        </a:spcBef>
                        <a:defRPr/>
                      </a:pPr>
                      <a:r>
                        <a:rPr lang="en-US" b="true" sz="2000" strike="noStrike" u="none">
                          <a:solidFill>
                            <a:srgbClr val="5170FF"/>
                          </a:solidFill>
                          <a:latin typeface="프리젠테이션 Bold"/>
                          <a:ea typeface="프리젠테이션 Bold"/>
                          <a:cs typeface="프리젠테이션 Bold"/>
                          <a:sym typeface="프리젠테이션 Bold"/>
                        </a:rPr>
                        <a:t>1~2번이면 충분 (토큰 절약)</a:t>
                      </a:r>
                      <a:endParaRPr lang="en-US" sz="1100"/>
                    </a:p>
                  </a:txBody>
                  <a:tcPr marL="190500" marR="190500" marT="190500" marB="190500" anchor="ctr">
                    <a:lnL cmpd="sng" algn="ctr" cap="flat" w="9525">
                      <a:solidFill>
                        <a:srgbClr val="B3B3B3"/>
                      </a:solidFill>
                      <a:prstDash val="solid"/>
                      <a:round/>
                      <a:headEnd type="none" w="med" len="med"/>
                      <a:tailEnd type="none" w="med" len="med"/>
                    </a:lnL>
                    <a:lnR cmpd="sng" algn="ctr" cap="flat" w="9525">
                      <a:solidFill>
                        <a:srgbClr val="B3B3B3"/>
                      </a:solidFill>
                      <a:prstDash val="solid"/>
                      <a:round/>
                      <a:headEnd type="none" w="med" len="med"/>
                      <a:tailEnd type="none" w="med" len="med"/>
                    </a:lnR>
                    <a:lnT cmpd="sng" algn="ctr" cap="flat" w="9525">
                      <a:solidFill>
                        <a:srgbClr val="B3B3B3"/>
                      </a:solidFill>
                      <a:prstDash val="solid"/>
                      <a:round/>
                      <a:headEnd type="none" w="med" len="med"/>
                      <a:tailEnd type="none" w="med" len="med"/>
                    </a:lnT>
                    <a:lnB cmpd="sng" algn="ctr" cap="flat" w="9525">
                      <a:solidFill>
                        <a:srgbClr val="B3B3B3"/>
                      </a:solidFill>
                      <a:prstDash val="solid"/>
                      <a:round/>
                      <a:headEnd type="none" w="med" len="med"/>
                      <a:tailEnd type="none" w="med" len="med"/>
                    </a:lnB>
                  </a:tcPr>
                </a:tc>
              </a:tr>
              <a:tr h="753926">
                <a:tc>
                  <a:txBody>
                    <a:bodyPr anchor="t" rtlCol="false"/>
                    <a:lstStyle/>
                    <a:p>
                      <a:pPr algn="ctr" marL="0" indent="0" lvl="0">
                        <a:lnSpc>
                          <a:spcPts val="2800"/>
                        </a:lnSpc>
                        <a:spcBef>
                          <a:spcPct val="0"/>
                        </a:spcBef>
                        <a:defRPr/>
                      </a:pPr>
                      <a:r>
                        <a:rPr lang="en-US" b="true" sz="2000" strike="noStrike" u="none">
                          <a:solidFill>
                            <a:srgbClr val="333333"/>
                          </a:solidFill>
                          <a:latin typeface="프리젠테이션 Bold"/>
                          <a:ea typeface="프리젠테이션 Bold"/>
                          <a:cs typeface="프리젠테이션 Bold"/>
                          <a:sym typeface="프리젠테이션 Bold"/>
                        </a:rPr>
                        <a:t>나의 역할</a:t>
                      </a:r>
                      <a:endParaRPr lang="en-US" sz="1100"/>
                    </a:p>
                  </a:txBody>
                  <a:tcPr marL="190500" marR="190500" marT="190500" marB="190500" anchor="ctr">
                    <a:lnL cmpd="sng" algn="ctr" cap="flat" w="9525">
                      <a:solidFill>
                        <a:srgbClr val="B3B3B3"/>
                      </a:solidFill>
                      <a:prstDash val="solid"/>
                      <a:round/>
                      <a:headEnd type="none" w="med" len="med"/>
                      <a:tailEnd type="none" w="med" len="med"/>
                    </a:lnL>
                    <a:lnR cmpd="sng" algn="ctr" cap="flat" w="9525">
                      <a:solidFill>
                        <a:srgbClr val="B3B3B3"/>
                      </a:solidFill>
                      <a:prstDash val="solid"/>
                      <a:round/>
                      <a:headEnd type="none" w="med" len="med"/>
                      <a:tailEnd type="none" w="med" len="med"/>
                    </a:lnR>
                    <a:lnT cmpd="sng" algn="ctr" cap="flat" w="9525">
                      <a:solidFill>
                        <a:srgbClr val="B3B3B3"/>
                      </a:solidFill>
                      <a:prstDash val="solid"/>
                      <a:round/>
                      <a:headEnd type="none" w="med" len="med"/>
                      <a:tailEnd type="none" w="med" len="med"/>
                    </a:lnT>
                    <a:lnB cmpd="sng" algn="ctr" cap="flat" w="9525">
                      <a:solidFill>
                        <a:srgbClr val="B3B3B3"/>
                      </a:solidFill>
                      <a:prstDash val="solid"/>
                      <a:round/>
                      <a:headEnd type="none" w="med" len="med"/>
                      <a:tailEnd type="none" w="med" len="med"/>
                    </a:lnB>
                    <a:solidFill>
                      <a:srgbClr val="F5F5F5"/>
                    </a:solidFill>
                  </a:tcPr>
                </a:tc>
                <a:tc>
                  <a:txBody>
                    <a:bodyPr anchor="t" rtlCol="false"/>
                    <a:lstStyle/>
                    <a:p>
                      <a:pPr algn="ctr" marL="0" indent="0" lvl="0">
                        <a:lnSpc>
                          <a:spcPts val="2310"/>
                        </a:lnSpc>
                        <a:spcBef>
                          <a:spcPct val="0"/>
                        </a:spcBef>
                        <a:defRPr/>
                      </a:pPr>
                      <a:r>
                        <a:rPr lang="en-US" b="true" sz="1650" strike="noStrike" u="none">
                          <a:solidFill>
                            <a:srgbClr val="FF0000"/>
                          </a:solidFill>
                          <a:latin typeface="프리젠테이션 Bold"/>
                          <a:ea typeface="프리젠테이션 Bold"/>
                          <a:cs typeface="프리젠테이션 Bold"/>
                          <a:sym typeface="프리젠테이션 Bold"/>
                        </a:rPr>
                        <a:t>하나하나 고치는 사람</a:t>
                      </a:r>
                      <a:endParaRPr lang="en-US" sz="1100"/>
                    </a:p>
                  </a:txBody>
                  <a:tcPr marL="190500" marR="190500" marT="190500" marB="190500" anchor="ctr">
                    <a:lnL cmpd="sng" algn="ctr" cap="flat" w="9525">
                      <a:solidFill>
                        <a:srgbClr val="B3B3B3"/>
                      </a:solidFill>
                      <a:prstDash val="solid"/>
                      <a:round/>
                      <a:headEnd type="none" w="med" len="med"/>
                      <a:tailEnd type="none" w="med" len="med"/>
                    </a:lnL>
                    <a:lnR cmpd="sng" algn="ctr" cap="flat" w="9525">
                      <a:solidFill>
                        <a:srgbClr val="B3B3B3"/>
                      </a:solidFill>
                      <a:prstDash val="solid"/>
                      <a:round/>
                      <a:headEnd type="none" w="med" len="med"/>
                      <a:tailEnd type="none" w="med" len="med"/>
                    </a:lnR>
                    <a:lnT cmpd="sng" algn="ctr" cap="flat" w="9525">
                      <a:solidFill>
                        <a:srgbClr val="B3B3B3"/>
                      </a:solidFill>
                      <a:prstDash val="solid"/>
                      <a:round/>
                      <a:headEnd type="none" w="med" len="med"/>
                      <a:tailEnd type="none" w="med" len="med"/>
                    </a:lnT>
                    <a:lnB cmpd="sng" algn="ctr" cap="flat" w="9525">
                      <a:solidFill>
                        <a:srgbClr val="B3B3B3"/>
                      </a:solidFill>
                      <a:prstDash val="solid"/>
                      <a:round/>
                      <a:headEnd type="none" w="med" len="med"/>
                      <a:tailEnd type="none" w="med" len="med"/>
                    </a:lnB>
                  </a:tcPr>
                </a:tc>
                <a:tc>
                  <a:txBody>
                    <a:bodyPr anchor="t" rtlCol="false"/>
                    <a:lstStyle/>
                    <a:p>
                      <a:pPr algn="ctr" marL="0" indent="0" lvl="0">
                        <a:lnSpc>
                          <a:spcPts val="2800"/>
                        </a:lnSpc>
                        <a:spcBef>
                          <a:spcPct val="0"/>
                        </a:spcBef>
                        <a:defRPr/>
                      </a:pPr>
                      <a:r>
                        <a:rPr lang="en-US" b="true" sz="2000" strike="noStrike" u="none">
                          <a:solidFill>
                            <a:srgbClr val="5170FF"/>
                          </a:solidFill>
                          <a:latin typeface="프리젠테이션 Bold"/>
                          <a:ea typeface="프리젠테이션 Bold"/>
                          <a:cs typeface="프리젠테이션 Bold"/>
                          <a:sym typeface="프리젠테이션 Bold"/>
                        </a:rPr>
                        <a:t>방향을 지휘하는 사람 (오케스트레이터)</a:t>
                      </a:r>
                      <a:endParaRPr lang="en-US" sz="1100"/>
                    </a:p>
                  </a:txBody>
                  <a:tcPr marL="190500" marR="190500" marT="190500" marB="190500" anchor="ctr">
                    <a:lnL cmpd="sng" algn="ctr" cap="flat" w="9525">
                      <a:solidFill>
                        <a:srgbClr val="B3B3B3"/>
                      </a:solidFill>
                      <a:prstDash val="solid"/>
                      <a:round/>
                      <a:headEnd type="none" w="med" len="med"/>
                      <a:tailEnd type="none" w="med" len="med"/>
                    </a:lnL>
                    <a:lnR cmpd="sng" algn="ctr" cap="flat" w="9525">
                      <a:solidFill>
                        <a:srgbClr val="B3B3B3"/>
                      </a:solidFill>
                      <a:prstDash val="solid"/>
                      <a:round/>
                      <a:headEnd type="none" w="med" len="med"/>
                      <a:tailEnd type="none" w="med" len="med"/>
                    </a:lnR>
                    <a:lnT cmpd="sng" algn="ctr" cap="flat" w="9525">
                      <a:solidFill>
                        <a:srgbClr val="B3B3B3"/>
                      </a:solidFill>
                      <a:prstDash val="solid"/>
                      <a:round/>
                      <a:headEnd type="none" w="med" len="med"/>
                      <a:tailEnd type="none" w="med" len="med"/>
                    </a:lnT>
                    <a:lnB cmpd="sng" algn="ctr" cap="flat" w="9525">
                      <a:solidFill>
                        <a:srgbClr val="B3B3B3"/>
                      </a:solidFill>
                      <a:prstDash val="solid"/>
                      <a:round/>
                      <a:headEnd type="none" w="med" len="med"/>
                      <a:tailEnd type="none" w="med" len="med"/>
                    </a:lnB>
                  </a:tcPr>
                </a:tc>
              </a:tr>
            </a:tbl>
          </a:graphicData>
        </a:graphic>
      </p:graphicFrame>
      <p:sp>
        <p:nvSpPr>
          <p:cNvPr name="TextBox 18" id="18"/>
          <p:cNvSpPr txBox="true"/>
          <p:nvPr/>
        </p:nvSpPr>
        <p:spPr>
          <a:xfrm rot="0">
            <a:off x="14694520" y="1353621"/>
            <a:ext cx="2865076" cy="325120"/>
          </a:xfrm>
          <a:prstGeom prst="rect">
            <a:avLst/>
          </a:prstGeom>
        </p:spPr>
        <p:txBody>
          <a:bodyPr anchor="t" rtlCol="false" tIns="0" lIns="0" bIns="0" rIns="0">
            <a:spAutoFit/>
          </a:bodyPr>
          <a:lstStyle/>
          <a:p>
            <a:pPr algn="ctr" marL="0" indent="0" lvl="0">
              <a:lnSpc>
                <a:spcPts val="2540"/>
              </a:lnSpc>
              <a:spcBef>
                <a:spcPct val="0"/>
              </a:spcBef>
            </a:pPr>
            <a:r>
              <a:rPr lang="en-US" b="true" sz="2000" spc="122" strike="noStrike" u="none">
                <a:solidFill>
                  <a:srgbClr val="5170FF"/>
                </a:solidFill>
                <a:latin typeface="프리젠테이션 Bold"/>
                <a:ea typeface="프리젠테이션 Bold"/>
                <a:cs typeface="프리젠테이션 Bold"/>
                <a:sym typeface="프리젠테이션 Bold"/>
              </a:rPr>
              <a:t>해달 바이브코딩 기초반</a:t>
            </a:r>
          </a:p>
        </p:txBody>
      </p:sp>
      <p:sp>
        <p:nvSpPr>
          <p:cNvPr name="TextBox 19" id="19"/>
          <p:cNvSpPr txBox="true"/>
          <p:nvPr/>
        </p:nvSpPr>
        <p:spPr>
          <a:xfrm rot="0">
            <a:off x="8382000" y="8899525"/>
            <a:ext cx="1524000" cy="358775"/>
          </a:xfrm>
          <a:prstGeom prst="rect">
            <a:avLst/>
          </a:prstGeom>
        </p:spPr>
        <p:txBody>
          <a:bodyPr anchor="t" rtlCol="false" tIns="0" lIns="0" bIns="0" rIns="0">
            <a:spAutoFit/>
          </a:bodyPr>
          <a:lstStyle/>
          <a:p>
            <a:pPr algn="ctr" marL="0" indent="0" lvl="0">
              <a:lnSpc>
                <a:spcPts val="2800"/>
              </a:lnSpc>
              <a:spcBef>
                <a:spcPct val="0"/>
              </a:spcBef>
            </a:pPr>
            <a:r>
              <a:rPr lang="en-US" b="true" sz="2000" strike="noStrike" u="none">
                <a:solidFill>
                  <a:srgbClr val="4165C1"/>
                </a:solidFill>
                <a:latin typeface="프리젠테이션 Bold"/>
                <a:ea typeface="프리젠테이션 Bold"/>
                <a:cs typeface="프리젠테이션 Bold"/>
                <a:sym typeface="프리젠테이션 Bold"/>
              </a:rPr>
              <a:t>- 28 -</a:t>
            </a:r>
          </a:p>
        </p:txBody>
      </p:sp>
    </p:spTree>
  </p:cSld>
  <p:clrMapOvr>
    <a:masterClrMapping/>
  </p:clrMapOvr>
</p:sld>
</file>

<file path=ppt/slides/slide29.xml><?xml version="1.0" encoding="utf-8"?>
<p:sld xmlns:p="http://schemas.openxmlformats.org/presentationml/2006/main" xmlns:a="http://schemas.openxmlformats.org/drawingml/2006/main" xmlns:r="http://schemas.openxmlformats.org/officeDocument/2006/relationships">
  <p:cSld>
    <p:bg>
      <p:bgPr>
        <a:solidFill>
          <a:srgbClr val="5170FF"/>
        </a:solidFill>
      </p:bgPr>
    </p:bg>
    <p:spTree>
      <p:nvGrpSpPr>
        <p:cNvPr id="1" name=""/>
        <p:cNvGrpSpPr/>
        <p:nvPr/>
      </p:nvGrpSpPr>
      <p:grpSpPr>
        <a:xfrm>
          <a:off x="0" y="0"/>
          <a:ext cx="0" cy="0"/>
          <a:chOff x="0" y="0"/>
          <a:chExt cx="0" cy="0"/>
        </a:xfrm>
      </p:grpSpPr>
      <p:grpSp>
        <p:nvGrpSpPr>
          <p:cNvPr name="Group 2" id="2"/>
          <p:cNvGrpSpPr/>
          <p:nvPr/>
        </p:nvGrpSpPr>
        <p:grpSpPr>
          <a:xfrm rot="0">
            <a:off x="534854" y="457200"/>
            <a:ext cx="17218292" cy="9294946"/>
            <a:chOff x="0" y="0"/>
            <a:chExt cx="22957723" cy="12393261"/>
          </a:xfrm>
        </p:grpSpPr>
        <p:grpSp>
          <p:nvGrpSpPr>
            <p:cNvPr name="Group 3" id="3"/>
            <p:cNvGrpSpPr/>
            <p:nvPr/>
          </p:nvGrpSpPr>
          <p:grpSpPr>
            <a:xfrm rot="0">
              <a:off x="0" y="1727243"/>
              <a:ext cx="22957723" cy="10666019"/>
              <a:chOff x="0" y="0"/>
              <a:chExt cx="4777465" cy="2219581"/>
            </a:xfrm>
          </p:grpSpPr>
          <p:sp>
            <p:nvSpPr>
              <p:cNvPr name="Freeform 4" id="4"/>
              <p:cNvSpPr/>
              <p:nvPr/>
            </p:nvSpPr>
            <p:spPr>
              <a:xfrm flipH="false" flipV="false" rot="0">
                <a:off x="0" y="0"/>
                <a:ext cx="4777465" cy="2219581"/>
              </a:xfrm>
              <a:custGeom>
                <a:avLst/>
                <a:gdLst/>
                <a:ahLst/>
                <a:cxnLst/>
                <a:rect r="r" b="b" t="t" l="l"/>
                <a:pathLst>
                  <a:path h="2219581" w="4777465">
                    <a:moveTo>
                      <a:pt x="22931" y="0"/>
                    </a:moveTo>
                    <a:lnTo>
                      <a:pt x="4754534" y="0"/>
                    </a:lnTo>
                    <a:cubicBezTo>
                      <a:pt x="4767199" y="0"/>
                      <a:pt x="4777465" y="10267"/>
                      <a:pt x="4777465" y="22931"/>
                    </a:cubicBezTo>
                    <a:lnTo>
                      <a:pt x="4777465" y="2196650"/>
                    </a:lnTo>
                    <a:cubicBezTo>
                      <a:pt x="4777465" y="2202732"/>
                      <a:pt x="4775049" y="2208564"/>
                      <a:pt x="4770749" y="2212865"/>
                    </a:cubicBezTo>
                    <a:cubicBezTo>
                      <a:pt x="4766449" y="2217165"/>
                      <a:pt x="4760616" y="2219581"/>
                      <a:pt x="4754534" y="2219581"/>
                    </a:cubicBezTo>
                    <a:lnTo>
                      <a:pt x="22931" y="2219581"/>
                    </a:lnTo>
                    <a:cubicBezTo>
                      <a:pt x="10267" y="2219581"/>
                      <a:pt x="0" y="2209315"/>
                      <a:pt x="0" y="2196650"/>
                    </a:cubicBezTo>
                    <a:lnTo>
                      <a:pt x="0" y="22931"/>
                    </a:lnTo>
                    <a:cubicBezTo>
                      <a:pt x="0" y="10267"/>
                      <a:pt x="10267" y="0"/>
                      <a:pt x="22931" y="0"/>
                    </a:cubicBezTo>
                    <a:close/>
                  </a:path>
                </a:pathLst>
              </a:custGeom>
              <a:solidFill>
                <a:srgbClr val="FFFFFF"/>
              </a:solidFill>
              <a:ln cap="rnd">
                <a:noFill/>
                <a:prstDash val="solid"/>
                <a:round/>
              </a:ln>
            </p:spPr>
          </p:sp>
          <p:sp>
            <p:nvSpPr>
              <p:cNvPr name="TextBox 5" id="5"/>
              <p:cNvSpPr txBox="true"/>
              <p:nvPr/>
            </p:nvSpPr>
            <p:spPr>
              <a:xfrm>
                <a:off x="0" y="-38100"/>
                <a:ext cx="4777465" cy="2257681"/>
              </a:xfrm>
              <a:prstGeom prst="rect">
                <a:avLst/>
              </a:prstGeom>
            </p:spPr>
            <p:txBody>
              <a:bodyPr anchor="ctr" rtlCol="false" tIns="48220" lIns="48220" bIns="48220" rIns="48220"/>
              <a:lstStyle/>
              <a:p>
                <a:pPr algn="ctr" marL="0" indent="0" lvl="0">
                  <a:lnSpc>
                    <a:spcPts val="1853"/>
                  </a:lnSpc>
                  <a:spcBef>
                    <a:spcPct val="0"/>
                  </a:spcBef>
                </a:pPr>
              </a:p>
              <a:p>
                <a:pPr algn="ctr" marL="0" indent="0" lvl="0">
                  <a:lnSpc>
                    <a:spcPts val="1853"/>
                  </a:lnSpc>
                  <a:spcBef>
                    <a:spcPct val="0"/>
                  </a:spcBef>
                </a:pPr>
              </a:p>
              <a:p>
                <a:pPr algn="ctr" marL="0" indent="0" lvl="0">
                  <a:lnSpc>
                    <a:spcPts val="1853"/>
                  </a:lnSpc>
                  <a:spcBef>
                    <a:spcPct val="0"/>
                  </a:spcBef>
                </a:pPr>
              </a:p>
            </p:txBody>
          </p:sp>
        </p:grpSp>
        <p:grpSp>
          <p:nvGrpSpPr>
            <p:cNvPr name="Group 6" id="6"/>
            <p:cNvGrpSpPr/>
            <p:nvPr/>
          </p:nvGrpSpPr>
          <p:grpSpPr>
            <a:xfrm rot="0">
              <a:off x="18499830" y="891712"/>
              <a:ext cx="4457893" cy="3397582"/>
              <a:chOff x="0" y="0"/>
              <a:chExt cx="927680" cy="707031"/>
            </a:xfrm>
          </p:grpSpPr>
          <p:sp>
            <p:nvSpPr>
              <p:cNvPr name="Freeform 7" id="7"/>
              <p:cNvSpPr/>
              <p:nvPr/>
            </p:nvSpPr>
            <p:spPr>
              <a:xfrm flipH="false" flipV="false" rot="0">
                <a:off x="0" y="0"/>
                <a:ext cx="927680" cy="707031"/>
              </a:xfrm>
              <a:custGeom>
                <a:avLst/>
                <a:gdLst/>
                <a:ahLst/>
                <a:cxnLst/>
                <a:rect r="r" b="b" t="t" l="l"/>
                <a:pathLst>
                  <a:path h="707031" w="927680">
                    <a:moveTo>
                      <a:pt x="118094" y="0"/>
                    </a:moveTo>
                    <a:lnTo>
                      <a:pt x="809586" y="0"/>
                    </a:lnTo>
                    <a:cubicBezTo>
                      <a:pt x="874808" y="0"/>
                      <a:pt x="927680" y="52872"/>
                      <a:pt x="927680" y="118094"/>
                    </a:cubicBezTo>
                    <a:lnTo>
                      <a:pt x="927680" y="588937"/>
                    </a:lnTo>
                    <a:cubicBezTo>
                      <a:pt x="927680" y="654159"/>
                      <a:pt x="874808" y="707031"/>
                      <a:pt x="809586" y="707031"/>
                    </a:cubicBezTo>
                    <a:lnTo>
                      <a:pt x="118094" y="707031"/>
                    </a:lnTo>
                    <a:cubicBezTo>
                      <a:pt x="52872" y="707031"/>
                      <a:pt x="0" y="654159"/>
                      <a:pt x="0" y="588937"/>
                    </a:cubicBezTo>
                    <a:lnTo>
                      <a:pt x="0" y="118094"/>
                    </a:lnTo>
                    <a:cubicBezTo>
                      <a:pt x="0" y="52872"/>
                      <a:pt x="52872" y="0"/>
                      <a:pt x="118094" y="0"/>
                    </a:cubicBezTo>
                    <a:close/>
                  </a:path>
                </a:pathLst>
              </a:custGeom>
              <a:solidFill>
                <a:srgbClr val="FFFFFF"/>
              </a:solidFill>
              <a:ln cap="rnd">
                <a:noFill/>
                <a:prstDash val="solid"/>
                <a:round/>
              </a:ln>
            </p:spPr>
          </p:sp>
          <p:sp>
            <p:nvSpPr>
              <p:cNvPr name="TextBox 8" id="8"/>
              <p:cNvSpPr txBox="true"/>
              <p:nvPr/>
            </p:nvSpPr>
            <p:spPr>
              <a:xfrm>
                <a:off x="0" y="-38100"/>
                <a:ext cx="927680" cy="745131"/>
              </a:xfrm>
              <a:prstGeom prst="rect">
                <a:avLst/>
              </a:prstGeom>
            </p:spPr>
            <p:txBody>
              <a:bodyPr anchor="ctr" rtlCol="false" tIns="48220" lIns="48220" bIns="48220" rIns="48220"/>
              <a:lstStyle/>
              <a:p>
                <a:pPr algn="ctr" marL="0" indent="0" lvl="0">
                  <a:lnSpc>
                    <a:spcPts val="1853"/>
                  </a:lnSpc>
                  <a:spcBef>
                    <a:spcPct val="0"/>
                  </a:spcBef>
                </a:pPr>
              </a:p>
              <a:p>
                <a:pPr algn="ctr" marL="0" indent="0" lvl="0">
                  <a:lnSpc>
                    <a:spcPts val="1853"/>
                  </a:lnSpc>
                  <a:spcBef>
                    <a:spcPct val="0"/>
                  </a:spcBef>
                </a:pPr>
              </a:p>
              <a:p>
                <a:pPr algn="ctr" marL="0" indent="0" lvl="0">
                  <a:lnSpc>
                    <a:spcPts val="1853"/>
                  </a:lnSpc>
                  <a:spcBef>
                    <a:spcPct val="0"/>
                  </a:spcBef>
                </a:pPr>
              </a:p>
            </p:txBody>
          </p:sp>
        </p:grpSp>
        <p:grpSp>
          <p:nvGrpSpPr>
            <p:cNvPr name="Group 9" id="9"/>
            <p:cNvGrpSpPr/>
            <p:nvPr/>
          </p:nvGrpSpPr>
          <p:grpSpPr>
            <a:xfrm rot="0">
              <a:off x="18064463" y="1334482"/>
              <a:ext cx="2392010" cy="1865053"/>
              <a:chOff x="0" y="0"/>
              <a:chExt cx="497773" cy="388115"/>
            </a:xfrm>
          </p:grpSpPr>
          <p:sp>
            <p:nvSpPr>
              <p:cNvPr name="Freeform 10" id="10"/>
              <p:cNvSpPr/>
              <p:nvPr/>
            </p:nvSpPr>
            <p:spPr>
              <a:xfrm flipH="false" flipV="false" rot="0">
                <a:off x="0" y="0"/>
                <a:ext cx="497773" cy="388115"/>
              </a:xfrm>
              <a:custGeom>
                <a:avLst/>
                <a:gdLst/>
                <a:ahLst/>
                <a:cxnLst/>
                <a:rect r="r" b="b" t="t" l="l"/>
                <a:pathLst>
                  <a:path h="388115" w="497773">
                    <a:moveTo>
                      <a:pt x="0" y="0"/>
                    </a:moveTo>
                    <a:lnTo>
                      <a:pt x="497773" y="0"/>
                    </a:lnTo>
                    <a:lnTo>
                      <a:pt x="497773" y="388115"/>
                    </a:lnTo>
                    <a:lnTo>
                      <a:pt x="0" y="388115"/>
                    </a:lnTo>
                    <a:close/>
                  </a:path>
                </a:pathLst>
              </a:custGeom>
              <a:solidFill>
                <a:srgbClr val="FFFFFF"/>
              </a:solidFill>
              <a:ln cap="sq">
                <a:noFill/>
                <a:prstDash val="solid"/>
                <a:miter/>
              </a:ln>
            </p:spPr>
          </p:sp>
          <p:sp>
            <p:nvSpPr>
              <p:cNvPr name="TextBox 11" id="11"/>
              <p:cNvSpPr txBox="true"/>
              <p:nvPr/>
            </p:nvSpPr>
            <p:spPr>
              <a:xfrm>
                <a:off x="0" y="-38100"/>
                <a:ext cx="497773" cy="426215"/>
              </a:xfrm>
              <a:prstGeom prst="rect">
                <a:avLst/>
              </a:prstGeom>
            </p:spPr>
            <p:txBody>
              <a:bodyPr anchor="ctr" rtlCol="false" tIns="48220" lIns="48220" bIns="48220" rIns="48220"/>
              <a:lstStyle/>
              <a:p>
                <a:pPr algn="ctr" marL="0" indent="0" lvl="0">
                  <a:lnSpc>
                    <a:spcPts val="1853"/>
                  </a:lnSpc>
                  <a:spcBef>
                    <a:spcPct val="0"/>
                  </a:spcBef>
                </a:pPr>
              </a:p>
              <a:p>
                <a:pPr algn="ctr" marL="0" indent="0" lvl="0">
                  <a:lnSpc>
                    <a:spcPts val="1853"/>
                  </a:lnSpc>
                  <a:spcBef>
                    <a:spcPct val="0"/>
                  </a:spcBef>
                </a:pPr>
              </a:p>
              <a:p>
                <a:pPr algn="ctr" marL="0" indent="0" lvl="0">
                  <a:lnSpc>
                    <a:spcPts val="1853"/>
                  </a:lnSpc>
                  <a:spcBef>
                    <a:spcPct val="0"/>
                  </a:spcBef>
                </a:pPr>
              </a:p>
            </p:txBody>
          </p:sp>
        </p:grpSp>
        <p:grpSp>
          <p:nvGrpSpPr>
            <p:cNvPr name="Group 12" id="12"/>
            <p:cNvGrpSpPr/>
            <p:nvPr/>
          </p:nvGrpSpPr>
          <p:grpSpPr>
            <a:xfrm rot="0">
              <a:off x="16059231" y="0"/>
              <a:ext cx="2504831" cy="1727243"/>
              <a:chOff x="0" y="0"/>
              <a:chExt cx="521251" cy="359436"/>
            </a:xfrm>
          </p:grpSpPr>
          <p:sp>
            <p:nvSpPr>
              <p:cNvPr name="Freeform 13" id="13"/>
              <p:cNvSpPr/>
              <p:nvPr/>
            </p:nvSpPr>
            <p:spPr>
              <a:xfrm flipH="false" flipV="false" rot="0">
                <a:off x="0" y="0"/>
                <a:ext cx="521251" cy="359436"/>
              </a:xfrm>
              <a:custGeom>
                <a:avLst/>
                <a:gdLst/>
                <a:ahLst/>
                <a:cxnLst/>
                <a:rect r="r" b="b" t="t" l="l"/>
                <a:pathLst>
                  <a:path h="359436" w="521251">
                    <a:moveTo>
                      <a:pt x="179718" y="0"/>
                    </a:moveTo>
                    <a:lnTo>
                      <a:pt x="341533" y="0"/>
                    </a:lnTo>
                    <a:cubicBezTo>
                      <a:pt x="440789" y="0"/>
                      <a:pt x="521251" y="80463"/>
                      <a:pt x="521251" y="179718"/>
                    </a:cubicBezTo>
                    <a:lnTo>
                      <a:pt x="521251" y="179718"/>
                    </a:lnTo>
                    <a:cubicBezTo>
                      <a:pt x="521251" y="227382"/>
                      <a:pt x="502317" y="273094"/>
                      <a:pt x="468613" y="306798"/>
                    </a:cubicBezTo>
                    <a:cubicBezTo>
                      <a:pt x="434909" y="340502"/>
                      <a:pt x="389197" y="359436"/>
                      <a:pt x="341533" y="359436"/>
                    </a:cubicBezTo>
                    <a:lnTo>
                      <a:pt x="179718" y="359436"/>
                    </a:lnTo>
                    <a:cubicBezTo>
                      <a:pt x="132054" y="359436"/>
                      <a:pt x="86342" y="340502"/>
                      <a:pt x="52638" y="306798"/>
                    </a:cubicBezTo>
                    <a:cubicBezTo>
                      <a:pt x="18935" y="273094"/>
                      <a:pt x="0" y="227382"/>
                      <a:pt x="0" y="179718"/>
                    </a:cubicBezTo>
                    <a:lnTo>
                      <a:pt x="0" y="179718"/>
                    </a:lnTo>
                    <a:cubicBezTo>
                      <a:pt x="0" y="132054"/>
                      <a:pt x="18935" y="86342"/>
                      <a:pt x="52638" y="52638"/>
                    </a:cubicBezTo>
                    <a:cubicBezTo>
                      <a:pt x="86342" y="18935"/>
                      <a:pt x="132054" y="0"/>
                      <a:pt x="179718" y="0"/>
                    </a:cubicBezTo>
                    <a:close/>
                  </a:path>
                </a:pathLst>
              </a:custGeom>
              <a:solidFill>
                <a:srgbClr val="5170FF"/>
              </a:solidFill>
              <a:ln cap="rnd">
                <a:noFill/>
                <a:prstDash val="solid"/>
                <a:round/>
              </a:ln>
            </p:spPr>
          </p:sp>
          <p:sp>
            <p:nvSpPr>
              <p:cNvPr name="TextBox 14" id="14"/>
              <p:cNvSpPr txBox="true"/>
              <p:nvPr/>
            </p:nvSpPr>
            <p:spPr>
              <a:xfrm>
                <a:off x="0" y="-38100"/>
                <a:ext cx="521251" cy="397536"/>
              </a:xfrm>
              <a:prstGeom prst="rect">
                <a:avLst/>
              </a:prstGeom>
            </p:spPr>
            <p:txBody>
              <a:bodyPr anchor="ctr" rtlCol="false" tIns="48220" lIns="48220" bIns="48220" rIns="48220"/>
              <a:lstStyle/>
              <a:p>
                <a:pPr algn="ctr" marL="0" indent="0" lvl="0">
                  <a:lnSpc>
                    <a:spcPts val="1853"/>
                  </a:lnSpc>
                  <a:spcBef>
                    <a:spcPct val="0"/>
                  </a:spcBef>
                </a:pPr>
              </a:p>
              <a:p>
                <a:pPr algn="ctr" marL="0" indent="0" lvl="0">
                  <a:lnSpc>
                    <a:spcPts val="1853"/>
                  </a:lnSpc>
                  <a:spcBef>
                    <a:spcPct val="0"/>
                  </a:spcBef>
                </a:pPr>
              </a:p>
              <a:p>
                <a:pPr algn="ctr" marL="0" indent="0" lvl="0">
                  <a:lnSpc>
                    <a:spcPts val="1853"/>
                  </a:lnSpc>
                  <a:spcBef>
                    <a:spcPct val="0"/>
                  </a:spcBef>
                </a:pPr>
              </a:p>
            </p:txBody>
          </p:sp>
        </p:grpSp>
      </p:grpSp>
      <p:sp>
        <p:nvSpPr>
          <p:cNvPr name="TextBox 15" id="15"/>
          <p:cNvSpPr txBox="true"/>
          <p:nvPr/>
        </p:nvSpPr>
        <p:spPr>
          <a:xfrm rot="0">
            <a:off x="1355167" y="696396"/>
            <a:ext cx="12295240" cy="685800"/>
          </a:xfrm>
          <a:prstGeom prst="rect">
            <a:avLst/>
          </a:prstGeom>
        </p:spPr>
        <p:txBody>
          <a:bodyPr anchor="t" rtlCol="false" tIns="0" lIns="0" bIns="0" rIns="0">
            <a:spAutoFit/>
          </a:bodyPr>
          <a:lstStyle/>
          <a:p>
            <a:pPr algn="l" marL="0" indent="0" lvl="0">
              <a:lnSpc>
                <a:spcPts val="5100"/>
              </a:lnSpc>
              <a:spcBef>
                <a:spcPct val="0"/>
              </a:spcBef>
            </a:pPr>
            <a:r>
              <a:rPr lang="en-US" b="true" sz="5000" spc="-100" strike="noStrike" u="none">
                <a:solidFill>
                  <a:srgbClr val="FFFFFF"/>
                </a:solidFill>
                <a:latin typeface="프리젠테이션 Bold"/>
                <a:ea typeface="프리젠테이션 Bold"/>
                <a:cs typeface="프리젠테이션 Bold"/>
                <a:sym typeface="프리젠테이션 Bold"/>
              </a:rPr>
              <a:t>쉬는 시간</a:t>
            </a:r>
          </a:p>
        </p:txBody>
      </p:sp>
      <p:sp>
        <p:nvSpPr>
          <p:cNvPr name="Freeform 16" id="16"/>
          <p:cNvSpPr/>
          <p:nvPr/>
        </p:nvSpPr>
        <p:spPr>
          <a:xfrm flipH="false" flipV="false" rot="0">
            <a:off x="820604" y="843344"/>
            <a:ext cx="334731" cy="334731"/>
          </a:xfrm>
          <a:custGeom>
            <a:avLst/>
            <a:gdLst/>
            <a:ahLst/>
            <a:cxnLst/>
            <a:rect r="r" b="b" t="t" l="l"/>
            <a:pathLst>
              <a:path h="334731" w="334731">
                <a:moveTo>
                  <a:pt x="0" y="0"/>
                </a:moveTo>
                <a:lnTo>
                  <a:pt x="334731" y="0"/>
                </a:lnTo>
                <a:lnTo>
                  <a:pt x="334731" y="334731"/>
                </a:lnTo>
                <a:lnTo>
                  <a:pt x="0" y="334731"/>
                </a:lnTo>
                <a:lnTo>
                  <a:pt x="0" y="0"/>
                </a:lnTo>
                <a:close/>
              </a:path>
            </a:pathLst>
          </a:custGeom>
          <a:blipFill>
            <a:blip r:embed="rId3">
              <a:extLst>
                <a:ext uri="{96DAC541-7B7A-43D3-8B79-37D633B846F1}">
                  <asvg:svgBlip xmlns:asvg="http://schemas.microsoft.com/office/drawing/2016/SVG/main" r:embed="rId4"/>
                </a:ext>
              </a:extLst>
            </a:blip>
            <a:stretch>
              <a:fillRect l="0" t="0" r="0" b="0"/>
            </a:stretch>
          </a:blipFill>
        </p:spPr>
      </p:sp>
      <p:sp>
        <p:nvSpPr>
          <p:cNvPr name="TextBox 17" id="17"/>
          <p:cNvSpPr txBox="true"/>
          <p:nvPr/>
        </p:nvSpPr>
        <p:spPr>
          <a:xfrm rot="0">
            <a:off x="3432477" y="5792019"/>
            <a:ext cx="11423046" cy="718947"/>
          </a:xfrm>
          <a:prstGeom prst="rect">
            <a:avLst/>
          </a:prstGeom>
        </p:spPr>
        <p:txBody>
          <a:bodyPr anchor="t" rtlCol="false" tIns="0" lIns="0" bIns="0" rIns="0">
            <a:spAutoFit/>
          </a:bodyPr>
          <a:lstStyle/>
          <a:p>
            <a:pPr algn="ctr" marL="0" indent="0" lvl="0">
              <a:lnSpc>
                <a:spcPts val="5423"/>
              </a:lnSpc>
              <a:spcBef>
                <a:spcPct val="0"/>
              </a:spcBef>
            </a:pPr>
            <a:r>
              <a:rPr lang="en-US" b="true" sz="4800" spc="-144" strike="noStrike" u="none">
                <a:solidFill>
                  <a:srgbClr val="000000"/>
                </a:solidFill>
                <a:latin typeface="프리젠테이션 Bold"/>
                <a:ea typeface="프리젠테이션 Bold"/>
                <a:cs typeface="프리젠테이션 Bold"/>
                <a:sym typeface="프리젠테이션 Bold"/>
              </a:rPr>
              <a:t>수고했어요! 10분 휴식</a:t>
            </a:r>
          </a:p>
        </p:txBody>
      </p:sp>
      <p:sp>
        <p:nvSpPr>
          <p:cNvPr name="TextBox 18" id="18"/>
          <p:cNvSpPr txBox="true"/>
          <p:nvPr/>
        </p:nvSpPr>
        <p:spPr>
          <a:xfrm rot="0">
            <a:off x="3432477" y="6590517"/>
            <a:ext cx="11423046" cy="718947"/>
          </a:xfrm>
          <a:prstGeom prst="rect">
            <a:avLst/>
          </a:prstGeom>
        </p:spPr>
        <p:txBody>
          <a:bodyPr anchor="t" rtlCol="false" tIns="0" lIns="0" bIns="0" rIns="0">
            <a:spAutoFit/>
          </a:bodyPr>
          <a:lstStyle/>
          <a:p>
            <a:pPr algn="ctr" marL="0" indent="0" lvl="0">
              <a:lnSpc>
                <a:spcPts val="5423"/>
              </a:lnSpc>
              <a:spcBef>
                <a:spcPct val="0"/>
              </a:spcBef>
            </a:pPr>
            <a:r>
              <a:rPr lang="en-US" b="true" sz="4800" spc="-144" strike="noStrike" u="none">
                <a:solidFill>
                  <a:srgbClr val="5170FF"/>
                </a:solidFill>
                <a:latin typeface="프리젠테이션 Bold"/>
                <a:ea typeface="프리젠테이션 Bold"/>
                <a:cs typeface="프리젠테이션 Bold"/>
                <a:sym typeface="프리젠테이션 Bold"/>
              </a:rPr>
              <a:t>20:20에 다시 시작합니다</a:t>
            </a:r>
          </a:p>
        </p:txBody>
      </p:sp>
      <p:sp>
        <p:nvSpPr>
          <p:cNvPr name="TextBox 19" id="19"/>
          <p:cNvSpPr txBox="true"/>
          <p:nvPr/>
        </p:nvSpPr>
        <p:spPr>
          <a:xfrm rot="0">
            <a:off x="5408845" y="7574259"/>
            <a:ext cx="7496762" cy="593598"/>
          </a:xfrm>
          <a:prstGeom prst="rect">
            <a:avLst/>
          </a:prstGeom>
        </p:spPr>
        <p:txBody>
          <a:bodyPr anchor="t" rtlCol="false" tIns="0" lIns="0" bIns="0" rIns="0">
            <a:spAutoFit/>
          </a:bodyPr>
          <a:lstStyle/>
          <a:p>
            <a:pPr algn="ctr" marL="0" indent="0" lvl="0">
              <a:lnSpc>
                <a:spcPts val="2285"/>
              </a:lnSpc>
              <a:spcBef>
                <a:spcPct val="0"/>
              </a:spcBef>
            </a:pPr>
            <a:r>
              <a:rPr lang="en-US" b="true" sz="1799" spc="30" strike="noStrike" u="none">
                <a:solidFill>
                  <a:srgbClr val="747EA3"/>
                </a:solidFill>
                <a:latin typeface="프리젠테이션 Bold"/>
                <a:ea typeface="프리젠테이션 Bold"/>
                <a:cs typeface="프리젠테이션 Bold"/>
                <a:sym typeface="프리젠테이션 Bold"/>
              </a:rPr>
              <a:t>다음 파트: 하네스 · 루프 엔지니어링</a:t>
            </a:r>
          </a:p>
          <a:p>
            <a:pPr algn="ctr" marL="0" indent="0" lvl="0">
              <a:lnSpc>
                <a:spcPts val="2285"/>
              </a:lnSpc>
              <a:spcBef>
                <a:spcPct val="0"/>
              </a:spcBef>
            </a:pPr>
            <a:r>
              <a:rPr lang="en-US" b="true" sz="1799" spc="30" strike="noStrike" u="none">
                <a:solidFill>
                  <a:srgbClr val="747EA3"/>
                </a:solidFill>
                <a:latin typeface="프리젠테이션 Bold"/>
                <a:ea typeface="프리젠테이션 Bold"/>
                <a:cs typeface="프리젠테이션 Bold"/>
                <a:sym typeface="프리젠테이션 Bold"/>
              </a:rPr>
              <a:t>AI에게 규칙을 정해주고, 스스로 반복하게 만들기</a:t>
            </a:r>
          </a:p>
        </p:txBody>
      </p:sp>
      <p:sp>
        <p:nvSpPr>
          <p:cNvPr name="TextBox 20" id="20"/>
          <p:cNvSpPr txBox="true"/>
          <p:nvPr/>
        </p:nvSpPr>
        <p:spPr>
          <a:xfrm rot="0">
            <a:off x="14694520" y="1353621"/>
            <a:ext cx="2865076" cy="325120"/>
          </a:xfrm>
          <a:prstGeom prst="rect">
            <a:avLst/>
          </a:prstGeom>
        </p:spPr>
        <p:txBody>
          <a:bodyPr anchor="t" rtlCol="false" tIns="0" lIns="0" bIns="0" rIns="0">
            <a:spAutoFit/>
          </a:bodyPr>
          <a:lstStyle/>
          <a:p>
            <a:pPr algn="ctr" marL="0" indent="0" lvl="0">
              <a:lnSpc>
                <a:spcPts val="2540"/>
              </a:lnSpc>
              <a:spcBef>
                <a:spcPct val="0"/>
              </a:spcBef>
            </a:pPr>
            <a:r>
              <a:rPr lang="en-US" b="true" sz="2000" spc="122" strike="noStrike" u="none">
                <a:solidFill>
                  <a:srgbClr val="5170FF"/>
                </a:solidFill>
                <a:latin typeface="프리젠테이션 Bold"/>
                <a:ea typeface="프리젠테이션 Bold"/>
                <a:cs typeface="프리젠테이션 Bold"/>
                <a:sym typeface="프리젠테이션 Bold"/>
              </a:rPr>
              <a:t>해달 바이브코딩 기초반</a:t>
            </a:r>
          </a:p>
        </p:txBody>
      </p:sp>
      <p:sp>
        <p:nvSpPr>
          <p:cNvPr name="Freeform 21" id="21" descr="녹차 한 잔과 노트북, 시계가 있는 휴식 일러스트"/>
          <p:cNvSpPr/>
          <p:nvPr/>
        </p:nvSpPr>
        <p:spPr>
          <a:xfrm flipH="false" flipV="false" rot="0">
            <a:off x="6191250" y="2143125"/>
            <a:ext cx="5905500" cy="3324225"/>
          </a:xfrm>
          <a:custGeom>
            <a:avLst/>
            <a:gdLst/>
            <a:ahLst/>
            <a:cxnLst/>
            <a:rect r="r" b="b" t="t" l="l"/>
            <a:pathLst>
              <a:path h="3324225" w="5905500">
                <a:moveTo>
                  <a:pt x="0" y="0"/>
                </a:moveTo>
                <a:lnTo>
                  <a:pt x="5905500" y="0"/>
                </a:lnTo>
                <a:lnTo>
                  <a:pt x="5905500" y="3324225"/>
                </a:lnTo>
                <a:lnTo>
                  <a:pt x="0" y="3324225"/>
                </a:lnTo>
                <a:lnTo>
                  <a:pt x="0" y="0"/>
                </a:lnTo>
                <a:close/>
              </a:path>
            </a:pathLst>
          </a:custGeom>
          <a:blipFill>
            <a:blip r:embed="rId5"/>
            <a:stretch>
              <a:fillRect l="-147" t="0" r="-147" b="0"/>
            </a:stretch>
          </a:blipFill>
        </p:spPr>
      </p:sp>
    </p:spTree>
  </p:cSld>
  <p:clrMapOvr>
    <a:masterClrMapping/>
  </p:clrMapOvr>
</p:sld>
</file>

<file path=ppt/slides/slide30.xml><?xml version="1.0" encoding="utf-8"?>
<p:sld xmlns:p="http://schemas.openxmlformats.org/presentationml/2006/main" xmlns:a="http://schemas.openxmlformats.org/drawingml/2006/main" xmlns:r="http://schemas.openxmlformats.org/officeDocument/2006/relationships">
  <p:cSld>
    <p:bg>
      <p:bgPr>
        <a:solidFill>
          <a:srgbClr val="5170FF"/>
        </a:solidFill>
      </p:bgPr>
    </p:bg>
    <p:spTree>
      <p:nvGrpSpPr>
        <p:cNvPr id="1" name=""/>
        <p:cNvGrpSpPr/>
        <p:nvPr/>
      </p:nvGrpSpPr>
      <p:grpSpPr>
        <a:xfrm>
          <a:off x="0" y="0"/>
          <a:ext cx="0" cy="0"/>
          <a:chOff x="0" y="0"/>
          <a:chExt cx="0" cy="0"/>
        </a:xfrm>
      </p:grpSpPr>
      <p:grpSp>
        <p:nvGrpSpPr>
          <p:cNvPr name="Group 2" id="2"/>
          <p:cNvGrpSpPr/>
          <p:nvPr/>
        </p:nvGrpSpPr>
        <p:grpSpPr>
          <a:xfrm rot="0">
            <a:off x="534854" y="566049"/>
            <a:ext cx="17218292" cy="9186097"/>
            <a:chOff x="0" y="0"/>
            <a:chExt cx="22957723" cy="12248129"/>
          </a:xfrm>
        </p:grpSpPr>
        <p:grpSp>
          <p:nvGrpSpPr>
            <p:cNvPr name="Group 3" id="3"/>
            <p:cNvGrpSpPr/>
            <p:nvPr/>
          </p:nvGrpSpPr>
          <p:grpSpPr>
            <a:xfrm rot="0">
              <a:off x="0" y="835531"/>
              <a:ext cx="22957723" cy="11412598"/>
              <a:chOff x="0" y="0"/>
              <a:chExt cx="4777465" cy="2374943"/>
            </a:xfrm>
          </p:grpSpPr>
          <p:sp>
            <p:nvSpPr>
              <p:cNvPr name="Freeform 4" id="4"/>
              <p:cNvSpPr/>
              <p:nvPr/>
            </p:nvSpPr>
            <p:spPr>
              <a:xfrm flipH="false" flipV="false" rot="0">
                <a:off x="0" y="0"/>
                <a:ext cx="4777465" cy="2374943"/>
              </a:xfrm>
              <a:custGeom>
                <a:avLst/>
                <a:gdLst/>
                <a:ahLst/>
                <a:cxnLst/>
                <a:rect r="r" b="b" t="t" l="l"/>
                <a:pathLst>
                  <a:path h="2374943" w="4777465">
                    <a:moveTo>
                      <a:pt x="22931" y="0"/>
                    </a:moveTo>
                    <a:lnTo>
                      <a:pt x="4754534" y="0"/>
                    </a:lnTo>
                    <a:cubicBezTo>
                      <a:pt x="4767199" y="0"/>
                      <a:pt x="4777465" y="10267"/>
                      <a:pt x="4777465" y="22931"/>
                    </a:cubicBezTo>
                    <a:lnTo>
                      <a:pt x="4777465" y="2352012"/>
                    </a:lnTo>
                    <a:cubicBezTo>
                      <a:pt x="4777465" y="2358094"/>
                      <a:pt x="4775049" y="2363926"/>
                      <a:pt x="4770749" y="2368227"/>
                    </a:cubicBezTo>
                    <a:cubicBezTo>
                      <a:pt x="4766449" y="2372527"/>
                      <a:pt x="4760616" y="2374943"/>
                      <a:pt x="4754534" y="2374943"/>
                    </a:cubicBezTo>
                    <a:lnTo>
                      <a:pt x="22931" y="2374943"/>
                    </a:lnTo>
                    <a:cubicBezTo>
                      <a:pt x="10267" y="2374943"/>
                      <a:pt x="0" y="2364677"/>
                      <a:pt x="0" y="2352012"/>
                    </a:cubicBezTo>
                    <a:lnTo>
                      <a:pt x="0" y="22931"/>
                    </a:lnTo>
                    <a:cubicBezTo>
                      <a:pt x="0" y="10267"/>
                      <a:pt x="10267" y="0"/>
                      <a:pt x="22931" y="0"/>
                    </a:cubicBezTo>
                    <a:close/>
                  </a:path>
                </a:pathLst>
              </a:custGeom>
              <a:solidFill>
                <a:srgbClr val="FFFFFF"/>
              </a:solidFill>
              <a:ln cap="rnd">
                <a:noFill/>
                <a:prstDash val="solid"/>
                <a:round/>
              </a:ln>
            </p:spPr>
          </p:sp>
          <p:sp>
            <p:nvSpPr>
              <p:cNvPr name="TextBox 5" id="5"/>
              <p:cNvSpPr txBox="true"/>
              <p:nvPr/>
            </p:nvSpPr>
            <p:spPr>
              <a:xfrm>
                <a:off x="0" y="-38100"/>
                <a:ext cx="4777465" cy="2413043"/>
              </a:xfrm>
              <a:prstGeom prst="rect">
                <a:avLst/>
              </a:prstGeom>
            </p:spPr>
            <p:txBody>
              <a:bodyPr anchor="ctr" rtlCol="false" tIns="48220" lIns="48220" bIns="48220" rIns="48220"/>
              <a:lstStyle/>
              <a:p>
                <a:pPr algn="ctr" marL="0" indent="0" lvl="0">
                  <a:lnSpc>
                    <a:spcPts val="1853"/>
                  </a:lnSpc>
                  <a:spcBef>
                    <a:spcPct val="0"/>
                  </a:spcBef>
                </a:pPr>
              </a:p>
              <a:p>
                <a:pPr algn="ctr" marL="0" indent="0" lvl="0">
                  <a:lnSpc>
                    <a:spcPts val="1853"/>
                  </a:lnSpc>
                  <a:spcBef>
                    <a:spcPct val="0"/>
                  </a:spcBef>
                </a:pPr>
              </a:p>
              <a:p>
                <a:pPr algn="ctr" marL="0" indent="0" lvl="0">
                  <a:lnSpc>
                    <a:spcPts val="1853"/>
                  </a:lnSpc>
                  <a:spcBef>
                    <a:spcPct val="0"/>
                  </a:spcBef>
                </a:pPr>
              </a:p>
            </p:txBody>
          </p:sp>
        </p:grpSp>
        <p:grpSp>
          <p:nvGrpSpPr>
            <p:cNvPr name="Group 6" id="6"/>
            <p:cNvGrpSpPr/>
            <p:nvPr/>
          </p:nvGrpSpPr>
          <p:grpSpPr>
            <a:xfrm rot="0">
              <a:off x="4517287" y="0"/>
              <a:ext cx="18440436" cy="3397582"/>
              <a:chOff x="0" y="0"/>
              <a:chExt cx="3837425" cy="707031"/>
            </a:xfrm>
          </p:grpSpPr>
          <p:sp>
            <p:nvSpPr>
              <p:cNvPr name="Freeform 7" id="7"/>
              <p:cNvSpPr/>
              <p:nvPr/>
            </p:nvSpPr>
            <p:spPr>
              <a:xfrm flipH="false" flipV="false" rot="0">
                <a:off x="0" y="0"/>
                <a:ext cx="3837425" cy="707031"/>
              </a:xfrm>
              <a:custGeom>
                <a:avLst/>
                <a:gdLst/>
                <a:ahLst/>
                <a:cxnLst/>
                <a:rect r="r" b="b" t="t" l="l"/>
                <a:pathLst>
                  <a:path h="707031" w="3837425">
                    <a:moveTo>
                      <a:pt x="28549" y="0"/>
                    </a:moveTo>
                    <a:lnTo>
                      <a:pt x="3808877" y="0"/>
                    </a:lnTo>
                    <a:cubicBezTo>
                      <a:pt x="3824644" y="0"/>
                      <a:pt x="3837425" y="12782"/>
                      <a:pt x="3837425" y="28549"/>
                    </a:cubicBezTo>
                    <a:lnTo>
                      <a:pt x="3837425" y="678483"/>
                    </a:lnTo>
                    <a:cubicBezTo>
                      <a:pt x="3837425" y="686054"/>
                      <a:pt x="3834418" y="693316"/>
                      <a:pt x="3829064" y="698670"/>
                    </a:cubicBezTo>
                    <a:cubicBezTo>
                      <a:pt x="3823710" y="704024"/>
                      <a:pt x="3816448" y="707031"/>
                      <a:pt x="3808877" y="707031"/>
                    </a:cubicBezTo>
                    <a:lnTo>
                      <a:pt x="28549" y="707031"/>
                    </a:lnTo>
                    <a:cubicBezTo>
                      <a:pt x="12782" y="707031"/>
                      <a:pt x="0" y="694250"/>
                      <a:pt x="0" y="678483"/>
                    </a:cubicBezTo>
                    <a:lnTo>
                      <a:pt x="0" y="28549"/>
                    </a:lnTo>
                    <a:cubicBezTo>
                      <a:pt x="0" y="20977"/>
                      <a:pt x="3008" y="13716"/>
                      <a:pt x="8362" y="8362"/>
                    </a:cubicBezTo>
                    <a:cubicBezTo>
                      <a:pt x="13716" y="3008"/>
                      <a:pt x="20977" y="0"/>
                      <a:pt x="28549" y="0"/>
                    </a:cubicBezTo>
                    <a:close/>
                  </a:path>
                </a:pathLst>
              </a:custGeom>
              <a:solidFill>
                <a:srgbClr val="FFFFFF"/>
              </a:solidFill>
              <a:ln cap="rnd">
                <a:noFill/>
                <a:prstDash val="solid"/>
                <a:round/>
              </a:ln>
            </p:spPr>
          </p:sp>
          <p:sp>
            <p:nvSpPr>
              <p:cNvPr name="TextBox 8" id="8"/>
              <p:cNvSpPr txBox="true"/>
              <p:nvPr/>
            </p:nvSpPr>
            <p:spPr>
              <a:xfrm>
                <a:off x="0" y="-38100"/>
                <a:ext cx="3837425" cy="745131"/>
              </a:xfrm>
              <a:prstGeom prst="rect">
                <a:avLst/>
              </a:prstGeom>
            </p:spPr>
            <p:txBody>
              <a:bodyPr anchor="ctr" rtlCol="false" tIns="48220" lIns="48220" bIns="48220" rIns="48220"/>
              <a:lstStyle/>
              <a:p>
                <a:pPr algn="ctr" marL="0" indent="0" lvl="0">
                  <a:lnSpc>
                    <a:spcPts val="1853"/>
                  </a:lnSpc>
                  <a:spcBef>
                    <a:spcPct val="0"/>
                  </a:spcBef>
                </a:pPr>
              </a:p>
              <a:p>
                <a:pPr algn="ctr" marL="0" indent="0" lvl="0">
                  <a:lnSpc>
                    <a:spcPts val="1853"/>
                  </a:lnSpc>
                  <a:spcBef>
                    <a:spcPct val="0"/>
                  </a:spcBef>
                </a:pPr>
              </a:p>
              <a:p>
                <a:pPr algn="ctr" marL="0" indent="0" lvl="0">
                  <a:lnSpc>
                    <a:spcPts val="1853"/>
                  </a:lnSpc>
                  <a:spcBef>
                    <a:spcPct val="0"/>
                  </a:spcBef>
                </a:pPr>
              </a:p>
            </p:txBody>
          </p:sp>
        </p:grpSp>
        <p:grpSp>
          <p:nvGrpSpPr>
            <p:cNvPr name="Group 9" id="9"/>
            <p:cNvGrpSpPr/>
            <p:nvPr/>
          </p:nvGrpSpPr>
          <p:grpSpPr>
            <a:xfrm rot="0">
              <a:off x="4081187" y="442770"/>
              <a:ext cx="2392010" cy="1865053"/>
              <a:chOff x="0" y="0"/>
              <a:chExt cx="497773" cy="388115"/>
            </a:xfrm>
          </p:grpSpPr>
          <p:sp>
            <p:nvSpPr>
              <p:cNvPr name="Freeform 10" id="10"/>
              <p:cNvSpPr/>
              <p:nvPr/>
            </p:nvSpPr>
            <p:spPr>
              <a:xfrm flipH="false" flipV="false" rot="0">
                <a:off x="0" y="0"/>
                <a:ext cx="497773" cy="388115"/>
              </a:xfrm>
              <a:custGeom>
                <a:avLst/>
                <a:gdLst/>
                <a:ahLst/>
                <a:cxnLst/>
                <a:rect r="r" b="b" t="t" l="l"/>
                <a:pathLst>
                  <a:path h="388115" w="497773">
                    <a:moveTo>
                      <a:pt x="0" y="0"/>
                    </a:moveTo>
                    <a:lnTo>
                      <a:pt x="497773" y="0"/>
                    </a:lnTo>
                    <a:lnTo>
                      <a:pt x="497773" y="388115"/>
                    </a:lnTo>
                    <a:lnTo>
                      <a:pt x="0" y="388115"/>
                    </a:lnTo>
                    <a:close/>
                  </a:path>
                </a:pathLst>
              </a:custGeom>
              <a:solidFill>
                <a:srgbClr val="FFFFFF"/>
              </a:solidFill>
              <a:ln cap="sq">
                <a:noFill/>
                <a:prstDash val="solid"/>
                <a:miter/>
              </a:ln>
            </p:spPr>
          </p:sp>
          <p:sp>
            <p:nvSpPr>
              <p:cNvPr name="TextBox 11" id="11"/>
              <p:cNvSpPr txBox="true"/>
              <p:nvPr/>
            </p:nvSpPr>
            <p:spPr>
              <a:xfrm>
                <a:off x="0" y="-38100"/>
                <a:ext cx="497773" cy="426215"/>
              </a:xfrm>
              <a:prstGeom prst="rect">
                <a:avLst/>
              </a:prstGeom>
            </p:spPr>
            <p:txBody>
              <a:bodyPr anchor="ctr" rtlCol="false" tIns="48220" lIns="48220" bIns="48220" rIns="48220"/>
              <a:lstStyle/>
              <a:p>
                <a:pPr algn="ctr" marL="0" indent="0" lvl="0">
                  <a:lnSpc>
                    <a:spcPts val="1853"/>
                  </a:lnSpc>
                  <a:spcBef>
                    <a:spcPct val="0"/>
                  </a:spcBef>
                </a:pPr>
              </a:p>
              <a:p>
                <a:pPr algn="ctr" marL="0" indent="0" lvl="0">
                  <a:lnSpc>
                    <a:spcPts val="1853"/>
                  </a:lnSpc>
                  <a:spcBef>
                    <a:spcPct val="0"/>
                  </a:spcBef>
                </a:pPr>
              </a:p>
              <a:p>
                <a:pPr algn="ctr" marL="0" indent="0" lvl="0">
                  <a:lnSpc>
                    <a:spcPts val="1853"/>
                  </a:lnSpc>
                  <a:spcBef>
                    <a:spcPct val="0"/>
                  </a:spcBef>
                </a:pPr>
              </a:p>
            </p:txBody>
          </p:sp>
        </p:grpSp>
      </p:grpSp>
      <p:grpSp>
        <p:nvGrpSpPr>
          <p:cNvPr name="Group 12" id="12"/>
          <p:cNvGrpSpPr/>
          <p:nvPr/>
        </p:nvGrpSpPr>
        <p:grpSpPr>
          <a:xfrm rot="0">
            <a:off x="2091821" y="-102735"/>
            <a:ext cx="1878623" cy="1295432"/>
            <a:chOff x="0" y="0"/>
            <a:chExt cx="521251" cy="359436"/>
          </a:xfrm>
        </p:grpSpPr>
        <p:sp>
          <p:nvSpPr>
            <p:cNvPr name="Freeform 13" id="13"/>
            <p:cNvSpPr/>
            <p:nvPr/>
          </p:nvSpPr>
          <p:spPr>
            <a:xfrm flipH="false" flipV="false" rot="0">
              <a:off x="0" y="0"/>
              <a:ext cx="521251" cy="359436"/>
            </a:xfrm>
            <a:custGeom>
              <a:avLst/>
              <a:gdLst/>
              <a:ahLst/>
              <a:cxnLst/>
              <a:rect r="r" b="b" t="t" l="l"/>
              <a:pathLst>
                <a:path h="359436" w="521251">
                  <a:moveTo>
                    <a:pt x="179718" y="0"/>
                  </a:moveTo>
                  <a:lnTo>
                    <a:pt x="341533" y="0"/>
                  </a:lnTo>
                  <a:cubicBezTo>
                    <a:pt x="440789" y="0"/>
                    <a:pt x="521251" y="80463"/>
                    <a:pt x="521251" y="179718"/>
                  </a:cubicBezTo>
                  <a:lnTo>
                    <a:pt x="521251" y="179718"/>
                  </a:lnTo>
                  <a:cubicBezTo>
                    <a:pt x="521251" y="227382"/>
                    <a:pt x="502317" y="273094"/>
                    <a:pt x="468613" y="306798"/>
                  </a:cubicBezTo>
                  <a:cubicBezTo>
                    <a:pt x="434909" y="340502"/>
                    <a:pt x="389197" y="359436"/>
                    <a:pt x="341533" y="359436"/>
                  </a:cubicBezTo>
                  <a:lnTo>
                    <a:pt x="179718" y="359436"/>
                  </a:lnTo>
                  <a:cubicBezTo>
                    <a:pt x="132054" y="359436"/>
                    <a:pt x="86342" y="340502"/>
                    <a:pt x="52638" y="306798"/>
                  </a:cubicBezTo>
                  <a:cubicBezTo>
                    <a:pt x="18935" y="273094"/>
                    <a:pt x="0" y="227382"/>
                    <a:pt x="0" y="179718"/>
                  </a:cubicBezTo>
                  <a:lnTo>
                    <a:pt x="0" y="179718"/>
                  </a:lnTo>
                  <a:cubicBezTo>
                    <a:pt x="0" y="132054"/>
                    <a:pt x="18935" y="86342"/>
                    <a:pt x="52638" y="52638"/>
                  </a:cubicBezTo>
                  <a:cubicBezTo>
                    <a:pt x="86342" y="18935"/>
                    <a:pt x="132054" y="0"/>
                    <a:pt x="179718" y="0"/>
                  </a:cubicBezTo>
                  <a:close/>
                </a:path>
              </a:pathLst>
            </a:custGeom>
            <a:solidFill>
              <a:srgbClr val="5170FF"/>
            </a:solidFill>
            <a:ln cap="rnd">
              <a:noFill/>
              <a:prstDash val="solid"/>
              <a:round/>
            </a:ln>
          </p:spPr>
        </p:sp>
        <p:sp>
          <p:nvSpPr>
            <p:cNvPr name="TextBox 14" id="14"/>
            <p:cNvSpPr txBox="true"/>
            <p:nvPr/>
          </p:nvSpPr>
          <p:spPr>
            <a:xfrm>
              <a:off x="0" y="-38100"/>
              <a:ext cx="521251" cy="397536"/>
            </a:xfrm>
            <a:prstGeom prst="rect">
              <a:avLst/>
            </a:prstGeom>
          </p:spPr>
          <p:txBody>
            <a:bodyPr anchor="ctr" rtlCol="false" tIns="48220" lIns="48220" bIns="48220" rIns="48220"/>
            <a:lstStyle/>
            <a:p>
              <a:pPr algn="ctr" marL="0" indent="0" lvl="0">
                <a:lnSpc>
                  <a:spcPts val="1853"/>
                </a:lnSpc>
                <a:spcBef>
                  <a:spcPct val="0"/>
                </a:spcBef>
              </a:pPr>
            </a:p>
            <a:p>
              <a:pPr algn="ctr" marL="0" indent="0" lvl="0">
                <a:lnSpc>
                  <a:spcPts val="1853"/>
                </a:lnSpc>
                <a:spcBef>
                  <a:spcPct val="0"/>
                </a:spcBef>
              </a:pPr>
            </a:p>
            <a:p>
              <a:pPr algn="ctr" marL="0" indent="0" lvl="0">
                <a:lnSpc>
                  <a:spcPts val="1853"/>
                </a:lnSpc>
                <a:spcBef>
                  <a:spcPct val="0"/>
                </a:spcBef>
              </a:pPr>
            </a:p>
          </p:txBody>
        </p:sp>
      </p:grpSp>
      <p:sp>
        <p:nvSpPr>
          <p:cNvPr name="Freeform 15" id="15"/>
          <p:cNvSpPr/>
          <p:nvPr/>
        </p:nvSpPr>
        <p:spPr>
          <a:xfrm flipH="false" flipV="false" rot="-5400000">
            <a:off x="16995628" y="862350"/>
            <a:ext cx="82863" cy="368281"/>
          </a:xfrm>
          <a:custGeom>
            <a:avLst/>
            <a:gdLst/>
            <a:ahLst/>
            <a:cxnLst/>
            <a:rect r="r" b="b" t="t" l="l"/>
            <a:pathLst>
              <a:path h="368281" w="82863">
                <a:moveTo>
                  <a:pt x="0" y="0"/>
                </a:moveTo>
                <a:lnTo>
                  <a:pt x="82863" y="0"/>
                </a:lnTo>
                <a:lnTo>
                  <a:pt x="82863" y="368281"/>
                </a:lnTo>
                <a:lnTo>
                  <a:pt x="0" y="368281"/>
                </a:lnTo>
                <a:lnTo>
                  <a:pt x="0" y="0"/>
                </a:lnTo>
                <a:close/>
              </a:path>
            </a:pathLst>
          </a:custGeom>
          <a:blipFill>
            <a:blip r:embed="rId3">
              <a:extLst>
                <a:ext uri="{96DAC541-7B7A-43D3-8B79-37D633B846F1}">
                  <asvg:svgBlip xmlns:asvg="http://schemas.microsoft.com/office/drawing/2016/SVG/main" r:embed="rId4"/>
                </a:ext>
              </a:extLst>
            </a:blip>
            <a:stretch>
              <a:fillRect l="0" t="0" r="0" b="0"/>
            </a:stretch>
          </a:blipFill>
          <a:ln cap="sq">
            <a:noFill/>
            <a:prstDash val="solid"/>
            <a:miter/>
          </a:ln>
        </p:spPr>
      </p:sp>
      <p:sp>
        <p:nvSpPr>
          <p:cNvPr name="Freeform 16" id="16"/>
          <p:cNvSpPr/>
          <p:nvPr/>
        </p:nvSpPr>
        <p:spPr>
          <a:xfrm flipH="false" flipV="false" rot="0">
            <a:off x="13540110" y="6593084"/>
            <a:ext cx="3312808" cy="2401786"/>
          </a:xfrm>
          <a:custGeom>
            <a:avLst/>
            <a:gdLst/>
            <a:ahLst/>
            <a:cxnLst/>
            <a:rect r="r" b="b" t="t" l="l"/>
            <a:pathLst>
              <a:path h="2401786" w="3312808">
                <a:moveTo>
                  <a:pt x="0" y="0"/>
                </a:moveTo>
                <a:lnTo>
                  <a:pt x="3312809" y="0"/>
                </a:lnTo>
                <a:lnTo>
                  <a:pt x="3312809" y="2401786"/>
                </a:lnTo>
                <a:lnTo>
                  <a:pt x="0" y="2401786"/>
                </a:lnTo>
                <a:lnTo>
                  <a:pt x="0" y="0"/>
                </a:lnTo>
                <a:close/>
              </a:path>
            </a:pathLst>
          </a:custGeom>
          <a:blipFill>
            <a:blip r:embed="rId5">
              <a:extLst>
                <a:ext uri="{96DAC541-7B7A-43D3-8B79-37D633B846F1}">
                  <asvg:svgBlip xmlns:asvg="http://schemas.microsoft.com/office/drawing/2016/SVG/main" r:embed="rId6"/>
                </a:ext>
              </a:extLst>
            </a:blip>
            <a:stretch>
              <a:fillRect l="0" t="0" r="0" b="0"/>
            </a:stretch>
          </a:blipFill>
        </p:spPr>
      </p:sp>
      <p:sp>
        <p:nvSpPr>
          <p:cNvPr name="TextBox 17" id="17"/>
          <p:cNvSpPr txBox="true"/>
          <p:nvPr/>
        </p:nvSpPr>
        <p:spPr>
          <a:xfrm rot="0">
            <a:off x="659283" y="679939"/>
            <a:ext cx="2865076" cy="325120"/>
          </a:xfrm>
          <a:prstGeom prst="rect">
            <a:avLst/>
          </a:prstGeom>
        </p:spPr>
        <p:txBody>
          <a:bodyPr anchor="t" rtlCol="false" tIns="0" lIns="0" bIns="0" rIns="0">
            <a:spAutoFit/>
          </a:bodyPr>
          <a:lstStyle/>
          <a:p>
            <a:pPr algn="ctr" marL="0" indent="0" lvl="0">
              <a:lnSpc>
                <a:spcPts val="2540"/>
              </a:lnSpc>
              <a:spcBef>
                <a:spcPct val="0"/>
              </a:spcBef>
            </a:pPr>
            <a:r>
              <a:rPr lang="en-US" b="true" sz="2000" spc="122" strike="noStrike" u="none">
                <a:solidFill>
                  <a:srgbClr val="FFFFFF"/>
                </a:solidFill>
                <a:latin typeface="프리젠테이션 Bold"/>
                <a:ea typeface="프리젠테이션 Bold"/>
                <a:cs typeface="프리젠테이션 Bold"/>
                <a:sym typeface="프리젠테이션 Bold"/>
              </a:rPr>
              <a:t>해달 바이브코딩 기초반</a:t>
            </a:r>
          </a:p>
        </p:txBody>
      </p:sp>
      <p:sp>
        <p:nvSpPr>
          <p:cNvPr name="TextBox 18" id="18"/>
          <p:cNvSpPr txBox="true"/>
          <p:nvPr/>
        </p:nvSpPr>
        <p:spPr>
          <a:xfrm rot="0">
            <a:off x="2377195" y="2557664"/>
            <a:ext cx="14882105" cy="1533894"/>
          </a:xfrm>
          <a:prstGeom prst="rect">
            <a:avLst/>
          </a:prstGeom>
        </p:spPr>
        <p:txBody>
          <a:bodyPr anchor="t" rtlCol="false" tIns="0" lIns="0" bIns="0" rIns="0">
            <a:spAutoFit/>
          </a:bodyPr>
          <a:lstStyle/>
          <a:p>
            <a:pPr algn="l" marL="0" indent="0" lvl="0">
              <a:lnSpc>
                <a:spcPts val="12193"/>
              </a:lnSpc>
              <a:spcBef>
                <a:spcPct val="0"/>
              </a:spcBef>
            </a:pPr>
            <a:r>
              <a:rPr lang="en-US" b="true" sz="9601" strike="noStrike" u="none">
                <a:solidFill>
                  <a:srgbClr val="000000"/>
                </a:solidFill>
                <a:latin typeface="프리젠테이션 Bold"/>
                <a:ea typeface="프리젠테이션 Bold"/>
                <a:cs typeface="프리젠테이션 Bold"/>
                <a:sym typeface="프리젠테이션 Bold"/>
              </a:rPr>
              <a:t>PART 03</a:t>
            </a:r>
          </a:p>
        </p:txBody>
      </p:sp>
      <p:sp>
        <p:nvSpPr>
          <p:cNvPr name="TextBox 19" id="19"/>
          <p:cNvSpPr txBox="true"/>
          <p:nvPr/>
        </p:nvSpPr>
        <p:spPr>
          <a:xfrm rot="0">
            <a:off x="2377195" y="3813005"/>
            <a:ext cx="12382500" cy="1533894"/>
          </a:xfrm>
          <a:prstGeom prst="rect">
            <a:avLst/>
          </a:prstGeom>
        </p:spPr>
        <p:txBody>
          <a:bodyPr anchor="t" rtlCol="false" tIns="0" lIns="0" bIns="0" rIns="0">
            <a:spAutoFit/>
          </a:bodyPr>
          <a:lstStyle/>
          <a:p>
            <a:pPr algn="l" marL="0" indent="0" lvl="0">
              <a:lnSpc>
                <a:spcPts val="12193"/>
              </a:lnSpc>
              <a:spcBef>
                <a:spcPct val="0"/>
              </a:spcBef>
            </a:pPr>
            <a:r>
              <a:rPr lang="en-US" b="true" sz="9601" strike="noStrike" u="none">
                <a:solidFill>
                  <a:srgbClr val="5170FF"/>
                </a:solidFill>
                <a:latin typeface="프리젠테이션 Bold"/>
                <a:ea typeface="프리젠테이션 Bold"/>
                <a:cs typeface="프리젠테이션 Bold"/>
                <a:sym typeface="프리젠테이션 Bold"/>
              </a:rPr>
              <a:t>하네스 · 루프</a:t>
            </a:r>
          </a:p>
        </p:txBody>
      </p:sp>
      <p:sp>
        <p:nvSpPr>
          <p:cNvPr name="TextBox 20" id="20"/>
          <p:cNvSpPr txBox="true"/>
          <p:nvPr/>
        </p:nvSpPr>
        <p:spPr>
          <a:xfrm rot="0">
            <a:off x="2461238" y="6029828"/>
            <a:ext cx="10520872" cy="341376"/>
          </a:xfrm>
          <a:prstGeom prst="rect">
            <a:avLst/>
          </a:prstGeom>
        </p:spPr>
        <p:txBody>
          <a:bodyPr anchor="t" rtlCol="false" tIns="0" lIns="0" bIns="0" rIns="0">
            <a:spAutoFit/>
          </a:bodyPr>
          <a:lstStyle/>
          <a:p>
            <a:pPr algn="l" marL="0" indent="0" lvl="0">
              <a:lnSpc>
                <a:spcPts val="2771"/>
              </a:lnSpc>
              <a:spcBef>
                <a:spcPct val="0"/>
              </a:spcBef>
            </a:pPr>
            <a:r>
              <a:rPr lang="en-US" b="true" sz="1799" spc="-17" strike="noStrike" u="none">
                <a:solidFill>
                  <a:srgbClr val="5170FF"/>
                </a:solidFill>
                <a:latin typeface="프리젠테이션 Bold"/>
                <a:ea typeface="프리젠테이션 Bold"/>
                <a:cs typeface="프리젠테이션 Bold"/>
                <a:sym typeface="프리젠테이션 Bold"/>
              </a:rPr>
              <a:t>⏱ 교육 시간 30분 · 20:20 ~ 20:50</a:t>
            </a:r>
          </a:p>
        </p:txBody>
      </p:sp>
      <p:sp>
        <p:nvSpPr>
          <p:cNvPr name="TextBox 21" id="21"/>
          <p:cNvSpPr txBox="true"/>
          <p:nvPr/>
        </p:nvSpPr>
        <p:spPr>
          <a:xfrm rot="0">
            <a:off x="2443870" y="5460741"/>
            <a:ext cx="10953750" cy="456184"/>
          </a:xfrm>
          <a:prstGeom prst="rect">
            <a:avLst/>
          </a:prstGeom>
        </p:spPr>
        <p:txBody>
          <a:bodyPr anchor="t" rtlCol="false" tIns="0" lIns="0" bIns="0" rIns="0">
            <a:spAutoFit/>
          </a:bodyPr>
          <a:lstStyle/>
          <a:p>
            <a:pPr algn="l" marL="0" indent="0" lvl="0">
              <a:lnSpc>
                <a:spcPts val="3667"/>
              </a:lnSpc>
              <a:spcBef>
                <a:spcPct val="0"/>
              </a:spcBef>
            </a:pPr>
            <a:r>
              <a:rPr lang="en-US" b="true" sz="2799" spc="-114" strike="noStrike" u="none">
                <a:solidFill>
                  <a:srgbClr val="000000">
                    <a:alpha val="93725"/>
                  </a:srgbClr>
                </a:solidFill>
                <a:latin typeface="프리젠테이션 Bold"/>
                <a:ea typeface="프리젠테이션 Bold"/>
                <a:cs typeface="프리젠테이션 Bold"/>
                <a:sym typeface="프리젠테이션 Bold"/>
              </a:rPr>
              <a:t>규칙으로 지키고(하네스), 스스로 반복하게(루프)</a:t>
            </a:r>
          </a:p>
        </p:txBody>
      </p:sp>
      <p:sp>
        <p:nvSpPr>
          <p:cNvPr name="AutoShape 22" id="22"/>
          <p:cNvSpPr/>
          <p:nvPr/>
        </p:nvSpPr>
        <p:spPr>
          <a:xfrm flipH="true" flipV="true">
            <a:off x="4613382" y="7266893"/>
            <a:ext cx="0" cy="212812"/>
          </a:xfrm>
          <a:prstGeom prst="line">
            <a:avLst/>
          </a:prstGeom>
          <a:ln cap="flat" w="9525">
            <a:solidFill>
              <a:srgbClr val="222222">
                <a:alpha val="22745"/>
              </a:srgbClr>
            </a:solidFill>
            <a:prstDash val="solid"/>
            <a:headEnd type="none" len="sm" w="sm"/>
            <a:tailEnd type="none" len="sm" w="sm"/>
          </a:ln>
        </p:spPr>
      </p:sp>
      <p:sp>
        <p:nvSpPr>
          <p:cNvPr name="TextBox 23" id="23"/>
          <p:cNvSpPr txBox="true"/>
          <p:nvPr/>
        </p:nvSpPr>
        <p:spPr>
          <a:xfrm rot="0">
            <a:off x="2443870" y="7187244"/>
            <a:ext cx="2074261" cy="334010"/>
          </a:xfrm>
          <a:prstGeom prst="rect">
            <a:avLst/>
          </a:prstGeom>
        </p:spPr>
        <p:txBody>
          <a:bodyPr anchor="t" rtlCol="false" tIns="0" lIns="0" bIns="0" rIns="0">
            <a:spAutoFit/>
          </a:bodyPr>
          <a:lstStyle/>
          <a:p>
            <a:pPr algn="l" marL="0" indent="0" lvl="1">
              <a:lnSpc>
                <a:spcPts val="2620"/>
              </a:lnSpc>
              <a:spcBef>
                <a:spcPct val="0"/>
              </a:spcBef>
            </a:pPr>
            <a:r>
              <a:rPr lang="en-US" b="true" sz="2000" spc="-80" strike="noStrike" u="none">
                <a:solidFill>
                  <a:srgbClr val="222222"/>
                </a:solidFill>
                <a:latin typeface="프리젠테이션 Bold"/>
                <a:ea typeface="프리젠테이션 Bold"/>
                <a:cs typeface="프리젠테이션 Bold"/>
                <a:sym typeface="프리젠테이션 Bold"/>
              </a:rPr>
              <a:t>해달 교육운영진 </a:t>
            </a:r>
            <a:r>
              <a:rPr lang="en-US" b="true" sz="2000" spc="-80" strike="noStrike" u="none">
                <a:solidFill>
                  <a:srgbClr val="5170FF"/>
                </a:solidFill>
                <a:latin typeface="프리젠테이션 Bold"/>
                <a:ea typeface="프리젠테이션 Bold"/>
                <a:cs typeface="프리젠테이션 Bold"/>
                <a:sym typeface="프리젠테이션 Bold"/>
              </a:rPr>
              <a:t>허진수</a:t>
            </a:r>
          </a:p>
        </p:txBody>
      </p:sp>
      <p:sp>
        <p:nvSpPr>
          <p:cNvPr name="TextBox 24" id="24"/>
          <p:cNvSpPr txBox="true"/>
          <p:nvPr/>
        </p:nvSpPr>
        <p:spPr>
          <a:xfrm rot="0">
            <a:off x="4873801" y="7278683"/>
            <a:ext cx="2358365" cy="246380"/>
          </a:xfrm>
          <a:prstGeom prst="rect">
            <a:avLst/>
          </a:prstGeom>
        </p:spPr>
        <p:txBody>
          <a:bodyPr anchor="t" rtlCol="false" tIns="0" lIns="0" bIns="0" rIns="0">
            <a:spAutoFit/>
          </a:bodyPr>
          <a:lstStyle/>
          <a:p>
            <a:pPr algn="just" marL="0" indent="0" lvl="0">
              <a:lnSpc>
                <a:spcPts val="1660"/>
              </a:lnSpc>
              <a:spcBef>
                <a:spcPct val="0"/>
              </a:spcBef>
            </a:pPr>
            <a:r>
              <a:rPr lang="en-US" b="true" sz="2000" spc="34" strike="noStrike" u="none">
                <a:solidFill>
                  <a:srgbClr val="000000"/>
                </a:solidFill>
                <a:latin typeface="프리젠테이션 Bold"/>
                <a:ea typeface="프리젠테이션 Bold"/>
                <a:cs typeface="프리젠테이션 Bold"/>
                <a:sym typeface="프리젠테이션 Bold"/>
              </a:rPr>
              <a:t>문의: 단톡방</a:t>
            </a:r>
          </a:p>
        </p:txBody>
      </p:sp>
      <p:sp>
        <p:nvSpPr>
          <p:cNvPr name="AutoShape 25" id="25"/>
          <p:cNvSpPr/>
          <p:nvPr/>
        </p:nvSpPr>
        <p:spPr>
          <a:xfrm>
            <a:off x="2461238" y="6934831"/>
            <a:ext cx="8718036" cy="0"/>
          </a:xfrm>
          <a:prstGeom prst="line">
            <a:avLst/>
          </a:prstGeom>
          <a:ln cap="flat" w="9525">
            <a:solidFill>
              <a:srgbClr val="222222">
                <a:alpha val="22745"/>
              </a:srgbClr>
            </a:solidFill>
            <a:prstDash val="solid"/>
            <a:headEnd type="none" len="sm" w="sm"/>
            <a:tailEnd type="none" len="sm" w="sm"/>
          </a:ln>
        </p:spPr>
      </p:sp>
    </p:spTree>
  </p:cSld>
  <p:clrMapOvr>
    <a:masterClrMapping/>
  </p:clrMapOvr>
</p:sld>
</file>

<file path=ppt/slides/slide31.xml><?xml version="1.0" encoding="utf-8"?>
<p:sld xmlns:p="http://schemas.openxmlformats.org/presentationml/2006/main" xmlns:a="http://schemas.openxmlformats.org/drawingml/2006/main" xmlns:r="http://schemas.openxmlformats.org/officeDocument/2006/relationships">
  <p:cSld>
    <p:bg>
      <p:bgPr>
        <a:solidFill>
          <a:srgbClr val="5170FF"/>
        </a:solidFill>
      </p:bgPr>
    </p:bg>
    <p:spTree>
      <p:nvGrpSpPr>
        <p:cNvPr id="1" name=""/>
        <p:cNvGrpSpPr/>
        <p:nvPr/>
      </p:nvGrpSpPr>
      <p:grpSpPr>
        <a:xfrm>
          <a:off x="0" y="0"/>
          <a:ext cx="0" cy="0"/>
          <a:chOff x="0" y="0"/>
          <a:chExt cx="0" cy="0"/>
        </a:xfrm>
      </p:grpSpPr>
      <p:grpSp>
        <p:nvGrpSpPr>
          <p:cNvPr name="Group 2" id="2"/>
          <p:cNvGrpSpPr/>
          <p:nvPr/>
        </p:nvGrpSpPr>
        <p:grpSpPr>
          <a:xfrm rot="0">
            <a:off x="534854" y="457200"/>
            <a:ext cx="17218292" cy="9294946"/>
            <a:chOff x="0" y="0"/>
            <a:chExt cx="22957723" cy="12393261"/>
          </a:xfrm>
        </p:grpSpPr>
        <p:grpSp>
          <p:nvGrpSpPr>
            <p:cNvPr name="Group 3" id="3"/>
            <p:cNvGrpSpPr/>
            <p:nvPr/>
          </p:nvGrpSpPr>
          <p:grpSpPr>
            <a:xfrm rot="0">
              <a:off x="0" y="1727243"/>
              <a:ext cx="22957723" cy="10666019"/>
              <a:chOff x="0" y="0"/>
              <a:chExt cx="4777465" cy="2219581"/>
            </a:xfrm>
          </p:grpSpPr>
          <p:sp>
            <p:nvSpPr>
              <p:cNvPr name="Freeform 4" id="4"/>
              <p:cNvSpPr/>
              <p:nvPr/>
            </p:nvSpPr>
            <p:spPr>
              <a:xfrm flipH="false" flipV="false" rot="0">
                <a:off x="0" y="0"/>
                <a:ext cx="4777465" cy="2219581"/>
              </a:xfrm>
              <a:custGeom>
                <a:avLst/>
                <a:gdLst/>
                <a:ahLst/>
                <a:cxnLst/>
                <a:rect r="r" b="b" t="t" l="l"/>
                <a:pathLst>
                  <a:path h="2219581" w="4777465">
                    <a:moveTo>
                      <a:pt x="22931" y="0"/>
                    </a:moveTo>
                    <a:lnTo>
                      <a:pt x="4754534" y="0"/>
                    </a:lnTo>
                    <a:cubicBezTo>
                      <a:pt x="4767199" y="0"/>
                      <a:pt x="4777465" y="10267"/>
                      <a:pt x="4777465" y="22931"/>
                    </a:cubicBezTo>
                    <a:lnTo>
                      <a:pt x="4777465" y="2196650"/>
                    </a:lnTo>
                    <a:cubicBezTo>
                      <a:pt x="4777465" y="2202732"/>
                      <a:pt x="4775049" y="2208564"/>
                      <a:pt x="4770749" y="2212865"/>
                    </a:cubicBezTo>
                    <a:cubicBezTo>
                      <a:pt x="4766449" y="2217165"/>
                      <a:pt x="4760616" y="2219581"/>
                      <a:pt x="4754534" y="2219581"/>
                    </a:cubicBezTo>
                    <a:lnTo>
                      <a:pt x="22931" y="2219581"/>
                    </a:lnTo>
                    <a:cubicBezTo>
                      <a:pt x="10267" y="2219581"/>
                      <a:pt x="0" y="2209315"/>
                      <a:pt x="0" y="2196650"/>
                    </a:cubicBezTo>
                    <a:lnTo>
                      <a:pt x="0" y="22931"/>
                    </a:lnTo>
                    <a:cubicBezTo>
                      <a:pt x="0" y="10267"/>
                      <a:pt x="10267" y="0"/>
                      <a:pt x="22931" y="0"/>
                    </a:cubicBezTo>
                    <a:close/>
                  </a:path>
                </a:pathLst>
              </a:custGeom>
              <a:solidFill>
                <a:srgbClr val="FFFFFF"/>
              </a:solidFill>
              <a:ln cap="rnd">
                <a:noFill/>
                <a:prstDash val="solid"/>
                <a:round/>
              </a:ln>
            </p:spPr>
          </p:sp>
          <p:sp>
            <p:nvSpPr>
              <p:cNvPr name="TextBox 5" id="5"/>
              <p:cNvSpPr txBox="true"/>
              <p:nvPr/>
            </p:nvSpPr>
            <p:spPr>
              <a:xfrm>
                <a:off x="0" y="-38100"/>
                <a:ext cx="4777465" cy="2257681"/>
              </a:xfrm>
              <a:prstGeom prst="rect">
                <a:avLst/>
              </a:prstGeom>
            </p:spPr>
            <p:txBody>
              <a:bodyPr anchor="ctr" rtlCol="false" tIns="48220" lIns="48220" bIns="48220" rIns="48220"/>
              <a:lstStyle/>
              <a:p>
                <a:pPr algn="ctr" marL="0" indent="0" lvl="0">
                  <a:lnSpc>
                    <a:spcPts val="1853"/>
                  </a:lnSpc>
                  <a:spcBef>
                    <a:spcPct val="0"/>
                  </a:spcBef>
                </a:pPr>
              </a:p>
              <a:p>
                <a:pPr algn="ctr" marL="0" indent="0" lvl="0">
                  <a:lnSpc>
                    <a:spcPts val="1853"/>
                  </a:lnSpc>
                  <a:spcBef>
                    <a:spcPct val="0"/>
                  </a:spcBef>
                </a:pPr>
              </a:p>
              <a:p>
                <a:pPr algn="ctr" marL="0" indent="0" lvl="0">
                  <a:lnSpc>
                    <a:spcPts val="1853"/>
                  </a:lnSpc>
                  <a:spcBef>
                    <a:spcPct val="0"/>
                  </a:spcBef>
                </a:pPr>
              </a:p>
            </p:txBody>
          </p:sp>
        </p:grpSp>
        <p:grpSp>
          <p:nvGrpSpPr>
            <p:cNvPr name="Group 6" id="6"/>
            <p:cNvGrpSpPr/>
            <p:nvPr/>
          </p:nvGrpSpPr>
          <p:grpSpPr>
            <a:xfrm rot="0">
              <a:off x="18499830" y="891712"/>
              <a:ext cx="4457893" cy="3397582"/>
              <a:chOff x="0" y="0"/>
              <a:chExt cx="927680" cy="707031"/>
            </a:xfrm>
          </p:grpSpPr>
          <p:sp>
            <p:nvSpPr>
              <p:cNvPr name="Freeform 7" id="7"/>
              <p:cNvSpPr/>
              <p:nvPr/>
            </p:nvSpPr>
            <p:spPr>
              <a:xfrm flipH="false" flipV="false" rot="0">
                <a:off x="0" y="0"/>
                <a:ext cx="927680" cy="707031"/>
              </a:xfrm>
              <a:custGeom>
                <a:avLst/>
                <a:gdLst/>
                <a:ahLst/>
                <a:cxnLst/>
                <a:rect r="r" b="b" t="t" l="l"/>
                <a:pathLst>
                  <a:path h="707031" w="927680">
                    <a:moveTo>
                      <a:pt x="118094" y="0"/>
                    </a:moveTo>
                    <a:lnTo>
                      <a:pt x="809586" y="0"/>
                    </a:lnTo>
                    <a:cubicBezTo>
                      <a:pt x="874808" y="0"/>
                      <a:pt x="927680" y="52872"/>
                      <a:pt x="927680" y="118094"/>
                    </a:cubicBezTo>
                    <a:lnTo>
                      <a:pt x="927680" y="588937"/>
                    </a:lnTo>
                    <a:cubicBezTo>
                      <a:pt x="927680" y="654159"/>
                      <a:pt x="874808" y="707031"/>
                      <a:pt x="809586" y="707031"/>
                    </a:cubicBezTo>
                    <a:lnTo>
                      <a:pt x="118094" y="707031"/>
                    </a:lnTo>
                    <a:cubicBezTo>
                      <a:pt x="52872" y="707031"/>
                      <a:pt x="0" y="654159"/>
                      <a:pt x="0" y="588937"/>
                    </a:cubicBezTo>
                    <a:lnTo>
                      <a:pt x="0" y="118094"/>
                    </a:lnTo>
                    <a:cubicBezTo>
                      <a:pt x="0" y="52872"/>
                      <a:pt x="52872" y="0"/>
                      <a:pt x="118094" y="0"/>
                    </a:cubicBezTo>
                    <a:close/>
                  </a:path>
                </a:pathLst>
              </a:custGeom>
              <a:solidFill>
                <a:srgbClr val="FFFFFF"/>
              </a:solidFill>
              <a:ln cap="rnd">
                <a:noFill/>
                <a:prstDash val="solid"/>
                <a:round/>
              </a:ln>
            </p:spPr>
          </p:sp>
          <p:sp>
            <p:nvSpPr>
              <p:cNvPr name="TextBox 8" id="8"/>
              <p:cNvSpPr txBox="true"/>
              <p:nvPr/>
            </p:nvSpPr>
            <p:spPr>
              <a:xfrm>
                <a:off x="0" y="-38100"/>
                <a:ext cx="927680" cy="745131"/>
              </a:xfrm>
              <a:prstGeom prst="rect">
                <a:avLst/>
              </a:prstGeom>
            </p:spPr>
            <p:txBody>
              <a:bodyPr anchor="ctr" rtlCol="false" tIns="48220" lIns="48220" bIns="48220" rIns="48220"/>
              <a:lstStyle/>
              <a:p>
                <a:pPr algn="ctr" marL="0" indent="0" lvl="0">
                  <a:lnSpc>
                    <a:spcPts val="1853"/>
                  </a:lnSpc>
                  <a:spcBef>
                    <a:spcPct val="0"/>
                  </a:spcBef>
                </a:pPr>
              </a:p>
              <a:p>
                <a:pPr algn="ctr" marL="0" indent="0" lvl="0">
                  <a:lnSpc>
                    <a:spcPts val="1853"/>
                  </a:lnSpc>
                  <a:spcBef>
                    <a:spcPct val="0"/>
                  </a:spcBef>
                </a:pPr>
              </a:p>
              <a:p>
                <a:pPr algn="ctr" marL="0" indent="0" lvl="0">
                  <a:lnSpc>
                    <a:spcPts val="1853"/>
                  </a:lnSpc>
                  <a:spcBef>
                    <a:spcPct val="0"/>
                  </a:spcBef>
                </a:pPr>
              </a:p>
            </p:txBody>
          </p:sp>
        </p:grpSp>
        <p:grpSp>
          <p:nvGrpSpPr>
            <p:cNvPr name="Group 9" id="9"/>
            <p:cNvGrpSpPr/>
            <p:nvPr/>
          </p:nvGrpSpPr>
          <p:grpSpPr>
            <a:xfrm rot="0">
              <a:off x="18064463" y="1334482"/>
              <a:ext cx="2392010" cy="1865053"/>
              <a:chOff x="0" y="0"/>
              <a:chExt cx="497773" cy="388115"/>
            </a:xfrm>
          </p:grpSpPr>
          <p:sp>
            <p:nvSpPr>
              <p:cNvPr name="Freeform 10" id="10"/>
              <p:cNvSpPr/>
              <p:nvPr/>
            </p:nvSpPr>
            <p:spPr>
              <a:xfrm flipH="false" flipV="false" rot="0">
                <a:off x="0" y="0"/>
                <a:ext cx="497773" cy="388115"/>
              </a:xfrm>
              <a:custGeom>
                <a:avLst/>
                <a:gdLst/>
                <a:ahLst/>
                <a:cxnLst/>
                <a:rect r="r" b="b" t="t" l="l"/>
                <a:pathLst>
                  <a:path h="388115" w="497773">
                    <a:moveTo>
                      <a:pt x="0" y="0"/>
                    </a:moveTo>
                    <a:lnTo>
                      <a:pt x="497773" y="0"/>
                    </a:lnTo>
                    <a:lnTo>
                      <a:pt x="497773" y="388115"/>
                    </a:lnTo>
                    <a:lnTo>
                      <a:pt x="0" y="388115"/>
                    </a:lnTo>
                    <a:close/>
                  </a:path>
                </a:pathLst>
              </a:custGeom>
              <a:solidFill>
                <a:srgbClr val="FFFFFF"/>
              </a:solidFill>
              <a:ln cap="sq">
                <a:noFill/>
                <a:prstDash val="solid"/>
                <a:miter/>
              </a:ln>
            </p:spPr>
          </p:sp>
          <p:sp>
            <p:nvSpPr>
              <p:cNvPr name="TextBox 11" id="11"/>
              <p:cNvSpPr txBox="true"/>
              <p:nvPr/>
            </p:nvSpPr>
            <p:spPr>
              <a:xfrm>
                <a:off x="0" y="-38100"/>
                <a:ext cx="497773" cy="426215"/>
              </a:xfrm>
              <a:prstGeom prst="rect">
                <a:avLst/>
              </a:prstGeom>
            </p:spPr>
            <p:txBody>
              <a:bodyPr anchor="ctr" rtlCol="false" tIns="48220" lIns="48220" bIns="48220" rIns="48220"/>
              <a:lstStyle/>
              <a:p>
                <a:pPr algn="ctr" marL="0" indent="0" lvl="0">
                  <a:lnSpc>
                    <a:spcPts val="1853"/>
                  </a:lnSpc>
                  <a:spcBef>
                    <a:spcPct val="0"/>
                  </a:spcBef>
                </a:pPr>
              </a:p>
              <a:p>
                <a:pPr algn="ctr" marL="0" indent="0" lvl="0">
                  <a:lnSpc>
                    <a:spcPts val="1853"/>
                  </a:lnSpc>
                  <a:spcBef>
                    <a:spcPct val="0"/>
                  </a:spcBef>
                </a:pPr>
              </a:p>
              <a:p>
                <a:pPr algn="ctr" marL="0" indent="0" lvl="0">
                  <a:lnSpc>
                    <a:spcPts val="1853"/>
                  </a:lnSpc>
                  <a:spcBef>
                    <a:spcPct val="0"/>
                  </a:spcBef>
                </a:pPr>
              </a:p>
            </p:txBody>
          </p:sp>
        </p:grpSp>
        <p:grpSp>
          <p:nvGrpSpPr>
            <p:cNvPr name="Group 12" id="12"/>
            <p:cNvGrpSpPr/>
            <p:nvPr/>
          </p:nvGrpSpPr>
          <p:grpSpPr>
            <a:xfrm rot="0">
              <a:off x="16059231" y="0"/>
              <a:ext cx="2504831" cy="1727243"/>
              <a:chOff x="0" y="0"/>
              <a:chExt cx="521251" cy="359436"/>
            </a:xfrm>
          </p:grpSpPr>
          <p:sp>
            <p:nvSpPr>
              <p:cNvPr name="Freeform 13" id="13"/>
              <p:cNvSpPr/>
              <p:nvPr/>
            </p:nvSpPr>
            <p:spPr>
              <a:xfrm flipH="false" flipV="false" rot="0">
                <a:off x="0" y="0"/>
                <a:ext cx="521251" cy="359436"/>
              </a:xfrm>
              <a:custGeom>
                <a:avLst/>
                <a:gdLst/>
                <a:ahLst/>
                <a:cxnLst/>
                <a:rect r="r" b="b" t="t" l="l"/>
                <a:pathLst>
                  <a:path h="359436" w="521251">
                    <a:moveTo>
                      <a:pt x="179718" y="0"/>
                    </a:moveTo>
                    <a:lnTo>
                      <a:pt x="341533" y="0"/>
                    </a:lnTo>
                    <a:cubicBezTo>
                      <a:pt x="440789" y="0"/>
                      <a:pt x="521251" y="80463"/>
                      <a:pt x="521251" y="179718"/>
                    </a:cubicBezTo>
                    <a:lnTo>
                      <a:pt x="521251" y="179718"/>
                    </a:lnTo>
                    <a:cubicBezTo>
                      <a:pt x="521251" y="227382"/>
                      <a:pt x="502317" y="273094"/>
                      <a:pt x="468613" y="306798"/>
                    </a:cubicBezTo>
                    <a:cubicBezTo>
                      <a:pt x="434909" y="340502"/>
                      <a:pt x="389197" y="359436"/>
                      <a:pt x="341533" y="359436"/>
                    </a:cubicBezTo>
                    <a:lnTo>
                      <a:pt x="179718" y="359436"/>
                    </a:lnTo>
                    <a:cubicBezTo>
                      <a:pt x="132054" y="359436"/>
                      <a:pt x="86342" y="340502"/>
                      <a:pt x="52638" y="306798"/>
                    </a:cubicBezTo>
                    <a:cubicBezTo>
                      <a:pt x="18935" y="273094"/>
                      <a:pt x="0" y="227382"/>
                      <a:pt x="0" y="179718"/>
                    </a:cubicBezTo>
                    <a:lnTo>
                      <a:pt x="0" y="179718"/>
                    </a:lnTo>
                    <a:cubicBezTo>
                      <a:pt x="0" y="132054"/>
                      <a:pt x="18935" y="86342"/>
                      <a:pt x="52638" y="52638"/>
                    </a:cubicBezTo>
                    <a:cubicBezTo>
                      <a:pt x="86342" y="18935"/>
                      <a:pt x="132054" y="0"/>
                      <a:pt x="179718" y="0"/>
                    </a:cubicBezTo>
                    <a:close/>
                  </a:path>
                </a:pathLst>
              </a:custGeom>
              <a:solidFill>
                <a:srgbClr val="5170FF"/>
              </a:solidFill>
              <a:ln cap="rnd">
                <a:noFill/>
                <a:prstDash val="solid"/>
                <a:round/>
              </a:ln>
            </p:spPr>
          </p:sp>
          <p:sp>
            <p:nvSpPr>
              <p:cNvPr name="TextBox 14" id="14"/>
              <p:cNvSpPr txBox="true"/>
              <p:nvPr/>
            </p:nvSpPr>
            <p:spPr>
              <a:xfrm>
                <a:off x="0" y="-38100"/>
                <a:ext cx="521251" cy="397536"/>
              </a:xfrm>
              <a:prstGeom prst="rect">
                <a:avLst/>
              </a:prstGeom>
            </p:spPr>
            <p:txBody>
              <a:bodyPr anchor="ctr" rtlCol="false" tIns="48220" lIns="48220" bIns="48220" rIns="48220"/>
              <a:lstStyle/>
              <a:p>
                <a:pPr algn="ctr" marL="0" indent="0" lvl="0">
                  <a:lnSpc>
                    <a:spcPts val="1853"/>
                  </a:lnSpc>
                  <a:spcBef>
                    <a:spcPct val="0"/>
                  </a:spcBef>
                </a:pPr>
              </a:p>
              <a:p>
                <a:pPr algn="ctr" marL="0" indent="0" lvl="0">
                  <a:lnSpc>
                    <a:spcPts val="1853"/>
                  </a:lnSpc>
                  <a:spcBef>
                    <a:spcPct val="0"/>
                  </a:spcBef>
                </a:pPr>
              </a:p>
              <a:p>
                <a:pPr algn="ctr" marL="0" indent="0" lvl="0">
                  <a:lnSpc>
                    <a:spcPts val="1853"/>
                  </a:lnSpc>
                  <a:spcBef>
                    <a:spcPct val="0"/>
                  </a:spcBef>
                </a:pPr>
              </a:p>
            </p:txBody>
          </p:sp>
        </p:grpSp>
      </p:grpSp>
      <p:sp>
        <p:nvSpPr>
          <p:cNvPr name="Freeform 15" id="15"/>
          <p:cNvSpPr/>
          <p:nvPr/>
        </p:nvSpPr>
        <p:spPr>
          <a:xfrm flipH="false" flipV="false" rot="0">
            <a:off x="820604" y="843344"/>
            <a:ext cx="334731" cy="334731"/>
          </a:xfrm>
          <a:custGeom>
            <a:avLst/>
            <a:gdLst/>
            <a:ahLst/>
            <a:cxnLst/>
            <a:rect r="r" b="b" t="t" l="l"/>
            <a:pathLst>
              <a:path h="334731" w="334731">
                <a:moveTo>
                  <a:pt x="0" y="0"/>
                </a:moveTo>
                <a:lnTo>
                  <a:pt x="334731" y="0"/>
                </a:lnTo>
                <a:lnTo>
                  <a:pt x="334731" y="334731"/>
                </a:lnTo>
                <a:lnTo>
                  <a:pt x="0" y="334731"/>
                </a:lnTo>
                <a:lnTo>
                  <a:pt x="0" y="0"/>
                </a:lnTo>
                <a:close/>
              </a:path>
            </a:pathLst>
          </a:custGeom>
          <a:blipFill>
            <a:blip r:embed="rId3">
              <a:extLst>
                <a:ext uri="{96DAC541-7B7A-43D3-8B79-37D633B846F1}">
                  <asvg:svgBlip xmlns:asvg="http://schemas.microsoft.com/office/drawing/2016/SVG/main" r:embed="rId4"/>
                </a:ext>
              </a:extLst>
            </a:blip>
            <a:stretch>
              <a:fillRect l="0" t="0" r="0" b="0"/>
            </a:stretch>
          </a:blipFill>
        </p:spPr>
      </p:sp>
      <p:grpSp>
        <p:nvGrpSpPr>
          <p:cNvPr name="Group 16" id="16"/>
          <p:cNvGrpSpPr/>
          <p:nvPr/>
        </p:nvGrpSpPr>
        <p:grpSpPr>
          <a:xfrm rot="0">
            <a:off x="1717296" y="2898323"/>
            <a:ext cx="8207164" cy="5701057"/>
            <a:chOff x="0" y="0"/>
            <a:chExt cx="1170096" cy="812800"/>
          </a:xfrm>
        </p:grpSpPr>
        <p:sp>
          <p:nvSpPr>
            <p:cNvPr name="Freeform 17" id="17" descr="야생마와 마구를 찬 말을 비교하는 일러스트"/>
            <p:cNvSpPr/>
            <p:nvPr/>
          </p:nvSpPr>
          <p:spPr>
            <a:xfrm flipH="false" flipV="false" rot="0">
              <a:off x="0" y="0"/>
              <a:ext cx="1170096" cy="812800"/>
            </a:xfrm>
            <a:custGeom>
              <a:avLst/>
              <a:gdLst/>
              <a:ahLst/>
              <a:cxnLst/>
              <a:rect r="r" b="b" t="t" l="l"/>
              <a:pathLst>
                <a:path h="812800" w="1170096">
                  <a:moveTo>
                    <a:pt x="14150" y="0"/>
                  </a:moveTo>
                  <a:lnTo>
                    <a:pt x="1155946" y="0"/>
                  </a:lnTo>
                  <a:cubicBezTo>
                    <a:pt x="1163761" y="0"/>
                    <a:pt x="1170096" y="6335"/>
                    <a:pt x="1170096" y="14150"/>
                  </a:cubicBezTo>
                  <a:lnTo>
                    <a:pt x="1170096" y="798650"/>
                  </a:lnTo>
                  <a:cubicBezTo>
                    <a:pt x="1170096" y="806465"/>
                    <a:pt x="1163761" y="812800"/>
                    <a:pt x="1155946" y="812800"/>
                  </a:cubicBezTo>
                  <a:lnTo>
                    <a:pt x="14150" y="812800"/>
                  </a:lnTo>
                  <a:cubicBezTo>
                    <a:pt x="6335" y="812800"/>
                    <a:pt x="0" y="806465"/>
                    <a:pt x="0" y="798650"/>
                  </a:cubicBezTo>
                  <a:lnTo>
                    <a:pt x="0" y="14150"/>
                  </a:lnTo>
                  <a:cubicBezTo>
                    <a:pt x="0" y="6335"/>
                    <a:pt x="6335" y="0"/>
                    <a:pt x="14150" y="0"/>
                  </a:cubicBezTo>
                  <a:close/>
                </a:path>
              </a:pathLst>
            </a:custGeom>
            <a:blipFill>
              <a:blip r:embed="rId5"/>
              <a:stretch>
                <a:fillRect l="-2130" t="0" r="-2130" b="0"/>
              </a:stretch>
            </a:blipFill>
            <a:ln cap="sq">
              <a:noFill/>
              <a:prstDash val="solid"/>
              <a:miter/>
            </a:ln>
          </p:spPr>
        </p:sp>
      </p:grpSp>
      <p:grpSp>
        <p:nvGrpSpPr>
          <p:cNvPr name="Group 18" id="18"/>
          <p:cNvGrpSpPr/>
          <p:nvPr/>
        </p:nvGrpSpPr>
        <p:grpSpPr>
          <a:xfrm rot="0">
            <a:off x="10472784" y="6346709"/>
            <a:ext cx="5384961" cy="2252671"/>
            <a:chOff x="0" y="0"/>
            <a:chExt cx="7179948" cy="3003561"/>
          </a:xfrm>
        </p:grpSpPr>
        <p:grpSp>
          <p:nvGrpSpPr>
            <p:cNvPr name="Group 19" id="19"/>
            <p:cNvGrpSpPr/>
            <p:nvPr/>
          </p:nvGrpSpPr>
          <p:grpSpPr>
            <a:xfrm rot="0">
              <a:off x="0" y="0"/>
              <a:ext cx="7179948" cy="3003561"/>
              <a:chOff x="0" y="0"/>
              <a:chExt cx="1418261" cy="593296"/>
            </a:xfrm>
          </p:grpSpPr>
          <p:sp>
            <p:nvSpPr>
              <p:cNvPr name="Freeform 20" id="20"/>
              <p:cNvSpPr/>
              <p:nvPr/>
            </p:nvSpPr>
            <p:spPr>
              <a:xfrm flipH="false" flipV="false" rot="0">
                <a:off x="0" y="0"/>
                <a:ext cx="1418261" cy="593296"/>
              </a:xfrm>
              <a:custGeom>
                <a:avLst/>
                <a:gdLst/>
                <a:ahLst/>
                <a:cxnLst/>
                <a:rect r="r" b="b" t="t" l="l"/>
                <a:pathLst>
                  <a:path h="593296" w="1418261">
                    <a:moveTo>
                      <a:pt x="21565" y="0"/>
                    </a:moveTo>
                    <a:lnTo>
                      <a:pt x="1396696" y="0"/>
                    </a:lnTo>
                    <a:cubicBezTo>
                      <a:pt x="1408606" y="0"/>
                      <a:pt x="1418261" y="9655"/>
                      <a:pt x="1418261" y="21565"/>
                    </a:cubicBezTo>
                    <a:lnTo>
                      <a:pt x="1418261" y="571731"/>
                    </a:lnTo>
                    <a:cubicBezTo>
                      <a:pt x="1418261" y="577450"/>
                      <a:pt x="1415989" y="582935"/>
                      <a:pt x="1411945" y="586980"/>
                    </a:cubicBezTo>
                    <a:cubicBezTo>
                      <a:pt x="1407901" y="591024"/>
                      <a:pt x="1402415" y="593296"/>
                      <a:pt x="1396696" y="593296"/>
                    </a:cubicBezTo>
                    <a:lnTo>
                      <a:pt x="21565" y="593296"/>
                    </a:lnTo>
                    <a:cubicBezTo>
                      <a:pt x="9655" y="593296"/>
                      <a:pt x="0" y="583641"/>
                      <a:pt x="0" y="571731"/>
                    </a:cubicBezTo>
                    <a:lnTo>
                      <a:pt x="0" y="21565"/>
                    </a:lnTo>
                    <a:cubicBezTo>
                      <a:pt x="0" y="9655"/>
                      <a:pt x="9655" y="0"/>
                      <a:pt x="21565" y="0"/>
                    </a:cubicBezTo>
                    <a:close/>
                  </a:path>
                </a:pathLst>
              </a:custGeom>
              <a:solidFill>
                <a:srgbClr val="EAEAEA"/>
              </a:solidFill>
              <a:ln cap="sq">
                <a:noFill/>
                <a:prstDash val="solid"/>
                <a:miter/>
              </a:ln>
            </p:spPr>
          </p:sp>
          <p:sp>
            <p:nvSpPr>
              <p:cNvPr name="TextBox 21" id="21"/>
              <p:cNvSpPr txBox="true"/>
              <p:nvPr/>
            </p:nvSpPr>
            <p:spPr>
              <a:xfrm>
                <a:off x="0" y="19050"/>
                <a:ext cx="1418261" cy="574246"/>
              </a:xfrm>
              <a:prstGeom prst="rect">
                <a:avLst/>
              </a:prstGeom>
            </p:spPr>
            <p:txBody>
              <a:bodyPr anchor="ctr" rtlCol="false" tIns="50800" lIns="50800" bIns="50800" rIns="50800"/>
              <a:lstStyle/>
              <a:p>
                <a:pPr algn="ctr">
                  <a:lnSpc>
                    <a:spcPts val="2743"/>
                  </a:lnSpc>
                </a:pPr>
              </a:p>
            </p:txBody>
          </p:sp>
        </p:grpSp>
        <p:sp>
          <p:nvSpPr>
            <p:cNvPr name="Freeform 22" id="22"/>
            <p:cNvSpPr/>
            <p:nvPr/>
          </p:nvSpPr>
          <p:spPr>
            <a:xfrm flipH="false" flipV="false" rot="0">
              <a:off x="741639" y="709385"/>
              <a:ext cx="189653" cy="144610"/>
            </a:xfrm>
            <a:custGeom>
              <a:avLst/>
              <a:gdLst/>
              <a:ahLst/>
              <a:cxnLst/>
              <a:rect r="r" b="b" t="t" l="l"/>
              <a:pathLst>
                <a:path h="144610" w="189653">
                  <a:moveTo>
                    <a:pt x="0" y="0"/>
                  </a:moveTo>
                  <a:lnTo>
                    <a:pt x="189653" y="0"/>
                  </a:lnTo>
                  <a:lnTo>
                    <a:pt x="189653" y="144610"/>
                  </a:lnTo>
                  <a:lnTo>
                    <a:pt x="0" y="144610"/>
                  </a:lnTo>
                  <a:lnTo>
                    <a:pt x="0" y="0"/>
                  </a:lnTo>
                  <a:close/>
                </a:path>
              </a:pathLst>
            </a:custGeom>
            <a:blipFill>
              <a:blip r:embed="rId6">
                <a:extLst>
                  <a:ext uri="{96DAC541-7B7A-43D3-8B79-37D633B846F1}">
                    <asvg:svgBlip xmlns:asvg="http://schemas.microsoft.com/office/drawing/2016/SVG/main" r:embed="rId7"/>
                  </a:ext>
                </a:extLst>
              </a:blip>
              <a:stretch>
                <a:fillRect l="0" t="0" r="0" b="0"/>
              </a:stretch>
            </a:blipFill>
          </p:spPr>
        </p:sp>
        <p:sp>
          <p:nvSpPr>
            <p:cNvPr name="TextBox 23" id="23"/>
            <p:cNvSpPr txBox="true"/>
            <p:nvPr/>
          </p:nvSpPr>
          <p:spPr>
            <a:xfrm rot="0">
              <a:off x="1045128" y="502290"/>
              <a:ext cx="6134820" cy="482600"/>
            </a:xfrm>
            <a:prstGeom prst="rect">
              <a:avLst/>
            </a:prstGeom>
          </p:spPr>
          <p:txBody>
            <a:bodyPr anchor="t" rtlCol="false" tIns="0" lIns="0" bIns="0" rIns="0">
              <a:spAutoFit/>
            </a:bodyPr>
            <a:lstStyle/>
            <a:p>
              <a:pPr algn="l" marL="0" indent="0" lvl="0">
                <a:lnSpc>
                  <a:spcPts val="3000"/>
                </a:lnSpc>
                <a:spcBef>
                  <a:spcPct val="0"/>
                </a:spcBef>
              </a:pPr>
              <a:r>
                <a:rPr lang="en-US" b="true" sz="2000" spc="-40" strike="noStrike" u="none">
                  <a:solidFill>
                    <a:srgbClr val="333333">
                      <a:alpha val="89804"/>
                    </a:srgbClr>
                  </a:solidFill>
                  <a:latin typeface="프리젠테이션 Bold"/>
                  <a:ea typeface="프리젠테이션 Bold"/>
                  <a:cs typeface="프리젠테이션 Bold"/>
                  <a:sym typeface="프리젠테이션 Bold"/>
                </a:rPr>
                <a:t>규칙 파일 (AGENTS.md)</a:t>
              </a:r>
            </a:p>
          </p:txBody>
        </p:sp>
        <p:sp>
          <p:nvSpPr>
            <p:cNvPr name="Freeform 24" id="24"/>
            <p:cNvSpPr/>
            <p:nvPr/>
          </p:nvSpPr>
          <p:spPr>
            <a:xfrm flipH="false" flipV="false" rot="0">
              <a:off x="741639" y="1418045"/>
              <a:ext cx="189653" cy="144610"/>
            </a:xfrm>
            <a:custGeom>
              <a:avLst/>
              <a:gdLst/>
              <a:ahLst/>
              <a:cxnLst/>
              <a:rect r="r" b="b" t="t" l="l"/>
              <a:pathLst>
                <a:path h="144610" w="189653">
                  <a:moveTo>
                    <a:pt x="0" y="0"/>
                  </a:moveTo>
                  <a:lnTo>
                    <a:pt x="189653" y="0"/>
                  </a:lnTo>
                  <a:lnTo>
                    <a:pt x="189653" y="144611"/>
                  </a:lnTo>
                  <a:lnTo>
                    <a:pt x="0" y="144611"/>
                  </a:lnTo>
                  <a:lnTo>
                    <a:pt x="0" y="0"/>
                  </a:lnTo>
                  <a:close/>
                </a:path>
              </a:pathLst>
            </a:custGeom>
            <a:blipFill>
              <a:blip r:embed="rId6">
                <a:extLst>
                  <a:ext uri="{96DAC541-7B7A-43D3-8B79-37D633B846F1}">
                    <asvg:svgBlip xmlns:asvg="http://schemas.microsoft.com/office/drawing/2016/SVG/main" r:embed="rId7"/>
                  </a:ext>
                </a:extLst>
              </a:blip>
              <a:stretch>
                <a:fillRect l="0" t="0" r="0" b="0"/>
              </a:stretch>
            </a:blipFill>
          </p:spPr>
        </p:sp>
        <p:sp>
          <p:nvSpPr>
            <p:cNvPr name="TextBox 25" id="25"/>
            <p:cNvSpPr txBox="true"/>
            <p:nvPr/>
          </p:nvSpPr>
          <p:spPr>
            <a:xfrm rot="0">
              <a:off x="1045128" y="1210950"/>
              <a:ext cx="6134820" cy="482600"/>
            </a:xfrm>
            <a:prstGeom prst="rect">
              <a:avLst/>
            </a:prstGeom>
          </p:spPr>
          <p:txBody>
            <a:bodyPr anchor="t" rtlCol="false" tIns="0" lIns="0" bIns="0" rIns="0">
              <a:spAutoFit/>
            </a:bodyPr>
            <a:lstStyle/>
            <a:p>
              <a:pPr algn="l" marL="0" indent="0" lvl="0">
                <a:lnSpc>
                  <a:spcPts val="3000"/>
                </a:lnSpc>
                <a:spcBef>
                  <a:spcPct val="0"/>
                </a:spcBef>
              </a:pPr>
              <a:r>
                <a:rPr lang="en-US" b="true" sz="2000" spc="-40" strike="noStrike" u="none">
                  <a:solidFill>
                    <a:srgbClr val="333333">
                      <a:alpha val="89804"/>
                    </a:srgbClr>
                  </a:solidFill>
                  <a:latin typeface="프리젠테이션 Bold"/>
                  <a:ea typeface="프리젠테이션 Bold"/>
                  <a:cs typeface="프리젠테이션 Bold"/>
                  <a:sym typeface="프리젠테이션 Bold"/>
                </a:rPr>
                <a:t>자동 검사 (테스트·로그)</a:t>
              </a:r>
            </a:p>
          </p:txBody>
        </p:sp>
        <p:sp>
          <p:nvSpPr>
            <p:cNvPr name="Freeform 26" id="26"/>
            <p:cNvSpPr/>
            <p:nvPr/>
          </p:nvSpPr>
          <p:spPr>
            <a:xfrm flipH="false" flipV="false" rot="0">
              <a:off x="741639" y="2126706"/>
              <a:ext cx="189653" cy="144610"/>
            </a:xfrm>
            <a:custGeom>
              <a:avLst/>
              <a:gdLst/>
              <a:ahLst/>
              <a:cxnLst/>
              <a:rect r="r" b="b" t="t" l="l"/>
              <a:pathLst>
                <a:path h="144610" w="189653">
                  <a:moveTo>
                    <a:pt x="0" y="0"/>
                  </a:moveTo>
                  <a:lnTo>
                    <a:pt x="189653" y="0"/>
                  </a:lnTo>
                  <a:lnTo>
                    <a:pt x="189653" y="144610"/>
                  </a:lnTo>
                  <a:lnTo>
                    <a:pt x="0" y="144610"/>
                  </a:lnTo>
                  <a:lnTo>
                    <a:pt x="0" y="0"/>
                  </a:lnTo>
                  <a:close/>
                </a:path>
              </a:pathLst>
            </a:custGeom>
            <a:blipFill>
              <a:blip r:embed="rId6">
                <a:extLst>
                  <a:ext uri="{96DAC541-7B7A-43D3-8B79-37D633B846F1}">
                    <asvg:svgBlip xmlns:asvg="http://schemas.microsoft.com/office/drawing/2016/SVG/main" r:embed="rId7"/>
                  </a:ext>
                </a:extLst>
              </a:blip>
              <a:stretch>
                <a:fillRect l="0" t="0" r="0" b="0"/>
              </a:stretch>
            </a:blipFill>
          </p:spPr>
        </p:sp>
        <p:sp>
          <p:nvSpPr>
            <p:cNvPr name="TextBox 27" id="27"/>
            <p:cNvSpPr txBox="true"/>
            <p:nvPr/>
          </p:nvSpPr>
          <p:spPr>
            <a:xfrm rot="0">
              <a:off x="1045128" y="1919611"/>
              <a:ext cx="6134820" cy="482600"/>
            </a:xfrm>
            <a:prstGeom prst="rect">
              <a:avLst/>
            </a:prstGeom>
          </p:spPr>
          <p:txBody>
            <a:bodyPr anchor="t" rtlCol="false" tIns="0" lIns="0" bIns="0" rIns="0">
              <a:spAutoFit/>
            </a:bodyPr>
            <a:lstStyle/>
            <a:p>
              <a:pPr algn="l" marL="0" indent="0" lvl="0">
                <a:lnSpc>
                  <a:spcPts val="3000"/>
                </a:lnSpc>
                <a:spcBef>
                  <a:spcPct val="0"/>
                </a:spcBef>
              </a:pPr>
              <a:r>
                <a:rPr lang="en-US" b="true" sz="2000" spc="-40" strike="noStrike" u="none">
                  <a:solidFill>
                    <a:srgbClr val="333333">
                      <a:alpha val="89804"/>
                    </a:srgbClr>
                  </a:solidFill>
                  <a:latin typeface="프리젠테이션 Bold"/>
                  <a:ea typeface="프리젠테이션 Bold"/>
                  <a:cs typeface="프리젠테이션 Bold"/>
                  <a:sym typeface="프리젠테이션 Bold"/>
                </a:rPr>
                <a:t>어기면 막는 장치 (훅)</a:t>
              </a:r>
            </a:p>
          </p:txBody>
        </p:sp>
      </p:grpSp>
      <p:grpSp>
        <p:nvGrpSpPr>
          <p:cNvPr name="Group 28" id="28"/>
          <p:cNvGrpSpPr/>
          <p:nvPr/>
        </p:nvGrpSpPr>
        <p:grpSpPr>
          <a:xfrm rot="0">
            <a:off x="10472784" y="2884234"/>
            <a:ext cx="3903318" cy="547878"/>
            <a:chOff x="0" y="0"/>
            <a:chExt cx="5204424" cy="730504"/>
          </a:xfrm>
        </p:grpSpPr>
        <p:sp>
          <p:nvSpPr>
            <p:cNvPr name="Freeform 29" id="29"/>
            <p:cNvSpPr/>
            <p:nvPr/>
          </p:nvSpPr>
          <p:spPr>
            <a:xfrm flipH="false" flipV="false" rot="0">
              <a:off x="0" y="192339"/>
              <a:ext cx="355986" cy="355986"/>
            </a:xfrm>
            <a:custGeom>
              <a:avLst/>
              <a:gdLst/>
              <a:ahLst/>
              <a:cxnLst/>
              <a:rect r="r" b="b" t="t" l="l"/>
              <a:pathLst>
                <a:path h="355986" w="355986">
                  <a:moveTo>
                    <a:pt x="0" y="0"/>
                  </a:moveTo>
                  <a:lnTo>
                    <a:pt x="355986" y="0"/>
                  </a:lnTo>
                  <a:lnTo>
                    <a:pt x="355986" y="355986"/>
                  </a:lnTo>
                  <a:lnTo>
                    <a:pt x="0" y="355986"/>
                  </a:lnTo>
                  <a:lnTo>
                    <a:pt x="0" y="0"/>
                  </a:lnTo>
                  <a:close/>
                </a:path>
              </a:pathLst>
            </a:custGeom>
            <a:blipFill>
              <a:blip r:embed="rId8">
                <a:extLst>
                  <a:ext uri="{96DAC541-7B7A-43D3-8B79-37D633B846F1}">
                    <asvg:svgBlip xmlns:asvg="http://schemas.microsoft.com/office/drawing/2016/SVG/main" r:embed="rId9"/>
                  </a:ext>
                </a:extLst>
              </a:blip>
              <a:stretch>
                <a:fillRect l="0" t="0" r="0" b="0"/>
              </a:stretch>
            </a:blipFill>
          </p:spPr>
        </p:sp>
        <p:sp>
          <p:nvSpPr>
            <p:cNvPr name="TextBox 30" id="30"/>
            <p:cNvSpPr txBox="true"/>
            <p:nvPr/>
          </p:nvSpPr>
          <p:spPr>
            <a:xfrm rot="0">
              <a:off x="500339" y="76200"/>
              <a:ext cx="4704085" cy="654304"/>
            </a:xfrm>
            <a:prstGeom prst="rect">
              <a:avLst/>
            </a:prstGeom>
          </p:spPr>
          <p:txBody>
            <a:bodyPr anchor="t" rtlCol="false" tIns="0" lIns="0" bIns="0" rIns="0">
              <a:spAutoFit/>
            </a:bodyPr>
            <a:lstStyle/>
            <a:p>
              <a:pPr algn="l" marL="0" indent="0" lvl="0">
                <a:lnSpc>
                  <a:spcPts val="3456"/>
                </a:lnSpc>
                <a:spcBef>
                  <a:spcPct val="0"/>
                </a:spcBef>
              </a:pPr>
              <a:r>
                <a:rPr lang="en-US" b="true" sz="3600" spc="-72" strike="noStrike" u="none">
                  <a:solidFill>
                    <a:srgbClr val="333333"/>
                  </a:solidFill>
                  <a:latin typeface="프리젠테이션 Bold"/>
                  <a:ea typeface="프리젠테이션 Bold"/>
                  <a:cs typeface="프리젠테이션 Bold"/>
                  <a:sym typeface="프리젠테이션 Bold"/>
                </a:rPr>
                <a:t>AI의 안전장치</a:t>
              </a:r>
            </a:p>
          </p:txBody>
        </p:sp>
      </p:grpSp>
      <p:sp>
        <p:nvSpPr>
          <p:cNvPr name="TextBox 31" id="31"/>
          <p:cNvSpPr txBox="true"/>
          <p:nvPr/>
        </p:nvSpPr>
        <p:spPr>
          <a:xfrm rot="0">
            <a:off x="1355167" y="696396"/>
            <a:ext cx="12295240" cy="685800"/>
          </a:xfrm>
          <a:prstGeom prst="rect">
            <a:avLst/>
          </a:prstGeom>
        </p:spPr>
        <p:txBody>
          <a:bodyPr anchor="t" rtlCol="false" tIns="0" lIns="0" bIns="0" rIns="0">
            <a:spAutoFit/>
          </a:bodyPr>
          <a:lstStyle/>
          <a:p>
            <a:pPr algn="l" marL="0" indent="0" lvl="0">
              <a:lnSpc>
                <a:spcPts val="5100"/>
              </a:lnSpc>
              <a:spcBef>
                <a:spcPct val="0"/>
              </a:spcBef>
            </a:pPr>
            <a:r>
              <a:rPr lang="en-US" b="true" sz="5000" spc="-100" strike="noStrike" u="none">
                <a:solidFill>
                  <a:srgbClr val="FFFFFF"/>
                </a:solidFill>
                <a:latin typeface="프리젠테이션 Bold"/>
                <a:ea typeface="프리젠테이션 Bold"/>
                <a:cs typeface="프리젠테이션 Bold"/>
                <a:sym typeface="프리젠테이션 Bold"/>
              </a:rPr>
              <a:t>하네스(Harness)란?</a:t>
            </a:r>
          </a:p>
        </p:txBody>
      </p:sp>
      <p:sp>
        <p:nvSpPr>
          <p:cNvPr name="TextBox 32" id="32"/>
          <p:cNvSpPr txBox="true"/>
          <p:nvPr/>
        </p:nvSpPr>
        <p:spPr>
          <a:xfrm rot="0">
            <a:off x="10472784" y="3604117"/>
            <a:ext cx="7086813" cy="1365885"/>
          </a:xfrm>
          <a:prstGeom prst="rect">
            <a:avLst/>
          </a:prstGeom>
        </p:spPr>
        <p:txBody>
          <a:bodyPr anchor="t" rtlCol="false" tIns="0" lIns="0" bIns="0" rIns="0">
            <a:spAutoFit/>
          </a:bodyPr>
          <a:lstStyle/>
          <a:p>
            <a:pPr algn="l" marL="518160" indent="-259080" lvl="1">
              <a:lnSpc>
                <a:spcPts val="3600"/>
              </a:lnSpc>
              <a:buFont typeface="Arial"/>
              <a:buChar char="•"/>
            </a:pPr>
            <a:r>
              <a:rPr lang="en-US" b="true" sz="2400" spc="-48" strike="noStrike" u="none">
                <a:solidFill>
                  <a:srgbClr val="000000">
                    <a:alpha val="69804"/>
                  </a:srgbClr>
                </a:solidFill>
                <a:latin typeface="프리젠테이션 Bold"/>
                <a:ea typeface="프리젠테이션 Bold"/>
                <a:cs typeface="프리젠테이션 Bold"/>
                <a:sym typeface="프리젠테이션 Bold"/>
              </a:rPr>
              <a:t>하네스 = 말에 채우는 마구(고삐·안장)</a:t>
            </a:r>
          </a:p>
          <a:p>
            <a:pPr algn="l" marL="518160" indent="-259080" lvl="1">
              <a:lnSpc>
                <a:spcPts val="3600"/>
              </a:lnSpc>
              <a:buFont typeface="Arial"/>
              <a:buChar char="•"/>
            </a:pPr>
            <a:r>
              <a:rPr lang="en-US" b="true" sz="2400" spc="-48" strike="noStrike" u="none">
                <a:solidFill>
                  <a:srgbClr val="000000">
                    <a:alpha val="69804"/>
                  </a:srgbClr>
                </a:solidFill>
                <a:latin typeface="프리젠테이션 Bold"/>
                <a:ea typeface="프리젠테이션 Bold"/>
                <a:cs typeface="프리젠테이션 Bold"/>
                <a:sym typeface="프리젠테이션 Bold"/>
              </a:rPr>
              <a:t>AI가 정해진 길로만 달리게 하는 장치</a:t>
            </a:r>
          </a:p>
          <a:p>
            <a:pPr algn="l" marL="518160" indent="-259080" lvl="1">
              <a:lnSpc>
                <a:spcPts val="3600"/>
              </a:lnSpc>
              <a:buFont typeface="Arial"/>
              <a:buChar char="•"/>
            </a:pPr>
            <a:r>
              <a:rPr lang="en-US" b="true" sz="2400" spc="-48" strike="noStrike" u="none">
                <a:solidFill>
                  <a:srgbClr val="000000">
                    <a:alpha val="69804"/>
                  </a:srgbClr>
                </a:solidFill>
                <a:latin typeface="프리젠테이션 Bold"/>
                <a:ea typeface="프리젠테이션 Bold"/>
                <a:cs typeface="프리젠테이션 Bold"/>
                <a:sym typeface="프리젠테이션 Bold"/>
              </a:rPr>
              <a:t>말로 부탁 ❌ → 규칙·시스템으로 ✅</a:t>
            </a:r>
          </a:p>
        </p:txBody>
      </p:sp>
      <p:sp>
        <p:nvSpPr>
          <p:cNvPr name="TextBox 33" id="33"/>
          <p:cNvSpPr txBox="true"/>
          <p:nvPr/>
        </p:nvSpPr>
        <p:spPr>
          <a:xfrm rot="0">
            <a:off x="14694520" y="1353621"/>
            <a:ext cx="2865076" cy="325120"/>
          </a:xfrm>
          <a:prstGeom prst="rect">
            <a:avLst/>
          </a:prstGeom>
        </p:spPr>
        <p:txBody>
          <a:bodyPr anchor="t" rtlCol="false" tIns="0" lIns="0" bIns="0" rIns="0">
            <a:spAutoFit/>
          </a:bodyPr>
          <a:lstStyle/>
          <a:p>
            <a:pPr algn="ctr" marL="0" indent="0" lvl="0">
              <a:lnSpc>
                <a:spcPts val="2540"/>
              </a:lnSpc>
              <a:spcBef>
                <a:spcPct val="0"/>
              </a:spcBef>
            </a:pPr>
            <a:r>
              <a:rPr lang="en-US" b="true" sz="2000" spc="122" strike="noStrike" u="none">
                <a:solidFill>
                  <a:srgbClr val="5170FF"/>
                </a:solidFill>
                <a:latin typeface="프리젠테이션 Bold"/>
                <a:ea typeface="프리젠테이션 Bold"/>
                <a:cs typeface="프리젠테이션 Bold"/>
                <a:sym typeface="프리젠테이션 Bold"/>
              </a:rPr>
              <a:t>해달 바이브코딩 기초반</a:t>
            </a:r>
          </a:p>
        </p:txBody>
      </p:sp>
      <p:sp>
        <p:nvSpPr>
          <p:cNvPr name="TextBox 34" id="34"/>
          <p:cNvSpPr txBox="true"/>
          <p:nvPr/>
        </p:nvSpPr>
        <p:spPr>
          <a:xfrm rot="0">
            <a:off x="8382000" y="8899525"/>
            <a:ext cx="1524000" cy="358775"/>
          </a:xfrm>
          <a:prstGeom prst="rect">
            <a:avLst/>
          </a:prstGeom>
        </p:spPr>
        <p:txBody>
          <a:bodyPr anchor="t" rtlCol="false" tIns="0" lIns="0" bIns="0" rIns="0">
            <a:spAutoFit/>
          </a:bodyPr>
          <a:lstStyle/>
          <a:p>
            <a:pPr algn="ctr" marL="0" indent="0" lvl="0">
              <a:lnSpc>
                <a:spcPts val="2800"/>
              </a:lnSpc>
              <a:spcBef>
                <a:spcPct val="0"/>
              </a:spcBef>
            </a:pPr>
            <a:r>
              <a:rPr lang="en-US" b="true" sz="2000" strike="noStrike" u="none">
                <a:solidFill>
                  <a:srgbClr val="4165C1"/>
                </a:solidFill>
                <a:latin typeface="프리젠테이션 Bold"/>
                <a:ea typeface="프리젠테이션 Bold"/>
                <a:cs typeface="프리젠테이션 Bold"/>
                <a:sym typeface="프리젠테이션 Bold"/>
              </a:rPr>
              <a:t>- 31 -</a:t>
            </a:r>
          </a:p>
        </p:txBody>
      </p:sp>
    </p:spTree>
  </p:cSld>
  <p:clrMapOvr>
    <a:masterClrMapping/>
  </p:clrMapOvr>
</p:sld>
</file>

<file path=ppt/slides/slide32.xml><?xml version="1.0" encoding="utf-8"?>
<p:sld xmlns:p="http://schemas.openxmlformats.org/presentationml/2006/main" xmlns:a="http://schemas.openxmlformats.org/drawingml/2006/main" xmlns:r="http://schemas.openxmlformats.org/officeDocument/2006/relationships">
  <p:cSld>
    <p:bg>
      <p:bgPr>
        <a:solidFill>
          <a:srgbClr val="5170FF"/>
        </a:solidFill>
      </p:bgPr>
    </p:bg>
    <p:spTree>
      <p:nvGrpSpPr>
        <p:cNvPr id="1" name=""/>
        <p:cNvGrpSpPr/>
        <p:nvPr/>
      </p:nvGrpSpPr>
      <p:grpSpPr>
        <a:xfrm>
          <a:off x="0" y="0"/>
          <a:ext cx="0" cy="0"/>
          <a:chOff x="0" y="0"/>
          <a:chExt cx="0" cy="0"/>
        </a:xfrm>
      </p:grpSpPr>
      <p:grpSp>
        <p:nvGrpSpPr>
          <p:cNvPr name="Group 2" id="2"/>
          <p:cNvGrpSpPr/>
          <p:nvPr/>
        </p:nvGrpSpPr>
        <p:grpSpPr>
          <a:xfrm rot="0">
            <a:off x="534854" y="457200"/>
            <a:ext cx="17218292" cy="9294946"/>
            <a:chOff x="0" y="0"/>
            <a:chExt cx="22957723" cy="12393261"/>
          </a:xfrm>
        </p:grpSpPr>
        <p:grpSp>
          <p:nvGrpSpPr>
            <p:cNvPr name="Group 3" id="3"/>
            <p:cNvGrpSpPr/>
            <p:nvPr/>
          </p:nvGrpSpPr>
          <p:grpSpPr>
            <a:xfrm rot="0">
              <a:off x="0" y="1727243"/>
              <a:ext cx="22957723" cy="10666019"/>
              <a:chOff x="0" y="0"/>
              <a:chExt cx="4777465" cy="2219581"/>
            </a:xfrm>
          </p:grpSpPr>
          <p:sp>
            <p:nvSpPr>
              <p:cNvPr name="Freeform 4" id="4"/>
              <p:cNvSpPr/>
              <p:nvPr/>
            </p:nvSpPr>
            <p:spPr>
              <a:xfrm flipH="false" flipV="false" rot="0">
                <a:off x="0" y="0"/>
                <a:ext cx="4777465" cy="2219581"/>
              </a:xfrm>
              <a:custGeom>
                <a:avLst/>
                <a:gdLst/>
                <a:ahLst/>
                <a:cxnLst/>
                <a:rect r="r" b="b" t="t" l="l"/>
                <a:pathLst>
                  <a:path h="2219581" w="4777465">
                    <a:moveTo>
                      <a:pt x="22931" y="0"/>
                    </a:moveTo>
                    <a:lnTo>
                      <a:pt x="4754534" y="0"/>
                    </a:lnTo>
                    <a:cubicBezTo>
                      <a:pt x="4767199" y="0"/>
                      <a:pt x="4777465" y="10267"/>
                      <a:pt x="4777465" y="22931"/>
                    </a:cubicBezTo>
                    <a:lnTo>
                      <a:pt x="4777465" y="2196650"/>
                    </a:lnTo>
                    <a:cubicBezTo>
                      <a:pt x="4777465" y="2202732"/>
                      <a:pt x="4775049" y="2208564"/>
                      <a:pt x="4770749" y="2212865"/>
                    </a:cubicBezTo>
                    <a:cubicBezTo>
                      <a:pt x="4766449" y="2217165"/>
                      <a:pt x="4760616" y="2219581"/>
                      <a:pt x="4754534" y="2219581"/>
                    </a:cubicBezTo>
                    <a:lnTo>
                      <a:pt x="22931" y="2219581"/>
                    </a:lnTo>
                    <a:cubicBezTo>
                      <a:pt x="10267" y="2219581"/>
                      <a:pt x="0" y="2209315"/>
                      <a:pt x="0" y="2196650"/>
                    </a:cubicBezTo>
                    <a:lnTo>
                      <a:pt x="0" y="22931"/>
                    </a:lnTo>
                    <a:cubicBezTo>
                      <a:pt x="0" y="10267"/>
                      <a:pt x="10267" y="0"/>
                      <a:pt x="22931" y="0"/>
                    </a:cubicBezTo>
                    <a:close/>
                  </a:path>
                </a:pathLst>
              </a:custGeom>
              <a:solidFill>
                <a:srgbClr val="FFFFFF"/>
              </a:solidFill>
              <a:ln cap="rnd">
                <a:noFill/>
                <a:prstDash val="solid"/>
                <a:round/>
              </a:ln>
            </p:spPr>
          </p:sp>
          <p:sp>
            <p:nvSpPr>
              <p:cNvPr name="TextBox 5" id="5"/>
              <p:cNvSpPr txBox="true"/>
              <p:nvPr/>
            </p:nvSpPr>
            <p:spPr>
              <a:xfrm>
                <a:off x="0" y="-38100"/>
                <a:ext cx="4777465" cy="2257681"/>
              </a:xfrm>
              <a:prstGeom prst="rect">
                <a:avLst/>
              </a:prstGeom>
            </p:spPr>
            <p:txBody>
              <a:bodyPr anchor="ctr" rtlCol="false" tIns="48220" lIns="48220" bIns="48220" rIns="48220"/>
              <a:lstStyle/>
              <a:p>
                <a:pPr algn="ctr" marL="0" indent="0" lvl="0">
                  <a:lnSpc>
                    <a:spcPts val="1853"/>
                  </a:lnSpc>
                  <a:spcBef>
                    <a:spcPct val="0"/>
                  </a:spcBef>
                </a:pPr>
              </a:p>
              <a:p>
                <a:pPr algn="ctr" marL="0" indent="0" lvl="0">
                  <a:lnSpc>
                    <a:spcPts val="1853"/>
                  </a:lnSpc>
                  <a:spcBef>
                    <a:spcPct val="0"/>
                  </a:spcBef>
                </a:pPr>
              </a:p>
              <a:p>
                <a:pPr algn="ctr" marL="0" indent="0" lvl="0">
                  <a:lnSpc>
                    <a:spcPts val="1853"/>
                  </a:lnSpc>
                  <a:spcBef>
                    <a:spcPct val="0"/>
                  </a:spcBef>
                </a:pPr>
              </a:p>
            </p:txBody>
          </p:sp>
        </p:grpSp>
        <p:grpSp>
          <p:nvGrpSpPr>
            <p:cNvPr name="Group 6" id="6"/>
            <p:cNvGrpSpPr/>
            <p:nvPr/>
          </p:nvGrpSpPr>
          <p:grpSpPr>
            <a:xfrm rot="0">
              <a:off x="18499830" y="891712"/>
              <a:ext cx="4457893" cy="3397582"/>
              <a:chOff x="0" y="0"/>
              <a:chExt cx="927680" cy="707031"/>
            </a:xfrm>
          </p:grpSpPr>
          <p:sp>
            <p:nvSpPr>
              <p:cNvPr name="Freeform 7" id="7"/>
              <p:cNvSpPr/>
              <p:nvPr/>
            </p:nvSpPr>
            <p:spPr>
              <a:xfrm flipH="false" flipV="false" rot="0">
                <a:off x="0" y="0"/>
                <a:ext cx="927680" cy="707031"/>
              </a:xfrm>
              <a:custGeom>
                <a:avLst/>
                <a:gdLst/>
                <a:ahLst/>
                <a:cxnLst/>
                <a:rect r="r" b="b" t="t" l="l"/>
                <a:pathLst>
                  <a:path h="707031" w="927680">
                    <a:moveTo>
                      <a:pt x="118094" y="0"/>
                    </a:moveTo>
                    <a:lnTo>
                      <a:pt x="809586" y="0"/>
                    </a:lnTo>
                    <a:cubicBezTo>
                      <a:pt x="874808" y="0"/>
                      <a:pt x="927680" y="52872"/>
                      <a:pt x="927680" y="118094"/>
                    </a:cubicBezTo>
                    <a:lnTo>
                      <a:pt x="927680" y="588937"/>
                    </a:lnTo>
                    <a:cubicBezTo>
                      <a:pt x="927680" y="654159"/>
                      <a:pt x="874808" y="707031"/>
                      <a:pt x="809586" y="707031"/>
                    </a:cubicBezTo>
                    <a:lnTo>
                      <a:pt x="118094" y="707031"/>
                    </a:lnTo>
                    <a:cubicBezTo>
                      <a:pt x="52872" y="707031"/>
                      <a:pt x="0" y="654159"/>
                      <a:pt x="0" y="588937"/>
                    </a:cubicBezTo>
                    <a:lnTo>
                      <a:pt x="0" y="118094"/>
                    </a:lnTo>
                    <a:cubicBezTo>
                      <a:pt x="0" y="52872"/>
                      <a:pt x="52872" y="0"/>
                      <a:pt x="118094" y="0"/>
                    </a:cubicBezTo>
                    <a:close/>
                  </a:path>
                </a:pathLst>
              </a:custGeom>
              <a:solidFill>
                <a:srgbClr val="FFFFFF"/>
              </a:solidFill>
              <a:ln cap="rnd">
                <a:noFill/>
                <a:prstDash val="solid"/>
                <a:round/>
              </a:ln>
            </p:spPr>
          </p:sp>
          <p:sp>
            <p:nvSpPr>
              <p:cNvPr name="TextBox 8" id="8"/>
              <p:cNvSpPr txBox="true"/>
              <p:nvPr/>
            </p:nvSpPr>
            <p:spPr>
              <a:xfrm>
                <a:off x="0" y="-38100"/>
                <a:ext cx="927680" cy="745131"/>
              </a:xfrm>
              <a:prstGeom prst="rect">
                <a:avLst/>
              </a:prstGeom>
            </p:spPr>
            <p:txBody>
              <a:bodyPr anchor="ctr" rtlCol="false" tIns="48220" lIns="48220" bIns="48220" rIns="48220"/>
              <a:lstStyle/>
              <a:p>
                <a:pPr algn="ctr" marL="0" indent="0" lvl="0">
                  <a:lnSpc>
                    <a:spcPts val="1853"/>
                  </a:lnSpc>
                  <a:spcBef>
                    <a:spcPct val="0"/>
                  </a:spcBef>
                </a:pPr>
              </a:p>
              <a:p>
                <a:pPr algn="ctr" marL="0" indent="0" lvl="0">
                  <a:lnSpc>
                    <a:spcPts val="1853"/>
                  </a:lnSpc>
                  <a:spcBef>
                    <a:spcPct val="0"/>
                  </a:spcBef>
                </a:pPr>
              </a:p>
              <a:p>
                <a:pPr algn="ctr" marL="0" indent="0" lvl="0">
                  <a:lnSpc>
                    <a:spcPts val="1853"/>
                  </a:lnSpc>
                  <a:spcBef>
                    <a:spcPct val="0"/>
                  </a:spcBef>
                </a:pPr>
              </a:p>
            </p:txBody>
          </p:sp>
        </p:grpSp>
        <p:grpSp>
          <p:nvGrpSpPr>
            <p:cNvPr name="Group 9" id="9"/>
            <p:cNvGrpSpPr/>
            <p:nvPr/>
          </p:nvGrpSpPr>
          <p:grpSpPr>
            <a:xfrm rot="0">
              <a:off x="18064463" y="1334482"/>
              <a:ext cx="2392010" cy="1865053"/>
              <a:chOff x="0" y="0"/>
              <a:chExt cx="497773" cy="388115"/>
            </a:xfrm>
          </p:grpSpPr>
          <p:sp>
            <p:nvSpPr>
              <p:cNvPr name="Freeform 10" id="10"/>
              <p:cNvSpPr/>
              <p:nvPr/>
            </p:nvSpPr>
            <p:spPr>
              <a:xfrm flipH="false" flipV="false" rot="0">
                <a:off x="0" y="0"/>
                <a:ext cx="497773" cy="388115"/>
              </a:xfrm>
              <a:custGeom>
                <a:avLst/>
                <a:gdLst/>
                <a:ahLst/>
                <a:cxnLst/>
                <a:rect r="r" b="b" t="t" l="l"/>
                <a:pathLst>
                  <a:path h="388115" w="497773">
                    <a:moveTo>
                      <a:pt x="0" y="0"/>
                    </a:moveTo>
                    <a:lnTo>
                      <a:pt x="497773" y="0"/>
                    </a:lnTo>
                    <a:lnTo>
                      <a:pt x="497773" y="388115"/>
                    </a:lnTo>
                    <a:lnTo>
                      <a:pt x="0" y="388115"/>
                    </a:lnTo>
                    <a:close/>
                  </a:path>
                </a:pathLst>
              </a:custGeom>
              <a:solidFill>
                <a:srgbClr val="FFFFFF"/>
              </a:solidFill>
              <a:ln cap="sq">
                <a:noFill/>
                <a:prstDash val="solid"/>
                <a:miter/>
              </a:ln>
            </p:spPr>
          </p:sp>
          <p:sp>
            <p:nvSpPr>
              <p:cNvPr name="TextBox 11" id="11"/>
              <p:cNvSpPr txBox="true"/>
              <p:nvPr/>
            </p:nvSpPr>
            <p:spPr>
              <a:xfrm>
                <a:off x="0" y="-38100"/>
                <a:ext cx="497773" cy="426215"/>
              </a:xfrm>
              <a:prstGeom prst="rect">
                <a:avLst/>
              </a:prstGeom>
            </p:spPr>
            <p:txBody>
              <a:bodyPr anchor="ctr" rtlCol="false" tIns="48220" lIns="48220" bIns="48220" rIns="48220"/>
              <a:lstStyle/>
              <a:p>
                <a:pPr algn="ctr" marL="0" indent="0" lvl="0">
                  <a:lnSpc>
                    <a:spcPts val="1853"/>
                  </a:lnSpc>
                  <a:spcBef>
                    <a:spcPct val="0"/>
                  </a:spcBef>
                </a:pPr>
              </a:p>
              <a:p>
                <a:pPr algn="ctr" marL="0" indent="0" lvl="0">
                  <a:lnSpc>
                    <a:spcPts val="1853"/>
                  </a:lnSpc>
                  <a:spcBef>
                    <a:spcPct val="0"/>
                  </a:spcBef>
                </a:pPr>
              </a:p>
              <a:p>
                <a:pPr algn="ctr" marL="0" indent="0" lvl="0">
                  <a:lnSpc>
                    <a:spcPts val="1853"/>
                  </a:lnSpc>
                  <a:spcBef>
                    <a:spcPct val="0"/>
                  </a:spcBef>
                </a:pPr>
              </a:p>
            </p:txBody>
          </p:sp>
        </p:grpSp>
        <p:grpSp>
          <p:nvGrpSpPr>
            <p:cNvPr name="Group 12" id="12"/>
            <p:cNvGrpSpPr/>
            <p:nvPr/>
          </p:nvGrpSpPr>
          <p:grpSpPr>
            <a:xfrm rot="0">
              <a:off x="16059231" y="0"/>
              <a:ext cx="2504831" cy="1727243"/>
              <a:chOff x="0" y="0"/>
              <a:chExt cx="521251" cy="359436"/>
            </a:xfrm>
          </p:grpSpPr>
          <p:sp>
            <p:nvSpPr>
              <p:cNvPr name="Freeform 13" id="13"/>
              <p:cNvSpPr/>
              <p:nvPr/>
            </p:nvSpPr>
            <p:spPr>
              <a:xfrm flipH="false" flipV="false" rot="0">
                <a:off x="0" y="0"/>
                <a:ext cx="521251" cy="359436"/>
              </a:xfrm>
              <a:custGeom>
                <a:avLst/>
                <a:gdLst/>
                <a:ahLst/>
                <a:cxnLst/>
                <a:rect r="r" b="b" t="t" l="l"/>
                <a:pathLst>
                  <a:path h="359436" w="521251">
                    <a:moveTo>
                      <a:pt x="179718" y="0"/>
                    </a:moveTo>
                    <a:lnTo>
                      <a:pt x="341533" y="0"/>
                    </a:lnTo>
                    <a:cubicBezTo>
                      <a:pt x="440789" y="0"/>
                      <a:pt x="521251" y="80463"/>
                      <a:pt x="521251" y="179718"/>
                    </a:cubicBezTo>
                    <a:lnTo>
                      <a:pt x="521251" y="179718"/>
                    </a:lnTo>
                    <a:cubicBezTo>
                      <a:pt x="521251" y="227382"/>
                      <a:pt x="502317" y="273094"/>
                      <a:pt x="468613" y="306798"/>
                    </a:cubicBezTo>
                    <a:cubicBezTo>
                      <a:pt x="434909" y="340502"/>
                      <a:pt x="389197" y="359436"/>
                      <a:pt x="341533" y="359436"/>
                    </a:cubicBezTo>
                    <a:lnTo>
                      <a:pt x="179718" y="359436"/>
                    </a:lnTo>
                    <a:cubicBezTo>
                      <a:pt x="132054" y="359436"/>
                      <a:pt x="86342" y="340502"/>
                      <a:pt x="52638" y="306798"/>
                    </a:cubicBezTo>
                    <a:cubicBezTo>
                      <a:pt x="18935" y="273094"/>
                      <a:pt x="0" y="227382"/>
                      <a:pt x="0" y="179718"/>
                    </a:cubicBezTo>
                    <a:lnTo>
                      <a:pt x="0" y="179718"/>
                    </a:lnTo>
                    <a:cubicBezTo>
                      <a:pt x="0" y="132054"/>
                      <a:pt x="18935" y="86342"/>
                      <a:pt x="52638" y="52638"/>
                    </a:cubicBezTo>
                    <a:cubicBezTo>
                      <a:pt x="86342" y="18935"/>
                      <a:pt x="132054" y="0"/>
                      <a:pt x="179718" y="0"/>
                    </a:cubicBezTo>
                    <a:close/>
                  </a:path>
                </a:pathLst>
              </a:custGeom>
              <a:solidFill>
                <a:srgbClr val="5170FF"/>
              </a:solidFill>
              <a:ln cap="rnd">
                <a:noFill/>
                <a:prstDash val="solid"/>
                <a:round/>
              </a:ln>
            </p:spPr>
          </p:sp>
          <p:sp>
            <p:nvSpPr>
              <p:cNvPr name="TextBox 14" id="14"/>
              <p:cNvSpPr txBox="true"/>
              <p:nvPr/>
            </p:nvSpPr>
            <p:spPr>
              <a:xfrm>
                <a:off x="0" y="-38100"/>
                <a:ext cx="521251" cy="397536"/>
              </a:xfrm>
              <a:prstGeom prst="rect">
                <a:avLst/>
              </a:prstGeom>
            </p:spPr>
            <p:txBody>
              <a:bodyPr anchor="ctr" rtlCol="false" tIns="48220" lIns="48220" bIns="48220" rIns="48220"/>
              <a:lstStyle/>
              <a:p>
                <a:pPr algn="ctr" marL="0" indent="0" lvl="0">
                  <a:lnSpc>
                    <a:spcPts val="1853"/>
                  </a:lnSpc>
                  <a:spcBef>
                    <a:spcPct val="0"/>
                  </a:spcBef>
                </a:pPr>
              </a:p>
              <a:p>
                <a:pPr algn="ctr" marL="0" indent="0" lvl="0">
                  <a:lnSpc>
                    <a:spcPts val="1853"/>
                  </a:lnSpc>
                  <a:spcBef>
                    <a:spcPct val="0"/>
                  </a:spcBef>
                </a:pPr>
              </a:p>
              <a:p>
                <a:pPr algn="ctr" marL="0" indent="0" lvl="0">
                  <a:lnSpc>
                    <a:spcPts val="1853"/>
                  </a:lnSpc>
                  <a:spcBef>
                    <a:spcPct val="0"/>
                  </a:spcBef>
                </a:pPr>
              </a:p>
            </p:txBody>
          </p:sp>
        </p:grpSp>
      </p:grpSp>
      <p:sp>
        <p:nvSpPr>
          <p:cNvPr name="Freeform 15" id="15"/>
          <p:cNvSpPr/>
          <p:nvPr/>
        </p:nvSpPr>
        <p:spPr>
          <a:xfrm flipH="false" flipV="false" rot="0">
            <a:off x="820604" y="843344"/>
            <a:ext cx="334731" cy="334731"/>
          </a:xfrm>
          <a:custGeom>
            <a:avLst/>
            <a:gdLst/>
            <a:ahLst/>
            <a:cxnLst/>
            <a:rect r="r" b="b" t="t" l="l"/>
            <a:pathLst>
              <a:path h="334731" w="334731">
                <a:moveTo>
                  <a:pt x="0" y="0"/>
                </a:moveTo>
                <a:lnTo>
                  <a:pt x="334731" y="0"/>
                </a:lnTo>
                <a:lnTo>
                  <a:pt x="334731" y="334731"/>
                </a:lnTo>
                <a:lnTo>
                  <a:pt x="0" y="334731"/>
                </a:lnTo>
                <a:lnTo>
                  <a:pt x="0" y="0"/>
                </a:lnTo>
                <a:close/>
              </a:path>
            </a:pathLst>
          </a:custGeom>
          <a:blipFill>
            <a:blip r:embed="rId3">
              <a:extLst>
                <a:ext uri="{96DAC541-7B7A-43D3-8B79-37D633B846F1}">
                  <asvg:svgBlip xmlns:asvg="http://schemas.microsoft.com/office/drawing/2016/SVG/main" r:embed="rId4"/>
                </a:ext>
              </a:extLst>
            </a:blip>
            <a:stretch>
              <a:fillRect l="0" t="0" r="0" b="0"/>
            </a:stretch>
          </a:blipFill>
        </p:spPr>
      </p:sp>
      <p:sp>
        <p:nvSpPr>
          <p:cNvPr name="TextBox 16" id="16"/>
          <p:cNvSpPr txBox="true"/>
          <p:nvPr/>
        </p:nvSpPr>
        <p:spPr>
          <a:xfrm rot="0">
            <a:off x="1355167" y="696396"/>
            <a:ext cx="12295240" cy="685800"/>
          </a:xfrm>
          <a:prstGeom prst="rect">
            <a:avLst/>
          </a:prstGeom>
        </p:spPr>
        <p:txBody>
          <a:bodyPr anchor="t" rtlCol="false" tIns="0" lIns="0" bIns="0" rIns="0">
            <a:spAutoFit/>
          </a:bodyPr>
          <a:lstStyle/>
          <a:p>
            <a:pPr algn="l" marL="0" indent="0" lvl="0">
              <a:lnSpc>
                <a:spcPts val="5100"/>
              </a:lnSpc>
              <a:spcBef>
                <a:spcPct val="0"/>
              </a:spcBef>
            </a:pPr>
            <a:r>
              <a:rPr lang="en-US" b="true" sz="5000" spc="-100" strike="noStrike" u="none">
                <a:solidFill>
                  <a:srgbClr val="FFFFFF"/>
                </a:solidFill>
                <a:latin typeface="프리젠테이션 Bold"/>
                <a:ea typeface="프리젠테이션 Bold"/>
                <a:cs typeface="프리젠테이션 Bold"/>
                <a:sym typeface="프리젠테이션 Bold"/>
              </a:rPr>
              <a:t>하네스 구조: 3겹 방어막</a:t>
            </a:r>
          </a:p>
        </p:txBody>
      </p:sp>
      <p:sp>
        <p:nvSpPr>
          <p:cNvPr name="TextBox 17" id="17"/>
          <p:cNvSpPr txBox="true"/>
          <p:nvPr/>
        </p:nvSpPr>
        <p:spPr>
          <a:xfrm rot="0">
            <a:off x="14694520" y="1353621"/>
            <a:ext cx="2865076" cy="325120"/>
          </a:xfrm>
          <a:prstGeom prst="rect">
            <a:avLst/>
          </a:prstGeom>
        </p:spPr>
        <p:txBody>
          <a:bodyPr anchor="t" rtlCol="false" tIns="0" lIns="0" bIns="0" rIns="0">
            <a:spAutoFit/>
          </a:bodyPr>
          <a:lstStyle/>
          <a:p>
            <a:pPr algn="ctr" marL="0" indent="0" lvl="0">
              <a:lnSpc>
                <a:spcPts val="2540"/>
              </a:lnSpc>
              <a:spcBef>
                <a:spcPct val="0"/>
              </a:spcBef>
            </a:pPr>
            <a:r>
              <a:rPr lang="en-US" b="true" sz="2000" spc="122" strike="noStrike" u="none">
                <a:solidFill>
                  <a:srgbClr val="5170FF"/>
                </a:solidFill>
                <a:latin typeface="프리젠테이션 Bold"/>
                <a:ea typeface="프리젠테이션 Bold"/>
                <a:cs typeface="프리젠테이션 Bold"/>
                <a:sym typeface="프리젠테이션 Bold"/>
              </a:rPr>
              <a:t>해달 바이브코딩 기초반</a:t>
            </a:r>
          </a:p>
        </p:txBody>
      </p:sp>
      <p:sp>
        <p:nvSpPr>
          <p:cNvPr name="TextBox 18" id="18"/>
          <p:cNvSpPr txBox="true"/>
          <p:nvPr/>
        </p:nvSpPr>
        <p:spPr>
          <a:xfrm rot="0">
            <a:off x="8382000" y="9280525"/>
            <a:ext cx="1524000" cy="358775"/>
          </a:xfrm>
          <a:prstGeom prst="rect">
            <a:avLst/>
          </a:prstGeom>
        </p:spPr>
        <p:txBody>
          <a:bodyPr anchor="t" rtlCol="false" tIns="0" lIns="0" bIns="0" rIns="0">
            <a:spAutoFit/>
          </a:bodyPr>
          <a:lstStyle/>
          <a:p>
            <a:pPr algn="ctr" marL="0" indent="0" lvl="0">
              <a:lnSpc>
                <a:spcPts val="2800"/>
              </a:lnSpc>
              <a:spcBef>
                <a:spcPct val="0"/>
              </a:spcBef>
            </a:pPr>
            <a:r>
              <a:rPr lang="en-US" b="true" sz="2000" strike="noStrike" u="none">
                <a:solidFill>
                  <a:srgbClr val="4165C1"/>
                </a:solidFill>
                <a:latin typeface="프리젠테이션 Bold"/>
                <a:ea typeface="프리젠테이션 Bold"/>
                <a:cs typeface="프리젠테이션 Bold"/>
                <a:sym typeface="프리젠테이션 Bold"/>
              </a:rPr>
              <a:t>- 32 -</a:t>
            </a:r>
          </a:p>
        </p:txBody>
      </p:sp>
      <p:grpSp>
        <p:nvGrpSpPr>
          <p:cNvPr name="Group 19" id="19"/>
          <p:cNvGrpSpPr/>
          <p:nvPr/>
        </p:nvGrpSpPr>
        <p:grpSpPr>
          <a:xfrm rot="0">
            <a:off x="2857500" y="2667000"/>
            <a:ext cx="5905500" cy="5905500"/>
            <a:chOff x="0" y="0"/>
            <a:chExt cx="7874000" cy="7874000"/>
          </a:xfrm>
        </p:grpSpPr>
        <p:sp>
          <p:nvSpPr>
            <p:cNvPr name="Freeform 20" id="20"/>
            <p:cNvSpPr/>
            <p:nvPr/>
          </p:nvSpPr>
          <p:spPr>
            <a:xfrm flipH="false" flipV="false" rot="0">
              <a:off x="0" y="0"/>
              <a:ext cx="7874000" cy="7874000"/>
            </a:xfrm>
            <a:custGeom>
              <a:avLst/>
              <a:gdLst/>
              <a:ahLst/>
              <a:cxnLst/>
              <a:rect r="r" b="b" t="t" l="l"/>
              <a:pathLst>
                <a:path h="7874000" w="7874000">
                  <a:moveTo>
                    <a:pt x="3937000" y="0"/>
                  </a:moveTo>
                  <a:cubicBezTo>
                    <a:pt x="6111345" y="0"/>
                    <a:pt x="7874000" y="1762655"/>
                    <a:pt x="7874000" y="3937000"/>
                  </a:cubicBezTo>
                  <a:cubicBezTo>
                    <a:pt x="7874000" y="6111345"/>
                    <a:pt x="6111345" y="7874000"/>
                    <a:pt x="3937000" y="7874000"/>
                  </a:cubicBezTo>
                  <a:cubicBezTo>
                    <a:pt x="1762655" y="7874000"/>
                    <a:pt x="0" y="6111345"/>
                    <a:pt x="0" y="3937000"/>
                  </a:cubicBezTo>
                  <a:cubicBezTo>
                    <a:pt x="0" y="1762655"/>
                    <a:pt x="1762655" y="0"/>
                    <a:pt x="3937000" y="0"/>
                  </a:cubicBezTo>
                  <a:close/>
                </a:path>
              </a:pathLst>
            </a:custGeom>
            <a:solidFill>
              <a:srgbClr val="DFE5FF"/>
            </a:solidFill>
          </p:spPr>
        </p:sp>
        <p:sp>
          <p:nvSpPr>
            <p:cNvPr name="TextBox 21" id="21"/>
            <p:cNvSpPr txBox="true"/>
            <p:nvPr/>
          </p:nvSpPr>
          <p:spPr>
            <a:xfrm>
              <a:off x="0" y="-38100"/>
              <a:ext cx="7874000" cy="7912100"/>
            </a:xfrm>
            <a:prstGeom prst="rect">
              <a:avLst/>
            </a:prstGeom>
          </p:spPr>
          <p:txBody>
            <a:bodyPr anchor="ctr" rtlCol="false" tIns="50800" lIns="50800" bIns="50800" rIns="50800"/>
            <a:lstStyle/>
            <a:p>
              <a:pPr algn="l">
                <a:lnSpc>
                  <a:spcPts val="1679"/>
                </a:lnSpc>
              </a:pPr>
            </a:p>
          </p:txBody>
        </p:sp>
      </p:grpSp>
      <p:grpSp>
        <p:nvGrpSpPr>
          <p:cNvPr name="Group 22" id="22"/>
          <p:cNvGrpSpPr/>
          <p:nvPr/>
        </p:nvGrpSpPr>
        <p:grpSpPr>
          <a:xfrm rot="0">
            <a:off x="3714750" y="3524250"/>
            <a:ext cx="4191000" cy="4191000"/>
            <a:chOff x="0" y="0"/>
            <a:chExt cx="5588000" cy="5588000"/>
          </a:xfrm>
        </p:grpSpPr>
        <p:sp>
          <p:nvSpPr>
            <p:cNvPr name="Freeform 23" id="23"/>
            <p:cNvSpPr/>
            <p:nvPr/>
          </p:nvSpPr>
          <p:spPr>
            <a:xfrm flipH="false" flipV="false" rot="0">
              <a:off x="0" y="0"/>
              <a:ext cx="5588000" cy="5588000"/>
            </a:xfrm>
            <a:custGeom>
              <a:avLst/>
              <a:gdLst/>
              <a:ahLst/>
              <a:cxnLst/>
              <a:rect r="r" b="b" t="t" l="l"/>
              <a:pathLst>
                <a:path h="5588000" w="5588000">
                  <a:moveTo>
                    <a:pt x="2794000" y="0"/>
                  </a:moveTo>
                  <a:cubicBezTo>
                    <a:pt x="4337083" y="0"/>
                    <a:pt x="5588000" y="1250916"/>
                    <a:pt x="5588000" y="2794000"/>
                  </a:cubicBezTo>
                  <a:cubicBezTo>
                    <a:pt x="5588000" y="4337083"/>
                    <a:pt x="4337083" y="5588000"/>
                    <a:pt x="2794000" y="5588000"/>
                  </a:cubicBezTo>
                  <a:cubicBezTo>
                    <a:pt x="1250916" y="5588000"/>
                    <a:pt x="0" y="4337083"/>
                    <a:pt x="0" y="2794000"/>
                  </a:cubicBezTo>
                  <a:cubicBezTo>
                    <a:pt x="0" y="1250916"/>
                    <a:pt x="1250916" y="0"/>
                    <a:pt x="2794000" y="0"/>
                  </a:cubicBezTo>
                  <a:close/>
                </a:path>
              </a:pathLst>
            </a:custGeom>
            <a:solidFill>
              <a:srgbClr val="A9B8FF"/>
            </a:solidFill>
          </p:spPr>
        </p:sp>
        <p:sp>
          <p:nvSpPr>
            <p:cNvPr name="TextBox 24" id="24"/>
            <p:cNvSpPr txBox="true"/>
            <p:nvPr/>
          </p:nvSpPr>
          <p:spPr>
            <a:xfrm>
              <a:off x="0" y="-38100"/>
              <a:ext cx="5588000" cy="5626100"/>
            </a:xfrm>
            <a:prstGeom prst="rect">
              <a:avLst/>
            </a:prstGeom>
          </p:spPr>
          <p:txBody>
            <a:bodyPr anchor="ctr" rtlCol="false" tIns="50800" lIns="50800" bIns="50800" rIns="50800"/>
            <a:lstStyle/>
            <a:p>
              <a:pPr algn="l">
                <a:lnSpc>
                  <a:spcPts val="1679"/>
                </a:lnSpc>
              </a:pPr>
            </a:p>
          </p:txBody>
        </p:sp>
      </p:grpSp>
      <p:grpSp>
        <p:nvGrpSpPr>
          <p:cNvPr name="Group 25" id="25"/>
          <p:cNvGrpSpPr/>
          <p:nvPr/>
        </p:nvGrpSpPr>
        <p:grpSpPr>
          <a:xfrm rot="0">
            <a:off x="4572000" y="4381500"/>
            <a:ext cx="2476500" cy="2476500"/>
            <a:chOff x="0" y="0"/>
            <a:chExt cx="3302000" cy="3302000"/>
          </a:xfrm>
        </p:grpSpPr>
        <p:sp>
          <p:nvSpPr>
            <p:cNvPr name="Freeform 26" id="26"/>
            <p:cNvSpPr/>
            <p:nvPr/>
          </p:nvSpPr>
          <p:spPr>
            <a:xfrm flipH="false" flipV="false" rot="0">
              <a:off x="0" y="0"/>
              <a:ext cx="3302000" cy="3302000"/>
            </a:xfrm>
            <a:custGeom>
              <a:avLst/>
              <a:gdLst/>
              <a:ahLst/>
              <a:cxnLst/>
              <a:rect r="r" b="b" t="t" l="l"/>
              <a:pathLst>
                <a:path h="3302000" w="3302000">
                  <a:moveTo>
                    <a:pt x="1651000" y="0"/>
                  </a:moveTo>
                  <a:cubicBezTo>
                    <a:pt x="2562822" y="0"/>
                    <a:pt x="3302000" y="739178"/>
                    <a:pt x="3302000" y="1651000"/>
                  </a:cubicBezTo>
                  <a:cubicBezTo>
                    <a:pt x="3302000" y="2562822"/>
                    <a:pt x="2562822" y="3302000"/>
                    <a:pt x="1651000" y="3302000"/>
                  </a:cubicBezTo>
                  <a:cubicBezTo>
                    <a:pt x="739178" y="3302000"/>
                    <a:pt x="0" y="2562822"/>
                    <a:pt x="0" y="1651000"/>
                  </a:cubicBezTo>
                  <a:cubicBezTo>
                    <a:pt x="0" y="739178"/>
                    <a:pt x="739178" y="0"/>
                    <a:pt x="1651000" y="0"/>
                  </a:cubicBezTo>
                  <a:close/>
                </a:path>
              </a:pathLst>
            </a:custGeom>
            <a:solidFill>
              <a:srgbClr val="5170FF"/>
            </a:solidFill>
          </p:spPr>
        </p:sp>
        <p:sp>
          <p:nvSpPr>
            <p:cNvPr name="TextBox 27" id="27"/>
            <p:cNvSpPr txBox="true"/>
            <p:nvPr/>
          </p:nvSpPr>
          <p:spPr>
            <a:xfrm>
              <a:off x="0" y="-38100"/>
              <a:ext cx="3302000" cy="3340100"/>
            </a:xfrm>
            <a:prstGeom prst="rect">
              <a:avLst/>
            </a:prstGeom>
          </p:spPr>
          <p:txBody>
            <a:bodyPr anchor="ctr" rtlCol="false" tIns="50800" lIns="50800" bIns="50800" rIns="50800"/>
            <a:lstStyle/>
            <a:p>
              <a:pPr algn="l">
                <a:lnSpc>
                  <a:spcPts val="1679"/>
                </a:lnSpc>
              </a:pPr>
            </a:p>
          </p:txBody>
        </p:sp>
      </p:grpSp>
      <p:sp>
        <p:nvSpPr>
          <p:cNvPr name="TextBox 28" id="28"/>
          <p:cNvSpPr txBox="true"/>
          <p:nvPr/>
        </p:nvSpPr>
        <p:spPr>
          <a:xfrm rot="0">
            <a:off x="4381500" y="2847975"/>
            <a:ext cx="2857500" cy="400050"/>
          </a:xfrm>
          <a:prstGeom prst="rect">
            <a:avLst/>
          </a:prstGeom>
        </p:spPr>
        <p:txBody>
          <a:bodyPr anchor="t" rtlCol="false" tIns="0" lIns="0" bIns="0" rIns="0">
            <a:spAutoFit/>
          </a:bodyPr>
          <a:lstStyle/>
          <a:p>
            <a:pPr algn="ctr">
              <a:lnSpc>
                <a:spcPts val="3149"/>
              </a:lnSpc>
            </a:pPr>
            <a:r>
              <a:rPr lang="en-US" sz="2250" b="true">
                <a:solidFill>
                  <a:srgbClr val="2D3350"/>
                </a:solidFill>
                <a:latin typeface="Arimo Bold"/>
                <a:ea typeface="Arimo Bold"/>
                <a:cs typeface="Arimo Bold"/>
                <a:sym typeface="Arimo Bold"/>
              </a:rPr>
              <a:t>③ 훅</a:t>
            </a:r>
          </a:p>
        </p:txBody>
      </p:sp>
      <p:sp>
        <p:nvSpPr>
          <p:cNvPr name="TextBox 29" id="29"/>
          <p:cNvSpPr txBox="true"/>
          <p:nvPr/>
        </p:nvSpPr>
        <p:spPr>
          <a:xfrm rot="0">
            <a:off x="4381500" y="3705225"/>
            <a:ext cx="2857500" cy="400050"/>
          </a:xfrm>
          <a:prstGeom prst="rect">
            <a:avLst/>
          </a:prstGeom>
        </p:spPr>
        <p:txBody>
          <a:bodyPr anchor="t" rtlCol="false" tIns="0" lIns="0" bIns="0" rIns="0">
            <a:spAutoFit/>
          </a:bodyPr>
          <a:lstStyle/>
          <a:p>
            <a:pPr algn="ctr">
              <a:lnSpc>
                <a:spcPts val="3149"/>
              </a:lnSpc>
            </a:pPr>
            <a:r>
              <a:rPr lang="en-US" sz="2250" b="true">
                <a:solidFill>
                  <a:srgbClr val="2D3350"/>
                </a:solidFill>
                <a:latin typeface="Arimo Bold"/>
                <a:ea typeface="Arimo Bold"/>
                <a:cs typeface="Arimo Bold"/>
                <a:sym typeface="Arimo Bold"/>
              </a:rPr>
              <a:t>② 피드백</a:t>
            </a:r>
          </a:p>
        </p:txBody>
      </p:sp>
      <p:sp>
        <p:nvSpPr>
          <p:cNvPr name="TextBox 30" id="30"/>
          <p:cNvSpPr txBox="true"/>
          <p:nvPr/>
        </p:nvSpPr>
        <p:spPr>
          <a:xfrm rot="0">
            <a:off x="4572000" y="4981575"/>
            <a:ext cx="2476500" cy="950595"/>
          </a:xfrm>
          <a:prstGeom prst="rect">
            <a:avLst/>
          </a:prstGeom>
        </p:spPr>
        <p:txBody>
          <a:bodyPr anchor="t" rtlCol="false" tIns="0" lIns="0" bIns="0" rIns="0">
            <a:spAutoFit/>
          </a:bodyPr>
          <a:lstStyle/>
          <a:p>
            <a:pPr algn="ctr">
              <a:lnSpc>
                <a:spcPts val="3779"/>
              </a:lnSpc>
            </a:pPr>
            <a:r>
              <a:rPr lang="en-US" sz="2700" b="true">
                <a:solidFill>
                  <a:srgbClr val="FFFFFF"/>
                </a:solidFill>
                <a:latin typeface="Arimo Bold"/>
                <a:ea typeface="Arimo Bold"/>
                <a:cs typeface="Arimo Bold"/>
                <a:sym typeface="Arimo Bold"/>
              </a:rPr>
              <a:t>① 규칙</a:t>
            </a:r>
          </a:p>
          <a:p>
            <a:pPr algn="ctr">
              <a:lnSpc>
                <a:spcPts val="3779"/>
              </a:lnSpc>
            </a:pPr>
            <a:r>
              <a:rPr lang="en-US" sz="2700" b="true">
                <a:solidFill>
                  <a:srgbClr val="FFFFFF"/>
                </a:solidFill>
                <a:latin typeface="Arimo Bold"/>
                <a:ea typeface="Arimo Bold"/>
                <a:cs typeface="Arimo Bold"/>
                <a:sym typeface="Arimo Bold"/>
              </a:rPr>
              <a:t>🤖 AI</a:t>
            </a:r>
          </a:p>
        </p:txBody>
      </p:sp>
      <p:grpSp>
        <p:nvGrpSpPr>
          <p:cNvPr name="Group 31" id="31"/>
          <p:cNvGrpSpPr/>
          <p:nvPr/>
        </p:nvGrpSpPr>
        <p:grpSpPr>
          <a:xfrm rot="0">
            <a:off x="9715500" y="2857500"/>
            <a:ext cx="6858000" cy="1619250"/>
            <a:chOff x="0" y="0"/>
            <a:chExt cx="9144000" cy="2159000"/>
          </a:xfrm>
        </p:grpSpPr>
        <p:sp>
          <p:nvSpPr>
            <p:cNvPr name="Freeform 32" id="32"/>
            <p:cNvSpPr/>
            <p:nvPr/>
          </p:nvSpPr>
          <p:spPr>
            <a:xfrm flipH="false" flipV="false" rot="0">
              <a:off x="0" y="0"/>
              <a:ext cx="9144000" cy="2159000"/>
            </a:xfrm>
            <a:custGeom>
              <a:avLst/>
              <a:gdLst/>
              <a:ahLst/>
              <a:cxnLst/>
              <a:rect r="r" b="b" t="t" l="l"/>
              <a:pathLst>
                <a:path h="2159000" w="9144000">
                  <a:moveTo>
                    <a:pt x="35278" y="0"/>
                  </a:moveTo>
                  <a:lnTo>
                    <a:pt x="9108722" y="0"/>
                  </a:lnTo>
                  <a:cubicBezTo>
                    <a:pt x="9128206" y="0"/>
                    <a:pt x="9144000" y="15794"/>
                    <a:pt x="9144000" y="35278"/>
                  </a:cubicBezTo>
                  <a:lnTo>
                    <a:pt x="9144000" y="2123722"/>
                  </a:lnTo>
                  <a:cubicBezTo>
                    <a:pt x="9144000" y="2143206"/>
                    <a:pt x="9128206" y="2159000"/>
                    <a:pt x="9108722" y="2159000"/>
                  </a:cubicBezTo>
                  <a:lnTo>
                    <a:pt x="35278" y="2159000"/>
                  </a:lnTo>
                  <a:cubicBezTo>
                    <a:pt x="15794" y="2159000"/>
                    <a:pt x="0" y="2143206"/>
                    <a:pt x="0" y="2123722"/>
                  </a:cubicBezTo>
                  <a:lnTo>
                    <a:pt x="0" y="35278"/>
                  </a:lnTo>
                  <a:cubicBezTo>
                    <a:pt x="0" y="15794"/>
                    <a:pt x="15794" y="0"/>
                    <a:pt x="35278" y="0"/>
                  </a:cubicBezTo>
                  <a:close/>
                </a:path>
              </a:pathLst>
            </a:custGeom>
            <a:solidFill>
              <a:srgbClr val="EEF1FF"/>
            </a:solidFill>
          </p:spPr>
        </p:sp>
        <p:sp>
          <p:nvSpPr>
            <p:cNvPr name="TextBox 33" id="33"/>
            <p:cNvSpPr txBox="true"/>
            <p:nvPr/>
          </p:nvSpPr>
          <p:spPr>
            <a:xfrm>
              <a:off x="0" y="-38100"/>
              <a:ext cx="9144000" cy="2197100"/>
            </a:xfrm>
            <a:prstGeom prst="rect">
              <a:avLst/>
            </a:prstGeom>
          </p:spPr>
          <p:txBody>
            <a:bodyPr anchor="ctr" rtlCol="false" tIns="50800" lIns="50800" bIns="50800" rIns="50800"/>
            <a:lstStyle/>
            <a:p>
              <a:pPr algn="l">
                <a:lnSpc>
                  <a:spcPts val="1679"/>
                </a:lnSpc>
              </a:pPr>
            </a:p>
          </p:txBody>
        </p:sp>
      </p:grpSp>
      <p:grpSp>
        <p:nvGrpSpPr>
          <p:cNvPr name="Group 34" id="34"/>
          <p:cNvGrpSpPr/>
          <p:nvPr/>
        </p:nvGrpSpPr>
        <p:grpSpPr>
          <a:xfrm rot="0">
            <a:off x="9715500" y="4810125"/>
            <a:ext cx="6858000" cy="1619250"/>
            <a:chOff x="0" y="0"/>
            <a:chExt cx="9144000" cy="2159000"/>
          </a:xfrm>
        </p:grpSpPr>
        <p:sp>
          <p:nvSpPr>
            <p:cNvPr name="Freeform 35" id="35"/>
            <p:cNvSpPr/>
            <p:nvPr/>
          </p:nvSpPr>
          <p:spPr>
            <a:xfrm flipH="false" flipV="false" rot="0">
              <a:off x="0" y="0"/>
              <a:ext cx="9144000" cy="2159000"/>
            </a:xfrm>
            <a:custGeom>
              <a:avLst/>
              <a:gdLst/>
              <a:ahLst/>
              <a:cxnLst/>
              <a:rect r="r" b="b" t="t" l="l"/>
              <a:pathLst>
                <a:path h="2159000" w="9144000">
                  <a:moveTo>
                    <a:pt x="35278" y="0"/>
                  </a:moveTo>
                  <a:lnTo>
                    <a:pt x="9108722" y="0"/>
                  </a:lnTo>
                  <a:cubicBezTo>
                    <a:pt x="9128206" y="0"/>
                    <a:pt x="9144000" y="15794"/>
                    <a:pt x="9144000" y="35278"/>
                  </a:cubicBezTo>
                  <a:lnTo>
                    <a:pt x="9144000" y="2123722"/>
                  </a:lnTo>
                  <a:cubicBezTo>
                    <a:pt x="9144000" y="2143206"/>
                    <a:pt x="9128206" y="2159000"/>
                    <a:pt x="9108722" y="2159000"/>
                  </a:cubicBezTo>
                  <a:lnTo>
                    <a:pt x="35278" y="2159000"/>
                  </a:lnTo>
                  <a:cubicBezTo>
                    <a:pt x="15794" y="2159000"/>
                    <a:pt x="0" y="2143206"/>
                    <a:pt x="0" y="2123722"/>
                  </a:cubicBezTo>
                  <a:lnTo>
                    <a:pt x="0" y="35278"/>
                  </a:lnTo>
                  <a:cubicBezTo>
                    <a:pt x="0" y="15794"/>
                    <a:pt x="15794" y="0"/>
                    <a:pt x="35278" y="0"/>
                  </a:cubicBezTo>
                  <a:close/>
                </a:path>
              </a:pathLst>
            </a:custGeom>
            <a:solidFill>
              <a:srgbClr val="EEF1FF"/>
            </a:solidFill>
          </p:spPr>
        </p:sp>
        <p:sp>
          <p:nvSpPr>
            <p:cNvPr name="TextBox 36" id="36"/>
            <p:cNvSpPr txBox="true"/>
            <p:nvPr/>
          </p:nvSpPr>
          <p:spPr>
            <a:xfrm>
              <a:off x="0" y="-38100"/>
              <a:ext cx="9144000" cy="2197100"/>
            </a:xfrm>
            <a:prstGeom prst="rect">
              <a:avLst/>
            </a:prstGeom>
          </p:spPr>
          <p:txBody>
            <a:bodyPr anchor="ctr" rtlCol="false" tIns="50800" lIns="50800" bIns="50800" rIns="50800"/>
            <a:lstStyle/>
            <a:p>
              <a:pPr algn="l">
                <a:lnSpc>
                  <a:spcPts val="1679"/>
                </a:lnSpc>
              </a:pPr>
            </a:p>
          </p:txBody>
        </p:sp>
      </p:grpSp>
      <p:grpSp>
        <p:nvGrpSpPr>
          <p:cNvPr name="Group 37" id="37"/>
          <p:cNvGrpSpPr/>
          <p:nvPr/>
        </p:nvGrpSpPr>
        <p:grpSpPr>
          <a:xfrm rot="0">
            <a:off x="9715500" y="6762750"/>
            <a:ext cx="6858000" cy="1619250"/>
            <a:chOff x="0" y="0"/>
            <a:chExt cx="9144000" cy="2159000"/>
          </a:xfrm>
        </p:grpSpPr>
        <p:sp>
          <p:nvSpPr>
            <p:cNvPr name="Freeform 38" id="38"/>
            <p:cNvSpPr/>
            <p:nvPr/>
          </p:nvSpPr>
          <p:spPr>
            <a:xfrm flipH="false" flipV="false" rot="0">
              <a:off x="0" y="0"/>
              <a:ext cx="9144000" cy="2159000"/>
            </a:xfrm>
            <a:custGeom>
              <a:avLst/>
              <a:gdLst/>
              <a:ahLst/>
              <a:cxnLst/>
              <a:rect r="r" b="b" t="t" l="l"/>
              <a:pathLst>
                <a:path h="2159000" w="9144000">
                  <a:moveTo>
                    <a:pt x="35278" y="0"/>
                  </a:moveTo>
                  <a:lnTo>
                    <a:pt x="9108722" y="0"/>
                  </a:lnTo>
                  <a:cubicBezTo>
                    <a:pt x="9128206" y="0"/>
                    <a:pt x="9144000" y="15794"/>
                    <a:pt x="9144000" y="35278"/>
                  </a:cubicBezTo>
                  <a:lnTo>
                    <a:pt x="9144000" y="2123722"/>
                  </a:lnTo>
                  <a:cubicBezTo>
                    <a:pt x="9144000" y="2143206"/>
                    <a:pt x="9128206" y="2159000"/>
                    <a:pt x="9108722" y="2159000"/>
                  </a:cubicBezTo>
                  <a:lnTo>
                    <a:pt x="35278" y="2159000"/>
                  </a:lnTo>
                  <a:cubicBezTo>
                    <a:pt x="15794" y="2159000"/>
                    <a:pt x="0" y="2143206"/>
                    <a:pt x="0" y="2123722"/>
                  </a:cubicBezTo>
                  <a:lnTo>
                    <a:pt x="0" y="35278"/>
                  </a:lnTo>
                  <a:cubicBezTo>
                    <a:pt x="0" y="15794"/>
                    <a:pt x="15794" y="0"/>
                    <a:pt x="35278" y="0"/>
                  </a:cubicBezTo>
                  <a:close/>
                </a:path>
              </a:pathLst>
            </a:custGeom>
            <a:solidFill>
              <a:srgbClr val="EEF1FF"/>
            </a:solidFill>
          </p:spPr>
        </p:sp>
        <p:sp>
          <p:nvSpPr>
            <p:cNvPr name="TextBox 39" id="39"/>
            <p:cNvSpPr txBox="true"/>
            <p:nvPr/>
          </p:nvSpPr>
          <p:spPr>
            <a:xfrm>
              <a:off x="0" y="-38100"/>
              <a:ext cx="9144000" cy="2197100"/>
            </a:xfrm>
            <a:prstGeom prst="rect">
              <a:avLst/>
            </a:prstGeom>
          </p:spPr>
          <p:txBody>
            <a:bodyPr anchor="ctr" rtlCol="false" tIns="50800" lIns="50800" bIns="50800" rIns="50800"/>
            <a:lstStyle/>
            <a:p>
              <a:pPr algn="l">
                <a:lnSpc>
                  <a:spcPts val="1679"/>
                </a:lnSpc>
              </a:pPr>
            </a:p>
          </p:txBody>
        </p:sp>
      </p:grpSp>
      <p:sp>
        <p:nvSpPr>
          <p:cNvPr name="TextBox 40" id="40"/>
          <p:cNvSpPr txBox="true"/>
          <p:nvPr/>
        </p:nvSpPr>
        <p:spPr>
          <a:xfrm rot="0">
            <a:off x="10096500" y="3105150"/>
            <a:ext cx="6286500" cy="1000125"/>
          </a:xfrm>
          <a:prstGeom prst="rect">
            <a:avLst/>
          </a:prstGeom>
        </p:spPr>
        <p:txBody>
          <a:bodyPr anchor="t" rtlCol="false" tIns="0" lIns="0" bIns="0" rIns="0">
            <a:spAutoFit/>
          </a:bodyPr>
          <a:lstStyle/>
          <a:p>
            <a:pPr algn="l">
              <a:lnSpc>
                <a:spcPts val="4079"/>
              </a:lnSpc>
            </a:pPr>
            <a:r>
              <a:rPr lang="en-US" sz="2400" b="true">
                <a:solidFill>
                  <a:srgbClr val="2D3350"/>
                </a:solidFill>
                <a:latin typeface="Arimo Bold"/>
                <a:ea typeface="Arimo Bold"/>
                <a:cs typeface="Arimo Bold"/>
                <a:sym typeface="Arimo Bold"/>
              </a:rPr>
              <a:t>① 1차 · 규칙 파일</a:t>
            </a:r>
          </a:p>
          <a:p>
            <a:pPr algn="l">
              <a:lnSpc>
                <a:spcPts val="4079"/>
              </a:lnSpc>
            </a:pPr>
            <a:r>
              <a:rPr lang="en-US" sz="2400" b="true">
                <a:solidFill>
                  <a:srgbClr val="2D3350"/>
                </a:solidFill>
                <a:latin typeface="Arimo Bold"/>
                <a:ea typeface="Arimo Bold"/>
                <a:cs typeface="Arimo Bold"/>
                <a:sym typeface="Arimo Bold"/>
              </a:rPr>
              <a:t>📄 AGENTS.md로 필요한 규칙만 알려주기</a:t>
            </a:r>
          </a:p>
        </p:txBody>
      </p:sp>
      <p:sp>
        <p:nvSpPr>
          <p:cNvPr name="TextBox 41" id="41"/>
          <p:cNvSpPr txBox="true"/>
          <p:nvPr/>
        </p:nvSpPr>
        <p:spPr>
          <a:xfrm rot="0">
            <a:off x="10096500" y="5057775"/>
            <a:ext cx="6286500" cy="1000125"/>
          </a:xfrm>
          <a:prstGeom prst="rect">
            <a:avLst/>
          </a:prstGeom>
        </p:spPr>
        <p:txBody>
          <a:bodyPr anchor="t" rtlCol="false" tIns="0" lIns="0" bIns="0" rIns="0">
            <a:spAutoFit/>
          </a:bodyPr>
          <a:lstStyle/>
          <a:p>
            <a:pPr algn="l">
              <a:lnSpc>
                <a:spcPts val="4079"/>
              </a:lnSpc>
            </a:pPr>
            <a:r>
              <a:rPr lang="en-US" sz="2400" b="true">
                <a:solidFill>
                  <a:srgbClr val="2D3350"/>
                </a:solidFill>
                <a:latin typeface="Arimo Bold"/>
                <a:ea typeface="Arimo Bold"/>
                <a:cs typeface="Arimo Bold"/>
                <a:sym typeface="Arimo Bold"/>
              </a:rPr>
              <a:t>② 2차 · 피드백 루프</a:t>
            </a:r>
          </a:p>
          <a:p>
            <a:pPr algn="l">
              <a:lnSpc>
                <a:spcPts val="4079"/>
              </a:lnSpc>
            </a:pPr>
            <a:r>
              <a:rPr lang="en-US" sz="2400" b="true">
                <a:solidFill>
                  <a:srgbClr val="2D3350"/>
                </a:solidFill>
                <a:latin typeface="Arimo Bold"/>
                <a:ea typeface="Arimo Bold"/>
                <a:cs typeface="Arimo Bold"/>
                <a:sym typeface="Arimo Bold"/>
              </a:rPr>
              <a:t>🔁 오류·테스트 결과를 AI가 보고 스스로 수정</a:t>
            </a:r>
          </a:p>
        </p:txBody>
      </p:sp>
      <p:sp>
        <p:nvSpPr>
          <p:cNvPr name="TextBox 42" id="42"/>
          <p:cNvSpPr txBox="true"/>
          <p:nvPr/>
        </p:nvSpPr>
        <p:spPr>
          <a:xfrm rot="0">
            <a:off x="10096500" y="7010400"/>
            <a:ext cx="6286500" cy="1000125"/>
          </a:xfrm>
          <a:prstGeom prst="rect">
            <a:avLst/>
          </a:prstGeom>
        </p:spPr>
        <p:txBody>
          <a:bodyPr anchor="t" rtlCol="false" tIns="0" lIns="0" bIns="0" rIns="0">
            <a:spAutoFit/>
          </a:bodyPr>
          <a:lstStyle/>
          <a:p>
            <a:pPr algn="l">
              <a:lnSpc>
                <a:spcPts val="4079"/>
              </a:lnSpc>
            </a:pPr>
            <a:r>
              <a:rPr lang="en-US" sz="2400" b="true">
                <a:solidFill>
                  <a:srgbClr val="2D3350"/>
                </a:solidFill>
                <a:latin typeface="Arimo Bold"/>
                <a:ea typeface="Arimo Bold"/>
                <a:cs typeface="Arimo Bold"/>
                <a:sym typeface="Arimo Bold"/>
              </a:rPr>
              <a:t>③ 3차 · 시스템 훅</a:t>
            </a:r>
          </a:p>
          <a:p>
            <a:pPr algn="l">
              <a:lnSpc>
                <a:spcPts val="4079"/>
              </a:lnSpc>
            </a:pPr>
            <a:r>
              <a:rPr lang="en-US" sz="2400" b="true">
                <a:solidFill>
                  <a:srgbClr val="2D3350"/>
                </a:solidFill>
                <a:latin typeface="Arimo Bold"/>
                <a:ea typeface="Arimo Bold"/>
                <a:cs typeface="Arimo Bold"/>
                <a:sym typeface="Arimo Bold"/>
              </a:rPr>
              <a:t>🚫 규칙을 어기면 저장 자체를 차단</a:t>
            </a:r>
          </a:p>
        </p:txBody>
      </p:sp>
    </p:spTree>
  </p:cSld>
  <p:clrMapOvr>
    <a:masterClrMapping/>
  </p:clrMapOvr>
</p:sld>
</file>

<file path=ppt/slides/slide33.xml><?xml version="1.0" encoding="utf-8"?>
<p:sld xmlns:p="http://schemas.openxmlformats.org/presentationml/2006/main" xmlns:a="http://schemas.openxmlformats.org/drawingml/2006/main" xmlns:r="http://schemas.openxmlformats.org/officeDocument/2006/relationships">
  <p:cSld>
    <p:bg>
      <p:bgPr>
        <a:solidFill>
          <a:srgbClr val="5170FF"/>
        </a:solidFill>
      </p:bgPr>
    </p:bg>
    <p:spTree>
      <p:nvGrpSpPr>
        <p:cNvPr id="1" name=""/>
        <p:cNvGrpSpPr/>
        <p:nvPr/>
      </p:nvGrpSpPr>
      <p:grpSpPr>
        <a:xfrm>
          <a:off x="0" y="0"/>
          <a:ext cx="0" cy="0"/>
          <a:chOff x="0" y="0"/>
          <a:chExt cx="0" cy="0"/>
        </a:xfrm>
      </p:grpSpPr>
      <p:grpSp>
        <p:nvGrpSpPr>
          <p:cNvPr name="Group 2" id="2"/>
          <p:cNvGrpSpPr/>
          <p:nvPr/>
        </p:nvGrpSpPr>
        <p:grpSpPr>
          <a:xfrm rot="0">
            <a:off x="534854" y="457200"/>
            <a:ext cx="17218292" cy="9294946"/>
            <a:chOff x="0" y="0"/>
            <a:chExt cx="22957723" cy="12393261"/>
          </a:xfrm>
        </p:grpSpPr>
        <p:grpSp>
          <p:nvGrpSpPr>
            <p:cNvPr name="Group 3" id="3"/>
            <p:cNvGrpSpPr/>
            <p:nvPr/>
          </p:nvGrpSpPr>
          <p:grpSpPr>
            <a:xfrm rot="0">
              <a:off x="0" y="1727243"/>
              <a:ext cx="22957723" cy="10666019"/>
              <a:chOff x="0" y="0"/>
              <a:chExt cx="4777465" cy="2219581"/>
            </a:xfrm>
          </p:grpSpPr>
          <p:sp>
            <p:nvSpPr>
              <p:cNvPr name="Freeform 4" id="4"/>
              <p:cNvSpPr/>
              <p:nvPr/>
            </p:nvSpPr>
            <p:spPr>
              <a:xfrm flipH="false" flipV="false" rot="0">
                <a:off x="0" y="0"/>
                <a:ext cx="4777465" cy="2219581"/>
              </a:xfrm>
              <a:custGeom>
                <a:avLst/>
                <a:gdLst/>
                <a:ahLst/>
                <a:cxnLst/>
                <a:rect r="r" b="b" t="t" l="l"/>
                <a:pathLst>
                  <a:path h="2219581" w="4777465">
                    <a:moveTo>
                      <a:pt x="22931" y="0"/>
                    </a:moveTo>
                    <a:lnTo>
                      <a:pt x="4754534" y="0"/>
                    </a:lnTo>
                    <a:cubicBezTo>
                      <a:pt x="4767199" y="0"/>
                      <a:pt x="4777465" y="10267"/>
                      <a:pt x="4777465" y="22931"/>
                    </a:cubicBezTo>
                    <a:lnTo>
                      <a:pt x="4777465" y="2196650"/>
                    </a:lnTo>
                    <a:cubicBezTo>
                      <a:pt x="4777465" y="2202732"/>
                      <a:pt x="4775049" y="2208564"/>
                      <a:pt x="4770749" y="2212865"/>
                    </a:cubicBezTo>
                    <a:cubicBezTo>
                      <a:pt x="4766449" y="2217165"/>
                      <a:pt x="4760616" y="2219581"/>
                      <a:pt x="4754534" y="2219581"/>
                    </a:cubicBezTo>
                    <a:lnTo>
                      <a:pt x="22931" y="2219581"/>
                    </a:lnTo>
                    <a:cubicBezTo>
                      <a:pt x="10267" y="2219581"/>
                      <a:pt x="0" y="2209315"/>
                      <a:pt x="0" y="2196650"/>
                    </a:cubicBezTo>
                    <a:lnTo>
                      <a:pt x="0" y="22931"/>
                    </a:lnTo>
                    <a:cubicBezTo>
                      <a:pt x="0" y="10267"/>
                      <a:pt x="10267" y="0"/>
                      <a:pt x="22931" y="0"/>
                    </a:cubicBezTo>
                    <a:close/>
                  </a:path>
                </a:pathLst>
              </a:custGeom>
              <a:solidFill>
                <a:srgbClr val="FFFFFF"/>
              </a:solidFill>
              <a:ln cap="rnd">
                <a:noFill/>
                <a:prstDash val="solid"/>
                <a:round/>
              </a:ln>
            </p:spPr>
          </p:sp>
          <p:sp>
            <p:nvSpPr>
              <p:cNvPr name="TextBox 5" id="5"/>
              <p:cNvSpPr txBox="true"/>
              <p:nvPr/>
            </p:nvSpPr>
            <p:spPr>
              <a:xfrm>
                <a:off x="0" y="-38100"/>
                <a:ext cx="4777465" cy="2257681"/>
              </a:xfrm>
              <a:prstGeom prst="rect">
                <a:avLst/>
              </a:prstGeom>
            </p:spPr>
            <p:txBody>
              <a:bodyPr anchor="ctr" rtlCol="false" tIns="48220" lIns="48220" bIns="48220" rIns="48220"/>
              <a:lstStyle/>
              <a:p>
                <a:pPr algn="ctr" marL="0" indent="0" lvl="0">
                  <a:lnSpc>
                    <a:spcPts val="1853"/>
                  </a:lnSpc>
                  <a:spcBef>
                    <a:spcPct val="0"/>
                  </a:spcBef>
                </a:pPr>
              </a:p>
              <a:p>
                <a:pPr algn="ctr" marL="0" indent="0" lvl="0">
                  <a:lnSpc>
                    <a:spcPts val="1853"/>
                  </a:lnSpc>
                  <a:spcBef>
                    <a:spcPct val="0"/>
                  </a:spcBef>
                </a:pPr>
              </a:p>
              <a:p>
                <a:pPr algn="ctr" marL="0" indent="0" lvl="0">
                  <a:lnSpc>
                    <a:spcPts val="1853"/>
                  </a:lnSpc>
                  <a:spcBef>
                    <a:spcPct val="0"/>
                  </a:spcBef>
                </a:pPr>
              </a:p>
            </p:txBody>
          </p:sp>
        </p:grpSp>
        <p:grpSp>
          <p:nvGrpSpPr>
            <p:cNvPr name="Group 6" id="6"/>
            <p:cNvGrpSpPr/>
            <p:nvPr/>
          </p:nvGrpSpPr>
          <p:grpSpPr>
            <a:xfrm rot="0">
              <a:off x="18499830" y="891712"/>
              <a:ext cx="4457893" cy="3397582"/>
              <a:chOff x="0" y="0"/>
              <a:chExt cx="927680" cy="707031"/>
            </a:xfrm>
          </p:grpSpPr>
          <p:sp>
            <p:nvSpPr>
              <p:cNvPr name="Freeform 7" id="7"/>
              <p:cNvSpPr/>
              <p:nvPr/>
            </p:nvSpPr>
            <p:spPr>
              <a:xfrm flipH="false" flipV="false" rot="0">
                <a:off x="0" y="0"/>
                <a:ext cx="927680" cy="707031"/>
              </a:xfrm>
              <a:custGeom>
                <a:avLst/>
                <a:gdLst/>
                <a:ahLst/>
                <a:cxnLst/>
                <a:rect r="r" b="b" t="t" l="l"/>
                <a:pathLst>
                  <a:path h="707031" w="927680">
                    <a:moveTo>
                      <a:pt x="118094" y="0"/>
                    </a:moveTo>
                    <a:lnTo>
                      <a:pt x="809586" y="0"/>
                    </a:lnTo>
                    <a:cubicBezTo>
                      <a:pt x="874808" y="0"/>
                      <a:pt x="927680" y="52872"/>
                      <a:pt x="927680" y="118094"/>
                    </a:cubicBezTo>
                    <a:lnTo>
                      <a:pt x="927680" y="588937"/>
                    </a:lnTo>
                    <a:cubicBezTo>
                      <a:pt x="927680" y="654159"/>
                      <a:pt x="874808" y="707031"/>
                      <a:pt x="809586" y="707031"/>
                    </a:cubicBezTo>
                    <a:lnTo>
                      <a:pt x="118094" y="707031"/>
                    </a:lnTo>
                    <a:cubicBezTo>
                      <a:pt x="52872" y="707031"/>
                      <a:pt x="0" y="654159"/>
                      <a:pt x="0" y="588937"/>
                    </a:cubicBezTo>
                    <a:lnTo>
                      <a:pt x="0" y="118094"/>
                    </a:lnTo>
                    <a:cubicBezTo>
                      <a:pt x="0" y="52872"/>
                      <a:pt x="52872" y="0"/>
                      <a:pt x="118094" y="0"/>
                    </a:cubicBezTo>
                    <a:close/>
                  </a:path>
                </a:pathLst>
              </a:custGeom>
              <a:solidFill>
                <a:srgbClr val="FFFFFF"/>
              </a:solidFill>
              <a:ln cap="rnd">
                <a:noFill/>
                <a:prstDash val="solid"/>
                <a:round/>
              </a:ln>
            </p:spPr>
          </p:sp>
          <p:sp>
            <p:nvSpPr>
              <p:cNvPr name="TextBox 8" id="8"/>
              <p:cNvSpPr txBox="true"/>
              <p:nvPr/>
            </p:nvSpPr>
            <p:spPr>
              <a:xfrm>
                <a:off x="0" y="-38100"/>
                <a:ext cx="927680" cy="745131"/>
              </a:xfrm>
              <a:prstGeom prst="rect">
                <a:avLst/>
              </a:prstGeom>
            </p:spPr>
            <p:txBody>
              <a:bodyPr anchor="ctr" rtlCol="false" tIns="48220" lIns="48220" bIns="48220" rIns="48220"/>
              <a:lstStyle/>
              <a:p>
                <a:pPr algn="ctr" marL="0" indent="0" lvl="0">
                  <a:lnSpc>
                    <a:spcPts val="1853"/>
                  </a:lnSpc>
                  <a:spcBef>
                    <a:spcPct val="0"/>
                  </a:spcBef>
                </a:pPr>
              </a:p>
              <a:p>
                <a:pPr algn="ctr" marL="0" indent="0" lvl="0">
                  <a:lnSpc>
                    <a:spcPts val="1853"/>
                  </a:lnSpc>
                  <a:spcBef>
                    <a:spcPct val="0"/>
                  </a:spcBef>
                </a:pPr>
              </a:p>
              <a:p>
                <a:pPr algn="ctr" marL="0" indent="0" lvl="0">
                  <a:lnSpc>
                    <a:spcPts val="1853"/>
                  </a:lnSpc>
                  <a:spcBef>
                    <a:spcPct val="0"/>
                  </a:spcBef>
                </a:pPr>
              </a:p>
            </p:txBody>
          </p:sp>
        </p:grpSp>
        <p:grpSp>
          <p:nvGrpSpPr>
            <p:cNvPr name="Group 9" id="9"/>
            <p:cNvGrpSpPr/>
            <p:nvPr/>
          </p:nvGrpSpPr>
          <p:grpSpPr>
            <a:xfrm rot="0">
              <a:off x="18064463" y="1334482"/>
              <a:ext cx="2392010" cy="1865053"/>
              <a:chOff x="0" y="0"/>
              <a:chExt cx="497773" cy="388115"/>
            </a:xfrm>
          </p:grpSpPr>
          <p:sp>
            <p:nvSpPr>
              <p:cNvPr name="Freeform 10" id="10"/>
              <p:cNvSpPr/>
              <p:nvPr/>
            </p:nvSpPr>
            <p:spPr>
              <a:xfrm flipH="false" flipV="false" rot="0">
                <a:off x="0" y="0"/>
                <a:ext cx="497773" cy="388115"/>
              </a:xfrm>
              <a:custGeom>
                <a:avLst/>
                <a:gdLst/>
                <a:ahLst/>
                <a:cxnLst/>
                <a:rect r="r" b="b" t="t" l="l"/>
                <a:pathLst>
                  <a:path h="388115" w="497773">
                    <a:moveTo>
                      <a:pt x="0" y="0"/>
                    </a:moveTo>
                    <a:lnTo>
                      <a:pt x="497773" y="0"/>
                    </a:lnTo>
                    <a:lnTo>
                      <a:pt x="497773" y="388115"/>
                    </a:lnTo>
                    <a:lnTo>
                      <a:pt x="0" y="388115"/>
                    </a:lnTo>
                    <a:close/>
                  </a:path>
                </a:pathLst>
              </a:custGeom>
              <a:solidFill>
                <a:srgbClr val="FFFFFF"/>
              </a:solidFill>
              <a:ln cap="sq">
                <a:noFill/>
                <a:prstDash val="solid"/>
                <a:miter/>
              </a:ln>
            </p:spPr>
          </p:sp>
          <p:sp>
            <p:nvSpPr>
              <p:cNvPr name="TextBox 11" id="11"/>
              <p:cNvSpPr txBox="true"/>
              <p:nvPr/>
            </p:nvSpPr>
            <p:spPr>
              <a:xfrm>
                <a:off x="0" y="-38100"/>
                <a:ext cx="497773" cy="426215"/>
              </a:xfrm>
              <a:prstGeom prst="rect">
                <a:avLst/>
              </a:prstGeom>
            </p:spPr>
            <p:txBody>
              <a:bodyPr anchor="ctr" rtlCol="false" tIns="48220" lIns="48220" bIns="48220" rIns="48220"/>
              <a:lstStyle/>
              <a:p>
                <a:pPr algn="ctr" marL="0" indent="0" lvl="0">
                  <a:lnSpc>
                    <a:spcPts val="1853"/>
                  </a:lnSpc>
                  <a:spcBef>
                    <a:spcPct val="0"/>
                  </a:spcBef>
                </a:pPr>
              </a:p>
              <a:p>
                <a:pPr algn="ctr" marL="0" indent="0" lvl="0">
                  <a:lnSpc>
                    <a:spcPts val="1853"/>
                  </a:lnSpc>
                  <a:spcBef>
                    <a:spcPct val="0"/>
                  </a:spcBef>
                </a:pPr>
              </a:p>
              <a:p>
                <a:pPr algn="ctr" marL="0" indent="0" lvl="0">
                  <a:lnSpc>
                    <a:spcPts val="1853"/>
                  </a:lnSpc>
                  <a:spcBef>
                    <a:spcPct val="0"/>
                  </a:spcBef>
                </a:pPr>
              </a:p>
            </p:txBody>
          </p:sp>
        </p:grpSp>
        <p:grpSp>
          <p:nvGrpSpPr>
            <p:cNvPr name="Group 12" id="12"/>
            <p:cNvGrpSpPr/>
            <p:nvPr/>
          </p:nvGrpSpPr>
          <p:grpSpPr>
            <a:xfrm rot="0">
              <a:off x="16059231" y="0"/>
              <a:ext cx="2504831" cy="1727243"/>
              <a:chOff x="0" y="0"/>
              <a:chExt cx="521251" cy="359436"/>
            </a:xfrm>
          </p:grpSpPr>
          <p:sp>
            <p:nvSpPr>
              <p:cNvPr name="Freeform 13" id="13"/>
              <p:cNvSpPr/>
              <p:nvPr/>
            </p:nvSpPr>
            <p:spPr>
              <a:xfrm flipH="false" flipV="false" rot="0">
                <a:off x="0" y="0"/>
                <a:ext cx="521251" cy="359436"/>
              </a:xfrm>
              <a:custGeom>
                <a:avLst/>
                <a:gdLst/>
                <a:ahLst/>
                <a:cxnLst/>
                <a:rect r="r" b="b" t="t" l="l"/>
                <a:pathLst>
                  <a:path h="359436" w="521251">
                    <a:moveTo>
                      <a:pt x="179718" y="0"/>
                    </a:moveTo>
                    <a:lnTo>
                      <a:pt x="341533" y="0"/>
                    </a:lnTo>
                    <a:cubicBezTo>
                      <a:pt x="440789" y="0"/>
                      <a:pt x="521251" y="80463"/>
                      <a:pt x="521251" y="179718"/>
                    </a:cubicBezTo>
                    <a:lnTo>
                      <a:pt x="521251" y="179718"/>
                    </a:lnTo>
                    <a:cubicBezTo>
                      <a:pt x="521251" y="227382"/>
                      <a:pt x="502317" y="273094"/>
                      <a:pt x="468613" y="306798"/>
                    </a:cubicBezTo>
                    <a:cubicBezTo>
                      <a:pt x="434909" y="340502"/>
                      <a:pt x="389197" y="359436"/>
                      <a:pt x="341533" y="359436"/>
                    </a:cubicBezTo>
                    <a:lnTo>
                      <a:pt x="179718" y="359436"/>
                    </a:lnTo>
                    <a:cubicBezTo>
                      <a:pt x="132054" y="359436"/>
                      <a:pt x="86342" y="340502"/>
                      <a:pt x="52638" y="306798"/>
                    </a:cubicBezTo>
                    <a:cubicBezTo>
                      <a:pt x="18935" y="273094"/>
                      <a:pt x="0" y="227382"/>
                      <a:pt x="0" y="179718"/>
                    </a:cubicBezTo>
                    <a:lnTo>
                      <a:pt x="0" y="179718"/>
                    </a:lnTo>
                    <a:cubicBezTo>
                      <a:pt x="0" y="132054"/>
                      <a:pt x="18935" y="86342"/>
                      <a:pt x="52638" y="52638"/>
                    </a:cubicBezTo>
                    <a:cubicBezTo>
                      <a:pt x="86342" y="18935"/>
                      <a:pt x="132054" y="0"/>
                      <a:pt x="179718" y="0"/>
                    </a:cubicBezTo>
                    <a:close/>
                  </a:path>
                </a:pathLst>
              </a:custGeom>
              <a:solidFill>
                <a:srgbClr val="5170FF"/>
              </a:solidFill>
              <a:ln cap="rnd">
                <a:noFill/>
                <a:prstDash val="solid"/>
                <a:round/>
              </a:ln>
            </p:spPr>
          </p:sp>
          <p:sp>
            <p:nvSpPr>
              <p:cNvPr name="TextBox 14" id="14"/>
              <p:cNvSpPr txBox="true"/>
              <p:nvPr/>
            </p:nvSpPr>
            <p:spPr>
              <a:xfrm>
                <a:off x="0" y="-38100"/>
                <a:ext cx="521251" cy="397536"/>
              </a:xfrm>
              <a:prstGeom prst="rect">
                <a:avLst/>
              </a:prstGeom>
            </p:spPr>
            <p:txBody>
              <a:bodyPr anchor="ctr" rtlCol="false" tIns="48220" lIns="48220" bIns="48220" rIns="48220"/>
              <a:lstStyle/>
              <a:p>
                <a:pPr algn="ctr" marL="0" indent="0" lvl="0">
                  <a:lnSpc>
                    <a:spcPts val="1853"/>
                  </a:lnSpc>
                  <a:spcBef>
                    <a:spcPct val="0"/>
                  </a:spcBef>
                </a:pPr>
              </a:p>
              <a:p>
                <a:pPr algn="ctr" marL="0" indent="0" lvl="0">
                  <a:lnSpc>
                    <a:spcPts val="1853"/>
                  </a:lnSpc>
                  <a:spcBef>
                    <a:spcPct val="0"/>
                  </a:spcBef>
                </a:pPr>
              </a:p>
              <a:p>
                <a:pPr algn="ctr" marL="0" indent="0" lvl="0">
                  <a:lnSpc>
                    <a:spcPts val="1853"/>
                  </a:lnSpc>
                  <a:spcBef>
                    <a:spcPct val="0"/>
                  </a:spcBef>
                </a:pPr>
              </a:p>
            </p:txBody>
          </p:sp>
        </p:grpSp>
      </p:grpSp>
      <p:sp>
        <p:nvSpPr>
          <p:cNvPr name="TextBox 15" id="15"/>
          <p:cNvSpPr txBox="true"/>
          <p:nvPr/>
        </p:nvSpPr>
        <p:spPr>
          <a:xfrm rot="0">
            <a:off x="1355167" y="696396"/>
            <a:ext cx="12295240" cy="685800"/>
          </a:xfrm>
          <a:prstGeom prst="rect">
            <a:avLst/>
          </a:prstGeom>
        </p:spPr>
        <p:txBody>
          <a:bodyPr anchor="t" rtlCol="false" tIns="0" lIns="0" bIns="0" rIns="0">
            <a:spAutoFit/>
          </a:bodyPr>
          <a:lstStyle/>
          <a:p>
            <a:pPr algn="l" marL="0" indent="0" lvl="0">
              <a:lnSpc>
                <a:spcPts val="5100"/>
              </a:lnSpc>
              <a:spcBef>
                <a:spcPct val="0"/>
              </a:spcBef>
            </a:pPr>
            <a:r>
              <a:rPr lang="en-US" b="true" sz="5000" spc="-100" strike="noStrike" u="none">
                <a:solidFill>
                  <a:srgbClr val="FFFFFF"/>
                </a:solidFill>
                <a:latin typeface="프리젠테이션 Bold"/>
                <a:ea typeface="프리젠테이션 Bold"/>
                <a:cs typeface="프리젠테이션 Bold"/>
                <a:sym typeface="프리젠테이션 Bold"/>
              </a:rPr>
              <a:t>하네스 설계 4대 원칙</a:t>
            </a:r>
          </a:p>
        </p:txBody>
      </p:sp>
      <p:sp>
        <p:nvSpPr>
          <p:cNvPr name="Freeform 16" id="16"/>
          <p:cNvSpPr/>
          <p:nvPr/>
        </p:nvSpPr>
        <p:spPr>
          <a:xfrm flipH="false" flipV="false" rot="0">
            <a:off x="820604" y="843344"/>
            <a:ext cx="334731" cy="334731"/>
          </a:xfrm>
          <a:custGeom>
            <a:avLst/>
            <a:gdLst/>
            <a:ahLst/>
            <a:cxnLst/>
            <a:rect r="r" b="b" t="t" l="l"/>
            <a:pathLst>
              <a:path h="334731" w="334731">
                <a:moveTo>
                  <a:pt x="0" y="0"/>
                </a:moveTo>
                <a:lnTo>
                  <a:pt x="334731" y="0"/>
                </a:lnTo>
                <a:lnTo>
                  <a:pt x="334731" y="334731"/>
                </a:lnTo>
                <a:lnTo>
                  <a:pt x="0" y="334731"/>
                </a:lnTo>
                <a:lnTo>
                  <a:pt x="0" y="0"/>
                </a:lnTo>
                <a:close/>
              </a:path>
            </a:pathLst>
          </a:custGeom>
          <a:blipFill>
            <a:blip r:embed="rId3">
              <a:extLst>
                <a:ext uri="{96DAC541-7B7A-43D3-8B79-37D633B846F1}">
                  <asvg:svgBlip xmlns:asvg="http://schemas.microsoft.com/office/drawing/2016/SVG/main" r:embed="rId4"/>
                </a:ext>
              </a:extLst>
            </a:blip>
            <a:stretch>
              <a:fillRect l="0" t="0" r="0" b="0"/>
            </a:stretch>
          </a:blipFill>
        </p:spPr>
      </p:sp>
      <p:grpSp>
        <p:nvGrpSpPr>
          <p:cNvPr name="Group 17" id="17"/>
          <p:cNvGrpSpPr/>
          <p:nvPr/>
        </p:nvGrpSpPr>
        <p:grpSpPr>
          <a:xfrm rot="0">
            <a:off x="1717296" y="2898323"/>
            <a:ext cx="7335408" cy="2752701"/>
            <a:chOff x="0" y="0"/>
            <a:chExt cx="1931959" cy="724991"/>
          </a:xfrm>
        </p:grpSpPr>
        <p:sp>
          <p:nvSpPr>
            <p:cNvPr name="Freeform 18" id="18"/>
            <p:cNvSpPr/>
            <p:nvPr/>
          </p:nvSpPr>
          <p:spPr>
            <a:xfrm flipH="false" flipV="false" rot="0">
              <a:off x="0" y="0"/>
              <a:ext cx="1931959" cy="724991"/>
            </a:xfrm>
            <a:custGeom>
              <a:avLst/>
              <a:gdLst/>
              <a:ahLst/>
              <a:cxnLst/>
              <a:rect r="r" b="b" t="t" l="l"/>
              <a:pathLst>
                <a:path h="724991" w="1931959">
                  <a:moveTo>
                    <a:pt x="15831" y="0"/>
                  </a:moveTo>
                  <a:lnTo>
                    <a:pt x="1916128" y="0"/>
                  </a:lnTo>
                  <a:cubicBezTo>
                    <a:pt x="1920327" y="0"/>
                    <a:pt x="1924353" y="1668"/>
                    <a:pt x="1927322" y="4637"/>
                  </a:cubicBezTo>
                  <a:cubicBezTo>
                    <a:pt x="1930291" y="7606"/>
                    <a:pt x="1931959" y="11633"/>
                    <a:pt x="1931959" y="15831"/>
                  </a:cubicBezTo>
                  <a:lnTo>
                    <a:pt x="1931959" y="709160"/>
                  </a:lnTo>
                  <a:cubicBezTo>
                    <a:pt x="1931959" y="713359"/>
                    <a:pt x="1930291" y="717385"/>
                    <a:pt x="1927322" y="720354"/>
                  </a:cubicBezTo>
                  <a:cubicBezTo>
                    <a:pt x="1924353" y="723323"/>
                    <a:pt x="1920327" y="724991"/>
                    <a:pt x="1916128" y="724991"/>
                  </a:cubicBezTo>
                  <a:lnTo>
                    <a:pt x="15831" y="724991"/>
                  </a:lnTo>
                  <a:cubicBezTo>
                    <a:pt x="11633" y="724991"/>
                    <a:pt x="7606" y="723323"/>
                    <a:pt x="4637" y="720354"/>
                  </a:cubicBezTo>
                  <a:cubicBezTo>
                    <a:pt x="1668" y="717385"/>
                    <a:pt x="0" y="713359"/>
                    <a:pt x="0" y="709160"/>
                  </a:cubicBezTo>
                  <a:lnTo>
                    <a:pt x="0" y="15831"/>
                  </a:lnTo>
                  <a:cubicBezTo>
                    <a:pt x="0" y="11633"/>
                    <a:pt x="1668" y="7606"/>
                    <a:pt x="4637" y="4637"/>
                  </a:cubicBezTo>
                  <a:cubicBezTo>
                    <a:pt x="7606" y="1668"/>
                    <a:pt x="11633" y="0"/>
                    <a:pt x="15831" y="0"/>
                  </a:cubicBezTo>
                  <a:close/>
                </a:path>
              </a:pathLst>
            </a:custGeom>
            <a:solidFill>
              <a:srgbClr val="EAEAEA"/>
            </a:solidFill>
            <a:ln cap="sq">
              <a:noFill/>
              <a:prstDash val="solid"/>
              <a:miter/>
            </a:ln>
          </p:spPr>
        </p:sp>
        <p:sp>
          <p:nvSpPr>
            <p:cNvPr name="TextBox 19" id="19"/>
            <p:cNvSpPr txBox="true"/>
            <p:nvPr/>
          </p:nvSpPr>
          <p:spPr>
            <a:xfrm>
              <a:off x="0" y="19050"/>
              <a:ext cx="1931959" cy="705941"/>
            </a:xfrm>
            <a:prstGeom prst="rect">
              <a:avLst/>
            </a:prstGeom>
          </p:spPr>
          <p:txBody>
            <a:bodyPr anchor="ctr" rtlCol="false" tIns="50800" lIns="50800" bIns="50800" rIns="50800"/>
            <a:lstStyle/>
            <a:p>
              <a:pPr algn="ctr" marL="0" indent="0" lvl="0">
                <a:lnSpc>
                  <a:spcPts val="2743"/>
                </a:lnSpc>
                <a:spcBef>
                  <a:spcPct val="0"/>
                </a:spcBef>
              </a:pPr>
            </a:p>
          </p:txBody>
        </p:sp>
      </p:grpSp>
      <p:grpSp>
        <p:nvGrpSpPr>
          <p:cNvPr name="Group 20" id="20"/>
          <p:cNvGrpSpPr/>
          <p:nvPr/>
        </p:nvGrpSpPr>
        <p:grpSpPr>
          <a:xfrm rot="0">
            <a:off x="1717296" y="5846679"/>
            <a:ext cx="7335408" cy="2752701"/>
            <a:chOff x="0" y="0"/>
            <a:chExt cx="1931959" cy="724991"/>
          </a:xfrm>
        </p:grpSpPr>
        <p:sp>
          <p:nvSpPr>
            <p:cNvPr name="Freeform 21" id="21"/>
            <p:cNvSpPr/>
            <p:nvPr/>
          </p:nvSpPr>
          <p:spPr>
            <a:xfrm flipH="false" flipV="false" rot="0">
              <a:off x="0" y="0"/>
              <a:ext cx="1931959" cy="724991"/>
            </a:xfrm>
            <a:custGeom>
              <a:avLst/>
              <a:gdLst/>
              <a:ahLst/>
              <a:cxnLst/>
              <a:rect r="r" b="b" t="t" l="l"/>
              <a:pathLst>
                <a:path h="724991" w="1931959">
                  <a:moveTo>
                    <a:pt x="15831" y="0"/>
                  </a:moveTo>
                  <a:lnTo>
                    <a:pt x="1916128" y="0"/>
                  </a:lnTo>
                  <a:cubicBezTo>
                    <a:pt x="1920327" y="0"/>
                    <a:pt x="1924353" y="1668"/>
                    <a:pt x="1927322" y="4637"/>
                  </a:cubicBezTo>
                  <a:cubicBezTo>
                    <a:pt x="1930291" y="7606"/>
                    <a:pt x="1931959" y="11633"/>
                    <a:pt x="1931959" y="15831"/>
                  </a:cubicBezTo>
                  <a:lnTo>
                    <a:pt x="1931959" y="709160"/>
                  </a:lnTo>
                  <a:cubicBezTo>
                    <a:pt x="1931959" y="713359"/>
                    <a:pt x="1930291" y="717385"/>
                    <a:pt x="1927322" y="720354"/>
                  </a:cubicBezTo>
                  <a:cubicBezTo>
                    <a:pt x="1924353" y="723323"/>
                    <a:pt x="1920327" y="724991"/>
                    <a:pt x="1916128" y="724991"/>
                  </a:cubicBezTo>
                  <a:lnTo>
                    <a:pt x="15831" y="724991"/>
                  </a:lnTo>
                  <a:cubicBezTo>
                    <a:pt x="11633" y="724991"/>
                    <a:pt x="7606" y="723323"/>
                    <a:pt x="4637" y="720354"/>
                  </a:cubicBezTo>
                  <a:cubicBezTo>
                    <a:pt x="1668" y="717385"/>
                    <a:pt x="0" y="713359"/>
                    <a:pt x="0" y="709160"/>
                  </a:cubicBezTo>
                  <a:lnTo>
                    <a:pt x="0" y="15831"/>
                  </a:lnTo>
                  <a:cubicBezTo>
                    <a:pt x="0" y="11633"/>
                    <a:pt x="1668" y="7606"/>
                    <a:pt x="4637" y="4637"/>
                  </a:cubicBezTo>
                  <a:cubicBezTo>
                    <a:pt x="7606" y="1668"/>
                    <a:pt x="11633" y="0"/>
                    <a:pt x="15831" y="0"/>
                  </a:cubicBezTo>
                  <a:close/>
                </a:path>
              </a:pathLst>
            </a:custGeom>
            <a:solidFill>
              <a:srgbClr val="EAEAEA"/>
            </a:solidFill>
            <a:ln cap="sq">
              <a:noFill/>
              <a:prstDash val="solid"/>
              <a:miter/>
            </a:ln>
          </p:spPr>
        </p:sp>
        <p:sp>
          <p:nvSpPr>
            <p:cNvPr name="TextBox 22" id="22"/>
            <p:cNvSpPr txBox="true"/>
            <p:nvPr/>
          </p:nvSpPr>
          <p:spPr>
            <a:xfrm>
              <a:off x="0" y="19050"/>
              <a:ext cx="1931959" cy="705941"/>
            </a:xfrm>
            <a:prstGeom prst="rect">
              <a:avLst/>
            </a:prstGeom>
          </p:spPr>
          <p:txBody>
            <a:bodyPr anchor="ctr" rtlCol="false" tIns="50800" lIns="50800" bIns="50800" rIns="50800"/>
            <a:lstStyle/>
            <a:p>
              <a:pPr algn="ctr" marL="0" indent="0" lvl="0">
                <a:lnSpc>
                  <a:spcPts val="2743"/>
                </a:lnSpc>
                <a:spcBef>
                  <a:spcPct val="0"/>
                </a:spcBef>
              </a:pPr>
            </a:p>
          </p:txBody>
        </p:sp>
      </p:grpSp>
      <p:grpSp>
        <p:nvGrpSpPr>
          <p:cNvPr name="Group 23" id="23"/>
          <p:cNvGrpSpPr/>
          <p:nvPr/>
        </p:nvGrpSpPr>
        <p:grpSpPr>
          <a:xfrm rot="0">
            <a:off x="9244821" y="2898323"/>
            <a:ext cx="7335408" cy="2752701"/>
            <a:chOff x="0" y="0"/>
            <a:chExt cx="1931959" cy="724991"/>
          </a:xfrm>
        </p:grpSpPr>
        <p:sp>
          <p:nvSpPr>
            <p:cNvPr name="Freeform 24" id="24"/>
            <p:cNvSpPr/>
            <p:nvPr/>
          </p:nvSpPr>
          <p:spPr>
            <a:xfrm flipH="false" flipV="false" rot="0">
              <a:off x="0" y="0"/>
              <a:ext cx="1931959" cy="724991"/>
            </a:xfrm>
            <a:custGeom>
              <a:avLst/>
              <a:gdLst/>
              <a:ahLst/>
              <a:cxnLst/>
              <a:rect r="r" b="b" t="t" l="l"/>
              <a:pathLst>
                <a:path h="724991" w="1931959">
                  <a:moveTo>
                    <a:pt x="15831" y="0"/>
                  </a:moveTo>
                  <a:lnTo>
                    <a:pt x="1916128" y="0"/>
                  </a:lnTo>
                  <a:cubicBezTo>
                    <a:pt x="1920327" y="0"/>
                    <a:pt x="1924353" y="1668"/>
                    <a:pt x="1927322" y="4637"/>
                  </a:cubicBezTo>
                  <a:cubicBezTo>
                    <a:pt x="1930291" y="7606"/>
                    <a:pt x="1931959" y="11633"/>
                    <a:pt x="1931959" y="15831"/>
                  </a:cubicBezTo>
                  <a:lnTo>
                    <a:pt x="1931959" y="709160"/>
                  </a:lnTo>
                  <a:cubicBezTo>
                    <a:pt x="1931959" y="713359"/>
                    <a:pt x="1930291" y="717385"/>
                    <a:pt x="1927322" y="720354"/>
                  </a:cubicBezTo>
                  <a:cubicBezTo>
                    <a:pt x="1924353" y="723323"/>
                    <a:pt x="1920327" y="724991"/>
                    <a:pt x="1916128" y="724991"/>
                  </a:cubicBezTo>
                  <a:lnTo>
                    <a:pt x="15831" y="724991"/>
                  </a:lnTo>
                  <a:cubicBezTo>
                    <a:pt x="11633" y="724991"/>
                    <a:pt x="7606" y="723323"/>
                    <a:pt x="4637" y="720354"/>
                  </a:cubicBezTo>
                  <a:cubicBezTo>
                    <a:pt x="1668" y="717385"/>
                    <a:pt x="0" y="713359"/>
                    <a:pt x="0" y="709160"/>
                  </a:cubicBezTo>
                  <a:lnTo>
                    <a:pt x="0" y="15831"/>
                  </a:lnTo>
                  <a:cubicBezTo>
                    <a:pt x="0" y="11633"/>
                    <a:pt x="1668" y="7606"/>
                    <a:pt x="4637" y="4637"/>
                  </a:cubicBezTo>
                  <a:cubicBezTo>
                    <a:pt x="7606" y="1668"/>
                    <a:pt x="11633" y="0"/>
                    <a:pt x="15831" y="0"/>
                  </a:cubicBezTo>
                  <a:close/>
                </a:path>
              </a:pathLst>
            </a:custGeom>
            <a:solidFill>
              <a:srgbClr val="EAEAEA"/>
            </a:solidFill>
            <a:ln cap="sq">
              <a:noFill/>
              <a:prstDash val="solid"/>
              <a:miter/>
            </a:ln>
          </p:spPr>
        </p:sp>
        <p:sp>
          <p:nvSpPr>
            <p:cNvPr name="TextBox 25" id="25"/>
            <p:cNvSpPr txBox="true"/>
            <p:nvPr/>
          </p:nvSpPr>
          <p:spPr>
            <a:xfrm>
              <a:off x="0" y="19050"/>
              <a:ext cx="1931959" cy="705941"/>
            </a:xfrm>
            <a:prstGeom prst="rect">
              <a:avLst/>
            </a:prstGeom>
          </p:spPr>
          <p:txBody>
            <a:bodyPr anchor="ctr" rtlCol="false" tIns="50800" lIns="50800" bIns="50800" rIns="50800"/>
            <a:lstStyle/>
            <a:p>
              <a:pPr algn="ctr" marL="0" indent="0" lvl="0">
                <a:lnSpc>
                  <a:spcPts val="2743"/>
                </a:lnSpc>
                <a:spcBef>
                  <a:spcPct val="0"/>
                </a:spcBef>
              </a:pPr>
            </a:p>
          </p:txBody>
        </p:sp>
      </p:grpSp>
      <p:grpSp>
        <p:nvGrpSpPr>
          <p:cNvPr name="Group 26" id="26"/>
          <p:cNvGrpSpPr/>
          <p:nvPr/>
        </p:nvGrpSpPr>
        <p:grpSpPr>
          <a:xfrm rot="0">
            <a:off x="9244821" y="5846679"/>
            <a:ext cx="7335408" cy="2752701"/>
            <a:chOff x="0" y="0"/>
            <a:chExt cx="1931959" cy="724991"/>
          </a:xfrm>
        </p:grpSpPr>
        <p:sp>
          <p:nvSpPr>
            <p:cNvPr name="Freeform 27" id="27"/>
            <p:cNvSpPr/>
            <p:nvPr/>
          </p:nvSpPr>
          <p:spPr>
            <a:xfrm flipH="false" flipV="false" rot="0">
              <a:off x="0" y="0"/>
              <a:ext cx="1931959" cy="724991"/>
            </a:xfrm>
            <a:custGeom>
              <a:avLst/>
              <a:gdLst/>
              <a:ahLst/>
              <a:cxnLst/>
              <a:rect r="r" b="b" t="t" l="l"/>
              <a:pathLst>
                <a:path h="724991" w="1931959">
                  <a:moveTo>
                    <a:pt x="15831" y="0"/>
                  </a:moveTo>
                  <a:lnTo>
                    <a:pt x="1916128" y="0"/>
                  </a:lnTo>
                  <a:cubicBezTo>
                    <a:pt x="1920327" y="0"/>
                    <a:pt x="1924353" y="1668"/>
                    <a:pt x="1927322" y="4637"/>
                  </a:cubicBezTo>
                  <a:cubicBezTo>
                    <a:pt x="1930291" y="7606"/>
                    <a:pt x="1931959" y="11633"/>
                    <a:pt x="1931959" y="15831"/>
                  </a:cubicBezTo>
                  <a:lnTo>
                    <a:pt x="1931959" y="709160"/>
                  </a:lnTo>
                  <a:cubicBezTo>
                    <a:pt x="1931959" y="713359"/>
                    <a:pt x="1930291" y="717385"/>
                    <a:pt x="1927322" y="720354"/>
                  </a:cubicBezTo>
                  <a:cubicBezTo>
                    <a:pt x="1924353" y="723323"/>
                    <a:pt x="1920327" y="724991"/>
                    <a:pt x="1916128" y="724991"/>
                  </a:cubicBezTo>
                  <a:lnTo>
                    <a:pt x="15831" y="724991"/>
                  </a:lnTo>
                  <a:cubicBezTo>
                    <a:pt x="11633" y="724991"/>
                    <a:pt x="7606" y="723323"/>
                    <a:pt x="4637" y="720354"/>
                  </a:cubicBezTo>
                  <a:cubicBezTo>
                    <a:pt x="1668" y="717385"/>
                    <a:pt x="0" y="713359"/>
                    <a:pt x="0" y="709160"/>
                  </a:cubicBezTo>
                  <a:lnTo>
                    <a:pt x="0" y="15831"/>
                  </a:lnTo>
                  <a:cubicBezTo>
                    <a:pt x="0" y="11633"/>
                    <a:pt x="1668" y="7606"/>
                    <a:pt x="4637" y="4637"/>
                  </a:cubicBezTo>
                  <a:cubicBezTo>
                    <a:pt x="7606" y="1668"/>
                    <a:pt x="11633" y="0"/>
                    <a:pt x="15831" y="0"/>
                  </a:cubicBezTo>
                  <a:close/>
                </a:path>
              </a:pathLst>
            </a:custGeom>
            <a:solidFill>
              <a:srgbClr val="EAEAEA"/>
            </a:solidFill>
            <a:ln cap="sq">
              <a:noFill/>
              <a:prstDash val="solid"/>
              <a:miter/>
            </a:ln>
          </p:spPr>
        </p:sp>
        <p:sp>
          <p:nvSpPr>
            <p:cNvPr name="TextBox 28" id="28"/>
            <p:cNvSpPr txBox="true"/>
            <p:nvPr/>
          </p:nvSpPr>
          <p:spPr>
            <a:xfrm>
              <a:off x="0" y="19050"/>
              <a:ext cx="1931959" cy="705941"/>
            </a:xfrm>
            <a:prstGeom prst="rect">
              <a:avLst/>
            </a:prstGeom>
          </p:spPr>
          <p:txBody>
            <a:bodyPr anchor="ctr" rtlCol="false" tIns="50800" lIns="50800" bIns="50800" rIns="50800"/>
            <a:lstStyle/>
            <a:p>
              <a:pPr algn="ctr" marL="0" indent="0" lvl="0">
                <a:lnSpc>
                  <a:spcPts val="2743"/>
                </a:lnSpc>
                <a:spcBef>
                  <a:spcPct val="0"/>
                </a:spcBef>
              </a:pPr>
            </a:p>
          </p:txBody>
        </p:sp>
      </p:grpSp>
      <p:grpSp>
        <p:nvGrpSpPr>
          <p:cNvPr name="Group 29" id="29"/>
          <p:cNvGrpSpPr/>
          <p:nvPr/>
        </p:nvGrpSpPr>
        <p:grpSpPr>
          <a:xfrm rot="0">
            <a:off x="7512059" y="5378921"/>
            <a:ext cx="3263882" cy="851964"/>
            <a:chOff x="0" y="0"/>
            <a:chExt cx="859623" cy="224386"/>
          </a:xfrm>
        </p:grpSpPr>
        <p:sp>
          <p:nvSpPr>
            <p:cNvPr name="Freeform 30" id="30"/>
            <p:cNvSpPr/>
            <p:nvPr/>
          </p:nvSpPr>
          <p:spPr>
            <a:xfrm flipH="false" flipV="false" rot="0">
              <a:off x="0" y="0"/>
              <a:ext cx="859623" cy="224386"/>
            </a:xfrm>
            <a:custGeom>
              <a:avLst/>
              <a:gdLst/>
              <a:ahLst/>
              <a:cxnLst/>
              <a:rect r="r" b="b" t="t" l="l"/>
              <a:pathLst>
                <a:path h="224386" w="859623">
                  <a:moveTo>
                    <a:pt x="35580" y="0"/>
                  </a:moveTo>
                  <a:lnTo>
                    <a:pt x="824043" y="0"/>
                  </a:lnTo>
                  <a:cubicBezTo>
                    <a:pt x="833480" y="0"/>
                    <a:pt x="842530" y="3749"/>
                    <a:pt x="849202" y="10421"/>
                  </a:cubicBezTo>
                  <a:cubicBezTo>
                    <a:pt x="855875" y="17094"/>
                    <a:pt x="859623" y="26144"/>
                    <a:pt x="859623" y="35580"/>
                  </a:cubicBezTo>
                  <a:lnTo>
                    <a:pt x="859623" y="188806"/>
                  </a:lnTo>
                  <a:cubicBezTo>
                    <a:pt x="859623" y="208456"/>
                    <a:pt x="843694" y="224386"/>
                    <a:pt x="824043" y="224386"/>
                  </a:cubicBezTo>
                  <a:lnTo>
                    <a:pt x="35580" y="224386"/>
                  </a:lnTo>
                  <a:cubicBezTo>
                    <a:pt x="26144" y="224386"/>
                    <a:pt x="17094" y="220637"/>
                    <a:pt x="10421" y="213964"/>
                  </a:cubicBezTo>
                  <a:cubicBezTo>
                    <a:pt x="3749" y="207292"/>
                    <a:pt x="0" y="198242"/>
                    <a:pt x="0" y="188806"/>
                  </a:cubicBezTo>
                  <a:lnTo>
                    <a:pt x="0" y="35580"/>
                  </a:lnTo>
                  <a:cubicBezTo>
                    <a:pt x="0" y="26144"/>
                    <a:pt x="3749" y="17094"/>
                    <a:pt x="10421" y="10421"/>
                  </a:cubicBezTo>
                  <a:cubicBezTo>
                    <a:pt x="17094" y="3749"/>
                    <a:pt x="26144" y="0"/>
                    <a:pt x="35580" y="0"/>
                  </a:cubicBezTo>
                  <a:close/>
                </a:path>
              </a:pathLst>
            </a:custGeom>
            <a:solidFill>
              <a:srgbClr val="5170FF"/>
            </a:solidFill>
            <a:ln cap="sq">
              <a:noFill/>
              <a:prstDash val="solid"/>
              <a:miter/>
            </a:ln>
          </p:spPr>
        </p:sp>
        <p:sp>
          <p:nvSpPr>
            <p:cNvPr name="TextBox 31" id="31"/>
            <p:cNvSpPr txBox="true"/>
            <p:nvPr/>
          </p:nvSpPr>
          <p:spPr>
            <a:xfrm>
              <a:off x="0" y="19050"/>
              <a:ext cx="859623" cy="205336"/>
            </a:xfrm>
            <a:prstGeom prst="rect">
              <a:avLst/>
            </a:prstGeom>
          </p:spPr>
          <p:txBody>
            <a:bodyPr anchor="ctr" rtlCol="false" tIns="50800" lIns="50800" bIns="50800" rIns="50800"/>
            <a:lstStyle/>
            <a:p>
              <a:pPr algn="ctr" marL="0" indent="0" lvl="0">
                <a:lnSpc>
                  <a:spcPts val="2743"/>
                </a:lnSpc>
                <a:spcBef>
                  <a:spcPct val="0"/>
                </a:spcBef>
              </a:pPr>
            </a:p>
          </p:txBody>
        </p:sp>
      </p:grpSp>
      <p:sp>
        <p:nvSpPr>
          <p:cNvPr name="TextBox 32" id="32"/>
          <p:cNvSpPr txBox="true"/>
          <p:nvPr/>
        </p:nvSpPr>
        <p:spPr>
          <a:xfrm rot="0">
            <a:off x="7512059" y="5550371"/>
            <a:ext cx="3263882" cy="484378"/>
          </a:xfrm>
          <a:prstGeom prst="rect">
            <a:avLst/>
          </a:prstGeom>
        </p:spPr>
        <p:txBody>
          <a:bodyPr anchor="t" rtlCol="false" tIns="0" lIns="0" bIns="0" rIns="0">
            <a:spAutoFit/>
          </a:bodyPr>
          <a:lstStyle/>
          <a:p>
            <a:pPr algn="ctr" marL="0" indent="0" lvl="0">
              <a:lnSpc>
                <a:spcPts val="3776"/>
              </a:lnSpc>
              <a:spcBef>
                <a:spcPct val="0"/>
              </a:spcBef>
            </a:pPr>
            <a:r>
              <a:rPr lang="en-US" b="true" sz="3200" spc="-64" strike="noStrike" u="none">
                <a:solidFill>
                  <a:srgbClr val="FFFFFF"/>
                </a:solidFill>
                <a:latin typeface="프리젠테이션 Bold"/>
                <a:ea typeface="프리젠테이션 Bold"/>
                <a:cs typeface="프리젠테이션 Bold"/>
                <a:sym typeface="프리젠테이션 Bold"/>
              </a:rPr>
              <a:t>4대 원칙</a:t>
            </a:r>
          </a:p>
        </p:txBody>
      </p:sp>
      <p:sp>
        <p:nvSpPr>
          <p:cNvPr name="TextBox 33" id="33"/>
          <p:cNvSpPr txBox="true"/>
          <p:nvPr/>
        </p:nvSpPr>
        <p:spPr>
          <a:xfrm rot="0">
            <a:off x="3020968" y="3254392"/>
            <a:ext cx="4728065" cy="484378"/>
          </a:xfrm>
          <a:prstGeom prst="rect">
            <a:avLst/>
          </a:prstGeom>
        </p:spPr>
        <p:txBody>
          <a:bodyPr anchor="t" rtlCol="false" tIns="0" lIns="0" bIns="0" rIns="0">
            <a:spAutoFit/>
          </a:bodyPr>
          <a:lstStyle/>
          <a:p>
            <a:pPr algn="ctr" marL="0" indent="0" lvl="0">
              <a:lnSpc>
                <a:spcPts val="3776"/>
              </a:lnSpc>
              <a:spcBef>
                <a:spcPct val="0"/>
              </a:spcBef>
            </a:pPr>
            <a:r>
              <a:rPr lang="en-US" b="true" sz="3200" spc="-64" strike="noStrike" u="none">
                <a:solidFill>
                  <a:srgbClr val="5170FF"/>
                </a:solidFill>
                <a:latin typeface="프리젠테이션 Bold"/>
                <a:ea typeface="프리젠테이션 Bold"/>
                <a:cs typeface="프리젠테이션 Bold"/>
                <a:sym typeface="프리젠테이션 Bold"/>
              </a:rPr>
              <a:t>① 환경 바꾸기</a:t>
            </a:r>
          </a:p>
        </p:txBody>
      </p:sp>
      <p:sp>
        <p:nvSpPr>
          <p:cNvPr name="TextBox 34" id="34"/>
          <p:cNvSpPr txBox="true"/>
          <p:nvPr/>
        </p:nvSpPr>
        <p:spPr>
          <a:xfrm rot="0">
            <a:off x="3020968" y="6202748"/>
            <a:ext cx="4728065" cy="484378"/>
          </a:xfrm>
          <a:prstGeom prst="rect">
            <a:avLst/>
          </a:prstGeom>
        </p:spPr>
        <p:txBody>
          <a:bodyPr anchor="t" rtlCol="false" tIns="0" lIns="0" bIns="0" rIns="0">
            <a:spAutoFit/>
          </a:bodyPr>
          <a:lstStyle/>
          <a:p>
            <a:pPr algn="ctr" marL="0" indent="0" lvl="0">
              <a:lnSpc>
                <a:spcPts val="3776"/>
              </a:lnSpc>
              <a:spcBef>
                <a:spcPct val="0"/>
              </a:spcBef>
            </a:pPr>
            <a:r>
              <a:rPr lang="en-US" b="true" sz="3200" spc="-64" strike="noStrike" u="none">
                <a:solidFill>
                  <a:srgbClr val="5170FF"/>
                </a:solidFill>
                <a:latin typeface="프리젠테이션 Bold"/>
                <a:ea typeface="프리젠테이션 Bold"/>
                <a:cs typeface="프리젠테이션 Bold"/>
                <a:sym typeface="프리젠테이션 Bold"/>
              </a:rPr>
              <a:t>③ 규칙은 조금씩</a:t>
            </a:r>
          </a:p>
        </p:txBody>
      </p:sp>
      <p:sp>
        <p:nvSpPr>
          <p:cNvPr name="TextBox 35" id="35"/>
          <p:cNvSpPr txBox="true"/>
          <p:nvPr/>
        </p:nvSpPr>
        <p:spPr>
          <a:xfrm rot="0">
            <a:off x="10548493" y="3254392"/>
            <a:ext cx="4728065" cy="484378"/>
          </a:xfrm>
          <a:prstGeom prst="rect">
            <a:avLst/>
          </a:prstGeom>
        </p:spPr>
        <p:txBody>
          <a:bodyPr anchor="t" rtlCol="false" tIns="0" lIns="0" bIns="0" rIns="0">
            <a:spAutoFit/>
          </a:bodyPr>
          <a:lstStyle/>
          <a:p>
            <a:pPr algn="ctr" marL="0" indent="0" lvl="0">
              <a:lnSpc>
                <a:spcPts val="3776"/>
              </a:lnSpc>
              <a:spcBef>
                <a:spcPct val="0"/>
              </a:spcBef>
            </a:pPr>
            <a:r>
              <a:rPr lang="en-US" b="true" sz="3200" spc="-64" strike="noStrike" u="none">
                <a:solidFill>
                  <a:srgbClr val="5170FF"/>
                </a:solidFill>
                <a:latin typeface="프리젠테이션 Bold"/>
                <a:ea typeface="프리젠테이션 Bold"/>
                <a:cs typeface="프리젠테이션 Bold"/>
                <a:sym typeface="프리젠테이션 Bold"/>
              </a:rPr>
              <a:t>② 실패에서 시작</a:t>
            </a:r>
          </a:p>
        </p:txBody>
      </p:sp>
      <p:sp>
        <p:nvSpPr>
          <p:cNvPr name="TextBox 36" id="36"/>
          <p:cNvSpPr txBox="true"/>
          <p:nvPr/>
        </p:nvSpPr>
        <p:spPr>
          <a:xfrm rot="0">
            <a:off x="10548493" y="6202748"/>
            <a:ext cx="4728065" cy="484378"/>
          </a:xfrm>
          <a:prstGeom prst="rect">
            <a:avLst/>
          </a:prstGeom>
        </p:spPr>
        <p:txBody>
          <a:bodyPr anchor="t" rtlCol="false" tIns="0" lIns="0" bIns="0" rIns="0">
            <a:spAutoFit/>
          </a:bodyPr>
          <a:lstStyle/>
          <a:p>
            <a:pPr algn="ctr" marL="0" indent="0" lvl="0">
              <a:lnSpc>
                <a:spcPts val="3776"/>
              </a:lnSpc>
              <a:spcBef>
                <a:spcPct val="0"/>
              </a:spcBef>
            </a:pPr>
            <a:r>
              <a:rPr lang="en-US" b="true" sz="3200" spc="-64" strike="noStrike" u="none">
                <a:solidFill>
                  <a:srgbClr val="5170FF"/>
                </a:solidFill>
                <a:latin typeface="프리젠테이션 Bold"/>
                <a:ea typeface="프리젠테이션 Bold"/>
                <a:cs typeface="프리젠테이션 Bold"/>
                <a:sym typeface="프리젠테이션 Bold"/>
              </a:rPr>
              <a:t>④ 시스템으로 강제</a:t>
            </a:r>
          </a:p>
        </p:txBody>
      </p:sp>
      <p:grpSp>
        <p:nvGrpSpPr>
          <p:cNvPr name="Group 37" id="37"/>
          <p:cNvGrpSpPr/>
          <p:nvPr/>
        </p:nvGrpSpPr>
        <p:grpSpPr>
          <a:xfrm rot="0">
            <a:off x="3122994" y="4303307"/>
            <a:ext cx="4785385" cy="304800"/>
            <a:chOff x="0" y="0"/>
            <a:chExt cx="6380513" cy="406400"/>
          </a:xfrm>
        </p:grpSpPr>
        <p:sp>
          <p:nvSpPr>
            <p:cNvPr name="TextBox 38" id="38"/>
            <p:cNvSpPr txBox="true"/>
            <p:nvPr/>
          </p:nvSpPr>
          <p:spPr>
            <a:xfrm rot="0">
              <a:off x="303953" y="-76200"/>
              <a:ext cx="6076560" cy="482600"/>
            </a:xfrm>
            <a:prstGeom prst="rect">
              <a:avLst/>
            </a:prstGeom>
          </p:spPr>
          <p:txBody>
            <a:bodyPr anchor="t" rtlCol="false" tIns="0" lIns="0" bIns="0" rIns="0">
              <a:spAutoFit/>
            </a:bodyPr>
            <a:lstStyle/>
            <a:p>
              <a:pPr algn="l" marL="0" indent="0" lvl="0">
                <a:lnSpc>
                  <a:spcPts val="3000"/>
                </a:lnSpc>
                <a:spcBef>
                  <a:spcPct val="0"/>
                </a:spcBef>
              </a:pPr>
              <a:r>
                <a:rPr lang="en-US" b="true" sz="2000" spc="-40" strike="noStrike" u="none">
                  <a:solidFill>
                    <a:srgbClr val="000000">
                      <a:alpha val="69804"/>
                    </a:srgbClr>
                  </a:solidFill>
                  <a:latin typeface="프리젠테이션 Bold"/>
                  <a:ea typeface="프리젠테이션 Bold"/>
                  <a:cs typeface="프리젠테이션 Bold"/>
                  <a:sym typeface="프리젠테이션 Bold"/>
                </a:rPr>
                <a:t>AI를 바꾸지 말고 환경을 바꾸기</a:t>
              </a:r>
            </a:p>
          </p:txBody>
        </p:sp>
        <p:sp>
          <p:nvSpPr>
            <p:cNvPr name="Freeform 39" id="39"/>
            <p:cNvSpPr/>
            <p:nvPr/>
          </p:nvSpPr>
          <p:spPr>
            <a:xfrm flipH="false" flipV="false" rot="0">
              <a:off x="0" y="130895"/>
              <a:ext cx="189653" cy="144610"/>
            </a:xfrm>
            <a:custGeom>
              <a:avLst/>
              <a:gdLst/>
              <a:ahLst/>
              <a:cxnLst/>
              <a:rect r="r" b="b" t="t" l="l"/>
              <a:pathLst>
                <a:path h="144610" w="189653">
                  <a:moveTo>
                    <a:pt x="0" y="0"/>
                  </a:moveTo>
                  <a:lnTo>
                    <a:pt x="189653" y="0"/>
                  </a:lnTo>
                  <a:lnTo>
                    <a:pt x="189653" y="144610"/>
                  </a:lnTo>
                  <a:lnTo>
                    <a:pt x="0" y="144610"/>
                  </a:lnTo>
                  <a:lnTo>
                    <a:pt x="0" y="0"/>
                  </a:lnTo>
                  <a:close/>
                </a:path>
              </a:pathLst>
            </a:custGeom>
            <a:blipFill>
              <a:blip r:embed="rId5">
                <a:extLst>
                  <a:ext uri="{96DAC541-7B7A-43D3-8B79-37D633B846F1}">
                    <asvg:svgBlip xmlns:asvg="http://schemas.microsoft.com/office/drawing/2016/SVG/main" r:embed="rId6"/>
                  </a:ext>
                </a:extLst>
              </a:blip>
              <a:stretch>
                <a:fillRect l="0" t="0" r="0" b="0"/>
              </a:stretch>
            </a:blipFill>
          </p:spPr>
        </p:sp>
      </p:grpSp>
      <p:grpSp>
        <p:nvGrpSpPr>
          <p:cNvPr name="Group 40" id="40"/>
          <p:cNvGrpSpPr/>
          <p:nvPr/>
        </p:nvGrpSpPr>
        <p:grpSpPr>
          <a:xfrm rot="0">
            <a:off x="3135542" y="7251663"/>
            <a:ext cx="4753926" cy="304800"/>
            <a:chOff x="0" y="0"/>
            <a:chExt cx="6338568" cy="406400"/>
          </a:xfrm>
        </p:grpSpPr>
        <p:sp>
          <p:nvSpPr>
            <p:cNvPr name="TextBox 41" id="41"/>
            <p:cNvSpPr txBox="true"/>
            <p:nvPr/>
          </p:nvSpPr>
          <p:spPr>
            <a:xfrm rot="0">
              <a:off x="303953" y="-76200"/>
              <a:ext cx="6034615" cy="482600"/>
            </a:xfrm>
            <a:prstGeom prst="rect">
              <a:avLst/>
            </a:prstGeom>
          </p:spPr>
          <p:txBody>
            <a:bodyPr anchor="t" rtlCol="false" tIns="0" lIns="0" bIns="0" rIns="0">
              <a:spAutoFit/>
            </a:bodyPr>
            <a:lstStyle/>
            <a:p>
              <a:pPr algn="l" marL="0" indent="0" lvl="0">
                <a:lnSpc>
                  <a:spcPts val="3000"/>
                </a:lnSpc>
                <a:spcBef>
                  <a:spcPct val="0"/>
                </a:spcBef>
              </a:pPr>
              <a:r>
                <a:rPr lang="en-US" b="true" sz="2000" spc="-40" strike="noStrike" u="none">
                  <a:solidFill>
                    <a:srgbClr val="000000">
                      <a:alpha val="69804"/>
                    </a:srgbClr>
                  </a:solidFill>
                  <a:latin typeface="프리젠테이션 Bold"/>
                  <a:ea typeface="프리젠테이션 Bold"/>
                  <a:cs typeface="프리젠테이션 Bold"/>
                  <a:sym typeface="프리젠테이션 Bold"/>
                </a:rPr>
                <a:t>필요할 때 필요한 규칙만</a:t>
              </a:r>
            </a:p>
          </p:txBody>
        </p:sp>
        <p:sp>
          <p:nvSpPr>
            <p:cNvPr name="Freeform 42" id="42"/>
            <p:cNvSpPr/>
            <p:nvPr/>
          </p:nvSpPr>
          <p:spPr>
            <a:xfrm flipH="false" flipV="false" rot="0">
              <a:off x="0" y="130895"/>
              <a:ext cx="189653" cy="144610"/>
            </a:xfrm>
            <a:custGeom>
              <a:avLst/>
              <a:gdLst/>
              <a:ahLst/>
              <a:cxnLst/>
              <a:rect r="r" b="b" t="t" l="l"/>
              <a:pathLst>
                <a:path h="144610" w="189653">
                  <a:moveTo>
                    <a:pt x="0" y="0"/>
                  </a:moveTo>
                  <a:lnTo>
                    <a:pt x="189653" y="0"/>
                  </a:lnTo>
                  <a:lnTo>
                    <a:pt x="189653" y="144610"/>
                  </a:lnTo>
                  <a:lnTo>
                    <a:pt x="0" y="144610"/>
                  </a:lnTo>
                  <a:lnTo>
                    <a:pt x="0" y="0"/>
                  </a:lnTo>
                  <a:close/>
                </a:path>
              </a:pathLst>
            </a:custGeom>
            <a:blipFill>
              <a:blip r:embed="rId5">
                <a:extLst>
                  <a:ext uri="{96DAC541-7B7A-43D3-8B79-37D633B846F1}">
                    <asvg:svgBlip xmlns:asvg="http://schemas.microsoft.com/office/drawing/2016/SVG/main" r:embed="rId6"/>
                  </a:ext>
                </a:extLst>
              </a:blip>
              <a:stretch>
                <a:fillRect l="0" t="0" r="0" b="0"/>
              </a:stretch>
            </a:blipFill>
          </p:spPr>
        </p:sp>
      </p:grpSp>
      <p:grpSp>
        <p:nvGrpSpPr>
          <p:cNvPr name="Group 43" id="43"/>
          <p:cNvGrpSpPr/>
          <p:nvPr/>
        </p:nvGrpSpPr>
        <p:grpSpPr>
          <a:xfrm rot="0">
            <a:off x="10592422" y="4303307"/>
            <a:ext cx="4752200" cy="304800"/>
            <a:chOff x="0" y="0"/>
            <a:chExt cx="6336266" cy="406400"/>
          </a:xfrm>
        </p:grpSpPr>
        <p:sp>
          <p:nvSpPr>
            <p:cNvPr name="TextBox 44" id="44"/>
            <p:cNvSpPr txBox="true"/>
            <p:nvPr/>
          </p:nvSpPr>
          <p:spPr>
            <a:xfrm rot="0">
              <a:off x="303953" y="-76200"/>
              <a:ext cx="6032313" cy="482600"/>
            </a:xfrm>
            <a:prstGeom prst="rect">
              <a:avLst/>
            </a:prstGeom>
          </p:spPr>
          <p:txBody>
            <a:bodyPr anchor="t" rtlCol="false" tIns="0" lIns="0" bIns="0" rIns="0">
              <a:spAutoFit/>
            </a:bodyPr>
            <a:lstStyle/>
            <a:p>
              <a:pPr algn="l" marL="0" indent="0" lvl="0">
                <a:lnSpc>
                  <a:spcPts val="3000"/>
                </a:lnSpc>
                <a:spcBef>
                  <a:spcPct val="0"/>
                </a:spcBef>
              </a:pPr>
              <a:r>
                <a:rPr lang="en-US" b="true" sz="2000" spc="-40" strike="noStrike" u="none">
                  <a:solidFill>
                    <a:srgbClr val="000000">
                      <a:alpha val="69804"/>
                    </a:srgbClr>
                  </a:solidFill>
                  <a:latin typeface="프리젠테이션 Bold"/>
                  <a:ea typeface="프리젠테이션 Bold"/>
                  <a:cs typeface="프리젠테이션 Bold"/>
                  <a:sym typeface="프리젠테이션 Bold"/>
                </a:rPr>
                <a:t>AI가 틀린 곳 == 규칙 추가 지점</a:t>
              </a:r>
            </a:p>
          </p:txBody>
        </p:sp>
        <p:sp>
          <p:nvSpPr>
            <p:cNvPr name="Freeform 45" id="45"/>
            <p:cNvSpPr/>
            <p:nvPr/>
          </p:nvSpPr>
          <p:spPr>
            <a:xfrm flipH="false" flipV="false" rot="0">
              <a:off x="0" y="130895"/>
              <a:ext cx="189653" cy="144610"/>
            </a:xfrm>
            <a:custGeom>
              <a:avLst/>
              <a:gdLst/>
              <a:ahLst/>
              <a:cxnLst/>
              <a:rect r="r" b="b" t="t" l="l"/>
              <a:pathLst>
                <a:path h="144610" w="189653">
                  <a:moveTo>
                    <a:pt x="0" y="0"/>
                  </a:moveTo>
                  <a:lnTo>
                    <a:pt x="189653" y="0"/>
                  </a:lnTo>
                  <a:lnTo>
                    <a:pt x="189653" y="144610"/>
                  </a:lnTo>
                  <a:lnTo>
                    <a:pt x="0" y="144610"/>
                  </a:lnTo>
                  <a:lnTo>
                    <a:pt x="0" y="0"/>
                  </a:lnTo>
                  <a:close/>
                </a:path>
              </a:pathLst>
            </a:custGeom>
            <a:blipFill>
              <a:blip r:embed="rId5">
                <a:extLst>
                  <a:ext uri="{96DAC541-7B7A-43D3-8B79-37D633B846F1}">
                    <asvg:svgBlip xmlns:asvg="http://schemas.microsoft.com/office/drawing/2016/SVG/main" r:embed="rId6"/>
                  </a:ext>
                </a:extLst>
              </a:blip>
              <a:stretch>
                <a:fillRect l="0" t="0" r="0" b="0"/>
              </a:stretch>
            </a:blipFill>
          </p:spPr>
        </p:sp>
      </p:grpSp>
      <p:grpSp>
        <p:nvGrpSpPr>
          <p:cNvPr name="Group 46" id="46"/>
          <p:cNvGrpSpPr/>
          <p:nvPr/>
        </p:nvGrpSpPr>
        <p:grpSpPr>
          <a:xfrm rot="0">
            <a:off x="10503966" y="7251663"/>
            <a:ext cx="4785659" cy="304800"/>
            <a:chOff x="0" y="0"/>
            <a:chExt cx="6380879" cy="406400"/>
          </a:xfrm>
        </p:grpSpPr>
        <p:sp>
          <p:nvSpPr>
            <p:cNvPr name="TextBox 47" id="47"/>
            <p:cNvSpPr txBox="true"/>
            <p:nvPr/>
          </p:nvSpPr>
          <p:spPr>
            <a:xfrm rot="0">
              <a:off x="303953" y="-76200"/>
              <a:ext cx="6076926" cy="482600"/>
            </a:xfrm>
            <a:prstGeom prst="rect">
              <a:avLst/>
            </a:prstGeom>
          </p:spPr>
          <p:txBody>
            <a:bodyPr anchor="t" rtlCol="false" tIns="0" lIns="0" bIns="0" rIns="0">
              <a:spAutoFit/>
            </a:bodyPr>
            <a:lstStyle/>
            <a:p>
              <a:pPr algn="l" marL="0" indent="0" lvl="0">
                <a:lnSpc>
                  <a:spcPts val="3000"/>
                </a:lnSpc>
                <a:spcBef>
                  <a:spcPct val="0"/>
                </a:spcBef>
              </a:pPr>
              <a:r>
                <a:rPr lang="en-US" b="true" sz="2000" spc="-40" strike="noStrike" u="none">
                  <a:solidFill>
                    <a:srgbClr val="000000">
                      <a:alpha val="69804"/>
                    </a:srgbClr>
                  </a:solidFill>
                  <a:latin typeface="프리젠테이션 Bold"/>
                  <a:ea typeface="프리젠테이션 Bold"/>
                  <a:cs typeface="프리젠테이션 Bold"/>
                  <a:sym typeface="프리젠테이션 Bold"/>
                </a:rPr>
                <a:t>"부탁해" 대신 자동 차단</a:t>
              </a:r>
            </a:p>
          </p:txBody>
        </p:sp>
        <p:sp>
          <p:nvSpPr>
            <p:cNvPr name="Freeform 48" id="48"/>
            <p:cNvSpPr/>
            <p:nvPr/>
          </p:nvSpPr>
          <p:spPr>
            <a:xfrm flipH="false" flipV="false" rot="0">
              <a:off x="0" y="130895"/>
              <a:ext cx="189653" cy="144610"/>
            </a:xfrm>
            <a:custGeom>
              <a:avLst/>
              <a:gdLst/>
              <a:ahLst/>
              <a:cxnLst/>
              <a:rect r="r" b="b" t="t" l="l"/>
              <a:pathLst>
                <a:path h="144610" w="189653">
                  <a:moveTo>
                    <a:pt x="0" y="0"/>
                  </a:moveTo>
                  <a:lnTo>
                    <a:pt x="189653" y="0"/>
                  </a:lnTo>
                  <a:lnTo>
                    <a:pt x="189653" y="144610"/>
                  </a:lnTo>
                  <a:lnTo>
                    <a:pt x="0" y="144610"/>
                  </a:lnTo>
                  <a:lnTo>
                    <a:pt x="0" y="0"/>
                  </a:lnTo>
                  <a:close/>
                </a:path>
              </a:pathLst>
            </a:custGeom>
            <a:blipFill>
              <a:blip r:embed="rId5">
                <a:extLst>
                  <a:ext uri="{96DAC541-7B7A-43D3-8B79-37D633B846F1}">
                    <asvg:svgBlip xmlns:asvg="http://schemas.microsoft.com/office/drawing/2016/SVG/main" r:embed="rId6"/>
                  </a:ext>
                </a:extLst>
              </a:blip>
              <a:stretch>
                <a:fillRect l="0" t="0" r="0" b="0"/>
              </a:stretch>
            </a:blipFill>
          </p:spPr>
        </p:sp>
      </p:grpSp>
      <p:grpSp>
        <p:nvGrpSpPr>
          <p:cNvPr name="Group 49" id="49"/>
          <p:cNvGrpSpPr/>
          <p:nvPr/>
        </p:nvGrpSpPr>
        <p:grpSpPr>
          <a:xfrm rot="0">
            <a:off x="3122994" y="4790276"/>
            <a:ext cx="4753926" cy="304800"/>
            <a:chOff x="0" y="0"/>
            <a:chExt cx="6338568" cy="406400"/>
          </a:xfrm>
        </p:grpSpPr>
        <p:sp>
          <p:nvSpPr>
            <p:cNvPr name="TextBox 50" id="50"/>
            <p:cNvSpPr txBox="true"/>
            <p:nvPr/>
          </p:nvSpPr>
          <p:spPr>
            <a:xfrm rot="0">
              <a:off x="303953" y="-76200"/>
              <a:ext cx="6034615" cy="482600"/>
            </a:xfrm>
            <a:prstGeom prst="rect">
              <a:avLst/>
            </a:prstGeom>
          </p:spPr>
          <p:txBody>
            <a:bodyPr anchor="t" rtlCol="false" tIns="0" lIns="0" bIns="0" rIns="0">
              <a:spAutoFit/>
            </a:bodyPr>
            <a:lstStyle/>
            <a:p>
              <a:pPr algn="l" marL="0" indent="0" lvl="0">
                <a:lnSpc>
                  <a:spcPts val="3000"/>
                </a:lnSpc>
                <a:spcBef>
                  <a:spcPct val="0"/>
                </a:spcBef>
              </a:pPr>
              <a:r>
                <a:rPr lang="en-US" b="true" sz="2000" spc="-40" strike="noStrike" u="none">
                  <a:solidFill>
                    <a:srgbClr val="000000">
                      <a:alpha val="69804"/>
                    </a:srgbClr>
                  </a:solidFill>
                  <a:latin typeface="프리젠테이션 Bold"/>
                  <a:ea typeface="프리젠테이션 Bold"/>
                  <a:cs typeface="프리젠테이션 Bold"/>
                  <a:sym typeface="프리젠테이션 Bold"/>
                </a:rPr>
                <a:t>예: 폴더에 규칙 파일 두기</a:t>
              </a:r>
            </a:p>
          </p:txBody>
        </p:sp>
        <p:sp>
          <p:nvSpPr>
            <p:cNvPr name="Freeform 51" id="51"/>
            <p:cNvSpPr/>
            <p:nvPr/>
          </p:nvSpPr>
          <p:spPr>
            <a:xfrm flipH="false" flipV="false" rot="0">
              <a:off x="0" y="130895"/>
              <a:ext cx="189653" cy="144610"/>
            </a:xfrm>
            <a:custGeom>
              <a:avLst/>
              <a:gdLst/>
              <a:ahLst/>
              <a:cxnLst/>
              <a:rect r="r" b="b" t="t" l="l"/>
              <a:pathLst>
                <a:path h="144610" w="189653">
                  <a:moveTo>
                    <a:pt x="0" y="0"/>
                  </a:moveTo>
                  <a:lnTo>
                    <a:pt x="189653" y="0"/>
                  </a:lnTo>
                  <a:lnTo>
                    <a:pt x="189653" y="144610"/>
                  </a:lnTo>
                  <a:lnTo>
                    <a:pt x="0" y="144610"/>
                  </a:lnTo>
                  <a:lnTo>
                    <a:pt x="0" y="0"/>
                  </a:lnTo>
                  <a:close/>
                </a:path>
              </a:pathLst>
            </a:custGeom>
            <a:blipFill>
              <a:blip r:embed="rId5">
                <a:extLst>
                  <a:ext uri="{96DAC541-7B7A-43D3-8B79-37D633B846F1}">
                    <asvg:svgBlip xmlns:asvg="http://schemas.microsoft.com/office/drawing/2016/SVG/main" r:embed="rId6"/>
                  </a:ext>
                </a:extLst>
              </a:blip>
              <a:stretch>
                <a:fillRect l="0" t="0" r="0" b="0"/>
              </a:stretch>
            </a:blipFill>
          </p:spPr>
        </p:sp>
      </p:grpSp>
      <p:grpSp>
        <p:nvGrpSpPr>
          <p:cNvPr name="Group 52" id="52"/>
          <p:cNvGrpSpPr/>
          <p:nvPr/>
        </p:nvGrpSpPr>
        <p:grpSpPr>
          <a:xfrm rot="0">
            <a:off x="3135542" y="7738632"/>
            <a:ext cx="4760288" cy="304800"/>
            <a:chOff x="0" y="0"/>
            <a:chExt cx="6347050" cy="406400"/>
          </a:xfrm>
        </p:grpSpPr>
        <p:sp>
          <p:nvSpPr>
            <p:cNvPr name="TextBox 53" id="53"/>
            <p:cNvSpPr txBox="true"/>
            <p:nvPr/>
          </p:nvSpPr>
          <p:spPr>
            <a:xfrm rot="0">
              <a:off x="303953" y="-76200"/>
              <a:ext cx="6043097" cy="482600"/>
            </a:xfrm>
            <a:prstGeom prst="rect">
              <a:avLst/>
            </a:prstGeom>
          </p:spPr>
          <p:txBody>
            <a:bodyPr anchor="t" rtlCol="false" tIns="0" lIns="0" bIns="0" rIns="0">
              <a:spAutoFit/>
            </a:bodyPr>
            <a:lstStyle/>
            <a:p>
              <a:pPr algn="l" marL="0" indent="0" lvl="0">
                <a:lnSpc>
                  <a:spcPts val="3000"/>
                </a:lnSpc>
                <a:spcBef>
                  <a:spcPct val="0"/>
                </a:spcBef>
              </a:pPr>
              <a:r>
                <a:rPr lang="en-US" b="true" sz="2000" spc="-40" strike="noStrike" u="none">
                  <a:solidFill>
                    <a:srgbClr val="000000">
                      <a:alpha val="69804"/>
                    </a:srgbClr>
                  </a:solidFill>
                  <a:latin typeface="프리젠테이션 Bold"/>
                  <a:ea typeface="프리젠테이션 Bold"/>
                  <a:cs typeface="프리젠테이션 Bold"/>
                  <a:sym typeface="프리젠테이션 Bold"/>
                </a:rPr>
                <a:t>한 번에 다 주면 AI도 헷갈림</a:t>
              </a:r>
            </a:p>
          </p:txBody>
        </p:sp>
        <p:sp>
          <p:nvSpPr>
            <p:cNvPr name="Freeform 54" id="54"/>
            <p:cNvSpPr/>
            <p:nvPr/>
          </p:nvSpPr>
          <p:spPr>
            <a:xfrm flipH="false" flipV="false" rot="0">
              <a:off x="0" y="130895"/>
              <a:ext cx="189653" cy="144610"/>
            </a:xfrm>
            <a:custGeom>
              <a:avLst/>
              <a:gdLst/>
              <a:ahLst/>
              <a:cxnLst/>
              <a:rect r="r" b="b" t="t" l="l"/>
              <a:pathLst>
                <a:path h="144610" w="189653">
                  <a:moveTo>
                    <a:pt x="0" y="0"/>
                  </a:moveTo>
                  <a:lnTo>
                    <a:pt x="189653" y="0"/>
                  </a:lnTo>
                  <a:lnTo>
                    <a:pt x="189653" y="144610"/>
                  </a:lnTo>
                  <a:lnTo>
                    <a:pt x="0" y="144610"/>
                  </a:lnTo>
                  <a:lnTo>
                    <a:pt x="0" y="0"/>
                  </a:lnTo>
                  <a:close/>
                </a:path>
              </a:pathLst>
            </a:custGeom>
            <a:blipFill>
              <a:blip r:embed="rId5">
                <a:extLst>
                  <a:ext uri="{96DAC541-7B7A-43D3-8B79-37D633B846F1}">
                    <asvg:svgBlip xmlns:asvg="http://schemas.microsoft.com/office/drawing/2016/SVG/main" r:embed="rId6"/>
                  </a:ext>
                </a:extLst>
              </a:blip>
              <a:stretch>
                <a:fillRect l="0" t="0" r="0" b="0"/>
              </a:stretch>
            </a:blipFill>
          </p:spPr>
        </p:sp>
      </p:grpSp>
      <p:grpSp>
        <p:nvGrpSpPr>
          <p:cNvPr name="Group 55" id="55"/>
          <p:cNvGrpSpPr/>
          <p:nvPr/>
        </p:nvGrpSpPr>
        <p:grpSpPr>
          <a:xfrm rot="0">
            <a:off x="10592422" y="4790276"/>
            <a:ext cx="4785385" cy="304800"/>
            <a:chOff x="0" y="0"/>
            <a:chExt cx="6380513" cy="406400"/>
          </a:xfrm>
        </p:grpSpPr>
        <p:sp>
          <p:nvSpPr>
            <p:cNvPr name="TextBox 56" id="56"/>
            <p:cNvSpPr txBox="true"/>
            <p:nvPr/>
          </p:nvSpPr>
          <p:spPr>
            <a:xfrm rot="0">
              <a:off x="303953" y="-76200"/>
              <a:ext cx="6076560" cy="482600"/>
            </a:xfrm>
            <a:prstGeom prst="rect">
              <a:avLst/>
            </a:prstGeom>
          </p:spPr>
          <p:txBody>
            <a:bodyPr anchor="t" rtlCol="false" tIns="0" lIns="0" bIns="0" rIns="0">
              <a:spAutoFit/>
            </a:bodyPr>
            <a:lstStyle/>
            <a:p>
              <a:pPr algn="l" marL="0" indent="0" lvl="0">
                <a:lnSpc>
                  <a:spcPts val="3000"/>
                </a:lnSpc>
                <a:spcBef>
                  <a:spcPct val="0"/>
                </a:spcBef>
              </a:pPr>
              <a:r>
                <a:rPr lang="en-US" b="true" sz="2000" spc="-40" strike="noStrike" u="none">
                  <a:solidFill>
                    <a:srgbClr val="000000">
                      <a:alpha val="69804"/>
                    </a:srgbClr>
                  </a:solidFill>
                  <a:latin typeface="프리젠테이션 Bold"/>
                  <a:ea typeface="프리젠테이션 Bold"/>
                  <a:cs typeface="프리젠테이션 Bold"/>
                  <a:sym typeface="프리젠테이션 Bold"/>
                </a:rPr>
                <a:t>같은 실수를 다시 못 하게</a:t>
              </a:r>
            </a:p>
          </p:txBody>
        </p:sp>
        <p:sp>
          <p:nvSpPr>
            <p:cNvPr name="Freeform 57" id="57"/>
            <p:cNvSpPr/>
            <p:nvPr/>
          </p:nvSpPr>
          <p:spPr>
            <a:xfrm flipH="false" flipV="false" rot="0">
              <a:off x="0" y="130895"/>
              <a:ext cx="189653" cy="144610"/>
            </a:xfrm>
            <a:custGeom>
              <a:avLst/>
              <a:gdLst/>
              <a:ahLst/>
              <a:cxnLst/>
              <a:rect r="r" b="b" t="t" l="l"/>
              <a:pathLst>
                <a:path h="144610" w="189653">
                  <a:moveTo>
                    <a:pt x="0" y="0"/>
                  </a:moveTo>
                  <a:lnTo>
                    <a:pt x="189653" y="0"/>
                  </a:lnTo>
                  <a:lnTo>
                    <a:pt x="189653" y="144610"/>
                  </a:lnTo>
                  <a:lnTo>
                    <a:pt x="0" y="144610"/>
                  </a:lnTo>
                  <a:lnTo>
                    <a:pt x="0" y="0"/>
                  </a:lnTo>
                  <a:close/>
                </a:path>
              </a:pathLst>
            </a:custGeom>
            <a:blipFill>
              <a:blip r:embed="rId5">
                <a:extLst>
                  <a:ext uri="{96DAC541-7B7A-43D3-8B79-37D633B846F1}">
                    <asvg:svgBlip xmlns:asvg="http://schemas.microsoft.com/office/drawing/2016/SVG/main" r:embed="rId6"/>
                  </a:ext>
                </a:extLst>
              </a:blip>
              <a:stretch>
                <a:fillRect l="0" t="0" r="0" b="0"/>
              </a:stretch>
            </a:blipFill>
          </p:spPr>
        </p:sp>
      </p:grpSp>
      <p:grpSp>
        <p:nvGrpSpPr>
          <p:cNvPr name="Group 58" id="58"/>
          <p:cNvGrpSpPr/>
          <p:nvPr/>
        </p:nvGrpSpPr>
        <p:grpSpPr>
          <a:xfrm rot="0">
            <a:off x="10503966" y="7738632"/>
            <a:ext cx="4817118" cy="304800"/>
            <a:chOff x="0" y="0"/>
            <a:chExt cx="6422824" cy="406400"/>
          </a:xfrm>
        </p:grpSpPr>
        <p:sp>
          <p:nvSpPr>
            <p:cNvPr name="TextBox 59" id="59"/>
            <p:cNvSpPr txBox="true"/>
            <p:nvPr/>
          </p:nvSpPr>
          <p:spPr>
            <a:xfrm rot="0">
              <a:off x="303953" y="-76200"/>
              <a:ext cx="6118871" cy="482600"/>
            </a:xfrm>
            <a:prstGeom prst="rect">
              <a:avLst/>
            </a:prstGeom>
          </p:spPr>
          <p:txBody>
            <a:bodyPr anchor="t" rtlCol="false" tIns="0" lIns="0" bIns="0" rIns="0">
              <a:spAutoFit/>
            </a:bodyPr>
            <a:lstStyle/>
            <a:p>
              <a:pPr algn="l" marL="0" indent="0" lvl="0">
                <a:lnSpc>
                  <a:spcPts val="3000"/>
                </a:lnSpc>
                <a:spcBef>
                  <a:spcPct val="0"/>
                </a:spcBef>
              </a:pPr>
              <a:r>
                <a:rPr lang="en-US" b="true" sz="2000" spc="-40" strike="noStrike" u="none">
                  <a:solidFill>
                    <a:srgbClr val="000000">
                      <a:alpha val="69804"/>
                    </a:srgbClr>
                  </a:solidFill>
                  <a:latin typeface="프리젠테이션 Bold"/>
                  <a:ea typeface="프리젠테이션 Bold"/>
                  <a:cs typeface="프리젠테이션 Bold"/>
                  <a:sym typeface="프리젠테이션 Bold"/>
                </a:rPr>
                <a:t>예: 저장 전 자동 검사</a:t>
              </a:r>
            </a:p>
          </p:txBody>
        </p:sp>
        <p:sp>
          <p:nvSpPr>
            <p:cNvPr name="Freeform 60" id="60"/>
            <p:cNvSpPr/>
            <p:nvPr/>
          </p:nvSpPr>
          <p:spPr>
            <a:xfrm flipH="false" flipV="false" rot="0">
              <a:off x="0" y="130895"/>
              <a:ext cx="189653" cy="144610"/>
            </a:xfrm>
            <a:custGeom>
              <a:avLst/>
              <a:gdLst/>
              <a:ahLst/>
              <a:cxnLst/>
              <a:rect r="r" b="b" t="t" l="l"/>
              <a:pathLst>
                <a:path h="144610" w="189653">
                  <a:moveTo>
                    <a:pt x="0" y="0"/>
                  </a:moveTo>
                  <a:lnTo>
                    <a:pt x="189653" y="0"/>
                  </a:lnTo>
                  <a:lnTo>
                    <a:pt x="189653" y="144610"/>
                  </a:lnTo>
                  <a:lnTo>
                    <a:pt x="0" y="144610"/>
                  </a:lnTo>
                  <a:lnTo>
                    <a:pt x="0" y="0"/>
                  </a:lnTo>
                  <a:close/>
                </a:path>
              </a:pathLst>
            </a:custGeom>
            <a:blipFill>
              <a:blip r:embed="rId5">
                <a:extLst>
                  <a:ext uri="{96DAC541-7B7A-43D3-8B79-37D633B846F1}">
                    <asvg:svgBlip xmlns:asvg="http://schemas.microsoft.com/office/drawing/2016/SVG/main" r:embed="rId6"/>
                  </a:ext>
                </a:extLst>
              </a:blip>
              <a:stretch>
                <a:fillRect l="0" t="0" r="0" b="0"/>
              </a:stretch>
            </a:blipFill>
          </p:spPr>
        </p:sp>
      </p:grpSp>
      <p:sp>
        <p:nvSpPr>
          <p:cNvPr name="AutoShape 61" id="61"/>
          <p:cNvSpPr/>
          <p:nvPr/>
        </p:nvSpPr>
        <p:spPr>
          <a:xfrm>
            <a:off x="3020968" y="3946119"/>
            <a:ext cx="4728065" cy="0"/>
          </a:xfrm>
          <a:prstGeom prst="line">
            <a:avLst/>
          </a:prstGeom>
          <a:ln cap="rnd" w="9525">
            <a:solidFill>
              <a:srgbClr val="747EA3">
                <a:alpha val="29804"/>
              </a:srgbClr>
            </a:solidFill>
            <a:prstDash val="solid"/>
            <a:headEnd type="none" len="sm" w="sm"/>
            <a:tailEnd type="none" len="sm" w="sm"/>
          </a:ln>
        </p:spPr>
      </p:sp>
      <p:sp>
        <p:nvSpPr>
          <p:cNvPr name="AutoShape 62" id="62"/>
          <p:cNvSpPr/>
          <p:nvPr/>
        </p:nvSpPr>
        <p:spPr>
          <a:xfrm>
            <a:off x="3020968" y="6894476"/>
            <a:ext cx="4728065" cy="0"/>
          </a:xfrm>
          <a:prstGeom prst="line">
            <a:avLst/>
          </a:prstGeom>
          <a:ln cap="rnd" w="9525">
            <a:solidFill>
              <a:srgbClr val="747EA3">
                <a:alpha val="29804"/>
              </a:srgbClr>
            </a:solidFill>
            <a:prstDash val="solid"/>
            <a:headEnd type="none" len="sm" w="sm"/>
            <a:tailEnd type="none" len="sm" w="sm"/>
          </a:ln>
        </p:spPr>
      </p:sp>
      <p:sp>
        <p:nvSpPr>
          <p:cNvPr name="AutoShape 63" id="63"/>
          <p:cNvSpPr/>
          <p:nvPr/>
        </p:nvSpPr>
        <p:spPr>
          <a:xfrm flipV="true">
            <a:off x="10548493" y="3946119"/>
            <a:ext cx="4728065" cy="0"/>
          </a:xfrm>
          <a:prstGeom prst="line">
            <a:avLst/>
          </a:prstGeom>
          <a:ln cap="rnd" w="9525">
            <a:solidFill>
              <a:srgbClr val="747EA3">
                <a:alpha val="29804"/>
              </a:srgbClr>
            </a:solidFill>
            <a:prstDash val="solid"/>
            <a:headEnd type="none" len="sm" w="sm"/>
            <a:tailEnd type="none" len="sm" w="sm"/>
          </a:ln>
        </p:spPr>
      </p:sp>
      <p:sp>
        <p:nvSpPr>
          <p:cNvPr name="AutoShape 64" id="64"/>
          <p:cNvSpPr/>
          <p:nvPr/>
        </p:nvSpPr>
        <p:spPr>
          <a:xfrm>
            <a:off x="10548493" y="6894476"/>
            <a:ext cx="4728065" cy="0"/>
          </a:xfrm>
          <a:prstGeom prst="line">
            <a:avLst/>
          </a:prstGeom>
          <a:ln cap="rnd" w="9525">
            <a:solidFill>
              <a:srgbClr val="747EA3">
                <a:alpha val="29804"/>
              </a:srgbClr>
            </a:solidFill>
            <a:prstDash val="solid"/>
            <a:headEnd type="none" len="sm" w="sm"/>
            <a:tailEnd type="none" len="sm" w="sm"/>
          </a:ln>
        </p:spPr>
      </p:sp>
      <p:sp>
        <p:nvSpPr>
          <p:cNvPr name="TextBox 65" id="65"/>
          <p:cNvSpPr txBox="true"/>
          <p:nvPr/>
        </p:nvSpPr>
        <p:spPr>
          <a:xfrm rot="0">
            <a:off x="14694520" y="1353621"/>
            <a:ext cx="2865076" cy="325120"/>
          </a:xfrm>
          <a:prstGeom prst="rect">
            <a:avLst/>
          </a:prstGeom>
        </p:spPr>
        <p:txBody>
          <a:bodyPr anchor="t" rtlCol="false" tIns="0" lIns="0" bIns="0" rIns="0">
            <a:spAutoFit/>
          </a:bodyPr>
          <a:lstStyle/>
          <a:p>
            <a:pPr algn="ctr" marL="0" indent="0" lvl="0">
              <a:lnSpc>
                <a:spcPts val="2540"/>
              </a:lnSpc>
              <a:spcBef>
                <a:spcPct val="0"/>
              </a:spcBef>
            </a:pPr>
            <a:r>
              <a:rPr lang="en-US" b="true" sz="2000" spc="122" strike="noStrike" u="none">
                <a:solidFill>
                  <a:srgbClr val="5170FF"/>
                </a:solidFill>
                <a:latin typeface="프리젠테이션 Bold"/>
                <a:ea typeface="프리젠테이션 Bold"/>
                <a:cs typeface="프리젠테이션 Bold"/>
                <a:sym typeface="프리젠테이션 Bold"/>
              </a:rPr>
              <a:t>해달 바이브코딩 기초반</a:t>
            </a:r>
          </a:p>
        </p:txBody>
      </p:sp>
      <p:sp>
        <p:nvSpPr>
          <p:cNvPr name="TextBox 66" id="66"/>
          <p:cNvSpPr txBox="true"/>
          <p:nvPr/>
        </p:nvSpPr>
        <p:spPr>
          <a:xfrm rot="0">
            <a:off x="8382000" y="8899525"/>
            <a:ext cx="1524000" cy="358775"/>
          </a:xfrm>
          <a:prstGeom prst="rect">
            <a:avLst/>
          </a:prstGeom>
        </p:spPr>
        <p:txBody>
          <a:bodyPr anchor="t" rtlCol="false" tIns="0" lIns="0" bIns="0" rIns="0">
            <a:spAutoFit/>
          </a:bodyPr>
          <a:lstStyle/>
          <a:p>
            <a:pPr algn="ctr" marL="0" indent="0" lvl="0">
              <a:lnSpc>
                <a:spcPts val="2800"/>
              </a:lnSpc>
              <a:spcBef>
                <a:spcPct val="0"/>
              </a:spcBef>
            </a:pPr>
            <a:r>
              <a:rPr lang="en-US" b="true" sz="2000" strike="noStrike" u="none">
                <a:solidFill>
                  <a:srgbClr val="4165C1"/>
                </a:solidFill>
                <a:latin typeface="프리젠테이션 Bold"/>
                <a:ea typeface="프리젠테이션 Bold"/>
                <a:cs typeface="프리젠테이션 Bold"/>
                <a:sym typeface="프리젠테이션 Bold"/>
              </a:rPr>
              <a:t>- 33 -</a:t>
            </a:r>
          </a:p>
        </p:txBody>
      </p:sp>
    </p:spTree>
  </p:cSld>
  <p:clrMapOvr>
    <a:masterClrMapping/>
  </p:clrMapOvr>
</p:sld>
</file>

<file path=ppt/slides/slide34.xml><?xml version="1.0" encoding="utf-8"?>
<p:sld xmlns:p="http://schemas.openxmlformats.org/presentationml/2006/main" xmlns:a="http://schemas.openxmlformats.org/drawingml/2006/main" xmlns:r="http://schemas.openxmlformats.org/officeDocument/2006/relationships">
  <p:cSld>
    <p:bg>
      <p:bgPr>
        <a:solidFill>
          <a:srgbClr val="5170FF"/>
        </a:solidFill>
      </p:bgPr>
    </p:bg>
    <p:spTree>
      <p:nvGrpSpPr>
        <p:cNvPr id="1" name=""/>
        <p:cNvGrpSpPr/>
        <p:nvPr/>
      </p:nvGrpSpPr>
      <p:grpSpPr>
        <a:xfrm>
          <a:off x="0" y="0"/>
          <a:ext cx="0" cy="0"/>
          <a:chOff x="0" y="0"/>
          <a:chExt cx="0" cy="0"/>
        </a:xfrm>
      </p:grpSpPr>
      <p:grpSp>
        <p:nvGrpSpPr>
          <p:cNvPr name="Group 2" id="2"/>
          <p:cNvGrpSpPr/>
          <p:nvPr/>
        </p:nvGrpSpPr>
        <p:grpSpPr>
          <a:xfrm rot="0">
            <a:off x="534854" y="457200"/>
            <a:ext cx="17218292" cy="9294946"/>
            <a:chOff x="0" y="0"/>
            <a:chExt cx="22957723" cy="12393261"/>
          </a:xfrm>
        </p:grpSpPr>
        <p:grpSp>
          <p:nvGrpSpPr>
            <p:cNvPr name="Group 3" id="3"/>
            <p:cNvGrpSpPr/>
            <p:nvPr/>
          </p:nvGrpSpPr>
          <p:grpSpPr>
            <a:xfrm rot="0">
              <a:off x="0" y="1727243"/>
              <a:ext cx="22957723" cy="10666019"/>
              <a:chOff x="0" y="0"/>
              <a:chExt cx="4777465" cy="2219581"/>
            </a:xfrm>
          </p:grpSpPr>
          <p:sp>
            <p:nvSpPr>
              <p:cNvPr name="Freeform 4" id="4"/>
              <p:cNvSpPr/>
              <p:nvPr/>
            </p:nvSpPr>
            <p:spPr>
              <a:xfrm flipH="false" flipV="false" rot="0">
                <a:off x="0" y="0"/>
                <a:ext cx="4777465" cy="2219581"/>
              </a:xfrm>
              <a:custGeom>
                <a:avLst/>
                <a:gdLst/>
                <a:ahLst/>
                <a:cxnLst/>
                <a:rect r="r" b="b" t="t" l="l"/>
                <a:pathLst>
                  <a:path h="2219581" w="4777465">
                    <a:moveTo>
                      <a:pt x="22931" y="0"/>
                    </a:moveTo>
                    <a:lnTo>
                      <a:pt x="4754534" y="0"/>
                    </a:lnTo>
                    <a:cubicBezTo>
                      <a:pt x="4767199" y="0"/>
                      <a:pt x="4777465" y="10267"/>
                      <a:pt x="4777465" y="22931"/>
                    </a:cubicBezTo>
                    <a:lnTo>
                      <a:pt x="4777465" y="2196650"/>
                    </a:lnTo>
                    <a:cubicBezTo>
                      <a:pt x="4777465" y="2202732"/>
                      <a:pt x="4775049" y="2208564"/>
                      <a:pt x="4770749" y="2212865"/>
                    </a:cubicBezTo>
                    <a:cubicBezTo>
                      <a:pt x="4766449" y="2217165"/>
                      <a:pt x="4760616" y="2219581"/>
                      <a:pt x="4754534" y="2219581"/>
                    </a:cubicBezTo>
                    <a:lnTo>
                      <a:pt x="22931" y="2219581"/>
                    </a:lnTo>
                    <a:cubicBezTo>
                      <a:pt x="10267" y="2219581"/>
                      <a:pt x="0" y="2209315"/>
                      <a:pt x="0" y="2196650"/>
                    </a:cubicBezTo>
                    <a:lnTo>
                      <a:pt x="0" y="22931"/>
                    </a:lnTo>
                    <a:cubicBezTo>
                      <a:pt x="0" y="10267"/>
                      <a:pt x="10267" y="0"/>
                      <a:pt x="22931" y="0"/>
                    </a:cubicBezTo>
                    <a:close/>
                  </a:path>
                </a:pathLst>
              </a:custGeom>
              <a:solidFill>
                <a:srgbClr val="FFFFFF"/>
              </a:solidFill>
              <a:ln cap="rnd">
                <a:noFill/>
                <a:prstDash val="solid"/>
                <a:round/>
              </a:ln>
            </p:spPr>
          </p:sp>
          <p:sp>
            <p:nvSpPr>
              <p:cNvPr name="TextBox 5" id="5"/>
              <p:cNvSpPr txBox="true"/>
              <p:nvPr/>
            </p:nvSpPr>
            <p:spPr>
              <a:xfrm>
                <a:off x="0" y="-38100"/>
                <a:ext cx="4777465" cy="2257681"/>
              </a:xfrm>
              <a:prstGeom prst="rect">
                <a:avLst/>
              </a:prstGeom>
            </p:spPr>
            <p:txBody>
              <a:bodyPr anchor="ctr" rtlCol="false" tIns="48220" lIns="48220" bIns="48220" rIns="48220"/>
              <a:lstStyle/>
              <a:p>
                <a:pPr algn="ctr" marL="0" indent="0" lvl="0">
                  <a:lnSpc>
                    <a:spcPts val="1853"/>
                  </a:lnSpc>
                  <a:spcBef>
                    <a:spcPct val="0"/>
                  </a:spcBef>
                </a:pPr>
              </a:p>
              <a:p>
                <a:pPr algn="ctr" marL="0" indent="0" lvl="0">
                  <a:lnSpc>
                    <a:spcPts val="1853"/>
                  </a:lnSpc>
                  <a:spcBef>
                    <a:spcPct val="0"/>
                  </a:spcBef>
                </a:pPr>
              </a:p>
              <a:p>
                <a:pPr algn="ctr" marL="0" indent="0" lvl="0">
                  <a:lnSpc>
                    <a:spcPts val="1853"/>
                  </a:lnSpc>
                  <a:spcBef>
                    <a:spcPct val="0"/>
                  </a:spcBef>
                </a:pPr>
              </a:p>
            </p:txBody>
          </p:sp>
        </p:grpSp>
        <p:grpSp>
          <p:nvGrpSpPr>
            <p:cNvPr name="Group 6" id="6"/>
            <p:cNvGrpSpPr/>
            <p:nvPr/>
          </p:nvGrpSpPr>
          <p:grpSpPr>
            <a:xfrm rot="0">
              <a:off x="18499830" y="891712"/>
              <a:ext cx="4457893" cy="3397582"/>
              <a:chOff x="0" y="0"/>
              <a:chExt cx="927680" cy="707031"/>
            </a:xfrm>
          </p:grpSpPr>
          <p:sp>
            <p:nvSpPr>
              <p:cNvPr name="Freeform 7" id="7"/>
              <p:cNvSpPr/>
              <p:nvPr/>
            </p:nvSpPr>
            <p:spPr>
              <a:xfrm flipH="false" flipV="false" rot="0">
                <a:off x="0" y="0"/>
                <a:ext cx="927680" cy="707031"/>
              </a:xfrm>
              <a:custGeom>
                <a:avLst/>
                <a:gdLst/>
                <a:ahLst/>
                <a:cxnLst/>
                <a:rect r="r" b="b" t="t" l="l"/>
                <a:pathLst>
                  <a:path h="707031" w="927680">
                    <a:moveTo>
                      <a:pt x="118094" y="0"/>
                    </a:moveTo>
                    <a:lnTo>
                      <a:pt x="809586" y="0"/>
                    </a:lnTo>
                    <a:cubicBezTo>
                      <a:pt x="874808" y="0"/>
                      <a:pt x="927680" y="52872"/>
                      <a:pt x="927680" y="118094"/>
                    </a:cubicBezTo>
                    <a:lnTo>
                      <a:pt x="927680" y="588937"/>
                    </a:lnTo>
                    <a:cubicBezTo>
                      <a:pt x="927680" y="654159"/>
                      <a:pt x="874808" y="707031"/>
                      <a:pt x="809586" y="707031"/>
                    </a:cubicBezTo>
                    <a:lnTo>
                      <a:pt x="118094" y="707031"/>
                    </a:lnTo>
                    <a:cubicBezTo>
                      <a:pt x="52872" y="707031"/>
                      <a:pt x="0" y="654159"/>
                      <a:pt x="0" y="588937"/>
                    </a:cubicBezTo>
                    <a:lnTo>
                      <a:pt x="0" y="118094"/>
                    </a:lnTo>
                    <a:cubicBezTo>
                      <a:pt x="0" y="52872"/>
                      <a:pt x="52872" y="0"/>
                      <a:pt x="118094" y="0"/>
                    </a:cubicBezTo>
                    <a:close/>
                  </a:path>
                </a:pathLst>
              </a:custGeom>
              <a:solidFill>
                <a:srgbClr val="FFFFFF"/>
              </a:solidFill>
              <a:ln cap="rnd">
                <a:noFill/>
                <a:prstDash val="solid"/>
                <a:round/>
              </a:ln>
            </p:spPr>
          </p:sp>
          <p:sp>
            <p:nvSpPr>
              <p:cNvPr name="TextBox 8" id="8"/>
              <p:cNvSpPr txBox="true"/>
              <p:nvPr/>
            </p:nvSpPr>
            <p:spPr>
              <a:xfrm>
                <a:off x="0" y="-38100"/>
                <a:ext cx="927680" cy="745131"/>
              </a:xfrm>
              <a:prstGeom prst="rect">
                <a:avLst/>
              </a:prstGeom>
            </p:spPr>
            <p:txBody>
              <a:bodyPr anchor="ctr" rtlCol="false" tIns="48220" lIns="48220" bIns="48220" rIns="48220"/>
              <a:lstStyle/>
              <a:p>
                <a:pPr algn="ctr" marL="0" indent="0" lvl="0">
                  <a:lnSpc>
                    <a:spcPts val="1853"/>
                  </a:lnSpc>
                  <a:spcBef>
                    <a:spcPct val="0"/>
                  </a:spcBef>
                </a:pPr>
              </a:p>
              <a:p>
                <a:pPr algn="ctr" marL="0" indent="0" lvl="0">
                  <a:lnSpc>
                    <a:spcPts val="1853"/>
                  </a:lnSpc>
                  <a:spcBef>
                    <a:spcPct val="0"/>
                  </a:spcBef>
                </a:pPr>
              </a:p>
              <a:p>
                <a:pPr algn="ctr" marL="0" indent="0" lvl="0">
                  <a:lnSpc>
                    <a:spcPts val="1853"/>
                  </a:lnSpc>
                  <a:spcBef>
                    <a:spcPct val="0"/>
                  </a:spcBef>
                </a:pPr>
              </a:p>
            </p:txBody>
          </p:sp>
        </p:grpSp>
        <p:grpSp>
          <p:nvGrpSpPr>
            <p:cNvPr name="Group 9" id="9"/>
            <p:cNvGrpSpPr/>
            <p:nvPr/>
          </p:nvGrpSpPr>
          <p:grpSpPr>
            <a:xfrm rot="0">
              <a:off x="18064463" y="1334482"/>
              <a:ext cx="2392010" cy="1865053"/>
              <a:chOff x="0" y="0"/>
              <a:chExt cx="497773" cy="388115"/>
            </a:xfrm>
          </p:grpSpPr>
          <p:sp>
            <p:nvSpPr>
              <p:cNvPr name="Freeform 10" id="10"/>
              <p:cNvSpPr/>
              <p:nvPr/>
            </p:nvSpPr>
            <p:spPr>
              <a:xfrm flipH="false" flipV="false" rot="0">
                <a:off x="0" y="0"/>
                <a:ext cx="497773" cy="388115"/>
              </a:xfrm>
              <a:custGeom>
                <a:avLst/>
                <a:gdLst/>
                <a:ahLst/>
                <a:cxnLst/>
                <a:rect r="r" b="b" t="t" l="l"/>
                <a:pathLst>
                  <a:path h="388115" w="497773">
                    <a:moveTo>
                      <a:pt x="0" y="0"/>
                    </a:moveTo>
                    <a:lnTo>
                      <a:pt x="497773" y="0"/>
                    </a:lnTo>
                    <a:lnTo>
                      <a:pt x="497773" y="388115"/>
                    </a:lnTo>
                    <a:lnTo>
                      <a:pt x="0" y="388115"/>
                    </a:lnTo>
                    <a:close/>
                  </a:path>
                </a:pathLst>
              </a:custGeom>
              <a:solidFill>
                <a:srgbClr val="FFFFFF"/>
              </a:solidFill>
              <a:ln cap="sq">
                <a:noFill/>
                <a:prstDash val="solid"/>
                <a:miter/>
              </a:ln>
            </p:spPr>
          </p:sp>
          <p:sp>
            <p:nvSpPr>
              <p:cNvPr name="TextBox 11" id="11"/>
              <p:cNvSpPr txBox="true"/>
              <p:nvPr/>
            </p:nvSpPr>
            <p:spPr>
              <a:xfrm>
                <a:off x="0" y="-38100"/>
                <a:ext cx="497773" cy="426215"/>
              </a:xfrm>
              <a:prstGeom prst="rect">
                <a:avLst/>
              </a:prstGeom>
            </p:spPr>
            <p:txBody>
              <a:bodyPr anchor="ctr" rtlCol="false" tIns="48220" lIns="48220" bIns="48220" rIns="48220"/>
              <a:lstStyle/>
              <a:p>
                <a:pPr algn="ctr" marL="0" indent="0" lvl="0">
                  <a:lnSpc>
                    <a:spcPts val="1853"/>
                  </a:lnSpc>
                  <a:spcBef>
                    <a:spcPct val="0"/>
                  </a:spcBef>
                </a:pPr>
              </a:p>
              <a:p>
                <a:pPr algn="ctr" marL="0" indent="0" lvl="0">
                  <a:lnSpc>
                    <a:spcPts val="1853"/>
                  </a:lnSpc>
                  <a:spcBef>
                    <a:spcPct val="0"/>
                  </a:spcBef>
                </a:pPr>
              </a:p>
              <a:p>
                <a:pPr algn="ctr" marL="0" indent="0" lvl="0">
                  <a:lnSpc>
                    <a:spcPts val="1853"/>
                  </a:lnSpc>
                  <a:spcBef>
                    <a:spcPct val="0"/>
                  </a:spcBef>
                </a:pPr>
              </a:p>
            </p:txBody>
          </p:sp>
        </p:grpSp>
        <p:grpSp>
          <p:nvGrpSpPr>
            <p:cNvPr name="Group 12" id="12"/>
            <p:cNvGrpSpPr/>
            <p:nvPr/>
          </p:nvGrpSpPr>
          <p:grpSpPr>
            <a:xfrm rot="0">
              <a:off x="16059231" y="0"/>
              <a:ext cx="2504831" cy="1727243"/>
              <a:chOff x="0" y="0"/>
              <a:chExt cx="521251" cy="359436"/>
            </a:xfrm>
          </p:grpSpPr>
          <p:sp>
            <p:nvSpPr>
              <p:cNvPr name="Freeform 13" id="13"/>
              <p:cNvSpPr/>
              <p:nvPr/>
            </p:nvSpPr>
            <p:spPr>
              <a:xfrm flipH="false" flipV="false" rot="0">
                <a:off x="0" y="0"/>
                <a:ext cx="521251" cy="359436"/>
              </a:xfrm>
              <a:custGeom>
                <a:avLst/>
                <a:gdLst/>
                <a:ahLst/>
                <a:cxnLst/>
                <a:rect r="r" b="b" t="t" l="l"/>
                <a:pathLst>
                  <a:path h="359436" w="521251">
                    <a:moveTo>
                      <a:pt x="179718" y="0"/>
                    </a:moveTo>
                    <a:lnTo>
                      <a:pt x="341533" y="0"/>
                    </a:lnTo>
                    <a:cubicBezTo>
                      <a:pt x="440789" y="0"/>
                      <a:pt x="521251" y="80463"/>
                      <a:pt x="521251" y="179718"/>
                    </a:cubicBezTo>
                    <a:lnTo>
                      <a:pt x="521251" y="179718"/>
                    </a:lnTo>
                    <a:cubicBezTo>
                      <a:pt x="521251" y="227382"/>
                      <a:pt x="502317" y="273094"/>
                      <a:pt x="468613" y="306798"/>
                    </a:cubicBezTo>
                    <a:cubicBezTo>
                      <a:pt x="434909" y="340502"/>
                      <a:pt x="389197" y="359436"/>
                      <a:pt x="341533" y="359436"/>
                    </a:cubicBezTo>
                    <a:lnTo>
                      <a:pt x="179718" y="359436"/>
                    </a:lnTo>
                    <a:cubicBezTo>
                      <a:pt x="132054" y="359436"/>
                      <a:pt x="86342" y="340502"/>
                      <a:pt x="52638" y="306798"/>
                    </a:cubicBezTo>
                    <a:cubicBezTo>
                      <a:pt x="18935" y="273094"/>
                      <a:pt x="0" y="227382"/>
                      <a:pt x="0" y="179718"/>
                    </a:cubicBezTo>
                    <a:lnTo>
                      <a:pt x="0" y="179718"/>
                    </a:lnTo>
                    <a:cubicBezTo>
                      <a:pt x="0" y="132054"/>
                      <a:pt x="18935" y="86342"/>
                      <a:pt x="52638" y="52638"/>
                    </a:cubicBezTo>
                    <a:cubicBezTo>
                      <a:pt x="86342" y="18935"/>
                      <a:pt x="132054" y="0"/>
                      <a:pt x="179718" y="0"/>
                    </a:cubicBezTo>
                    <a:close/>
                  </a:path>
                </a:pathLst>
              </a:custGeom>
              <a:solidFill>
                <a:srgbClr val="5170FF"/>
              </a:solidFill>
              <a:ln cap="rnd">
                <a:noFill/>
                <a:prstDash val="solid"/>
                <a:round/>
              </a:ln>
            </p:spPr>
          </p:sp>
          <p:sp>
            <p:nvSpPr>
              <p:cNvPr name="TextBox 14" id="14"/>
              <p:cNvSpPr txBox="true"/>
              <p:nvPr/>
            </p:nvSpPr>
            <p:spPr>
              <a:xfrm>
                <a:off x="0" y="-38100"/>
                <a:ext cx="521251" cy="397536"/>
              </a:xfrm>
              <a:prstGeom prst="rect">
                <a:avLst/>
              </a:prstGeom>
            </p:spPr>
            <p:txBody>
              <a:bodyPr anchor="ctr" rtlCol="false" tIns="48220" lIns="48220" bIns="48220" rIns="48220"/>
              <a:lstStyle/>
              <a:p>
                <a:pPr algn="ctr" marL="0" indent="0" lvl="0">
                  <a:lnSpc>
                    <a:spcPts val="1853"/>
                  </a:lnSpc>
                  <a:spcBef>
                    <a:spcPct val="0"/>
                  </a:spcBef>
                </a:pPr>
              </a:p>
              <a:p>
                <a:pPr algn="ctr" marL="0" indent="0" lvl="0">
                  <a:lnSpc>
                    <a:spcPts val="1853"/>
                  </a:lnSpc>
                  <a:spcBef>
                    <a:spcPct val="0"/>
                  </a:spcBef>
                </a:pPr>
              </a:p>
              <a:p>
                <a:pPr algn="ctr" marL="0" indent="0" lvl="0">
                  <a:lnSpc>
                    <a:spcPts val="1853"/>
                  </a:lnSpc>
                  <a:spcBef>
                    <a:spcPct val="0"/>
                  </a:spcBef>
                </a:pPr>
              </a:p>
            </p:txBody>
          </p:sp>
        </p:grpSp>
      </p:grpSp>
      <p:sp>
        <p:nvSpPr>
          <p:cNvPr name="Freeform 15" id="15"/>
          <p:cNvSpPr/>
          <p:nvPr/>
        </p:nvSpPr>
        <p:spPr>
          <a:xfrm flipH="false" flipV="false" rot="0">
            <a:off x="820604" y="843344"/>
            <a:ext cx="334731" cy="334731"/>
          </a:xfrm>
          <a:custGeom>
            <a:avLst/>
            <a:gdLst/>
            <a:ahLst/>
            <a:cxnLst/>
            <a:rect r="r" b="b" t="t" l="l"/>
            <a:pathLst>
              <a:path h="334731" w="334731">
                <a:moveTo>
                  <a:pt x="0" y="0"/>
                </a:moveTo>
                <a:lnTo>
                  <a:pt x="334731" y="0"/>
                </a:lnTo>
                <a:lnTo>
                  <a:pt x="334731" y="334731"/>
                </a:lnTo>
                <a:lnTo>
                  <a:pt x="0" y="334731"/>
                </a:lnTo>
                <a:lnTo>
                  <a:pt x="0" y="0"/>
                </a:lnTo>
                <a:close/>
              </a:path>
            </a:pathLst>
          </a:custGeom>
          <a:blipFill>
            <a:blip r:embed="rId3">
              <a:extLst>
                <a:ext uri="{96DAC541-7B7A-43D3-8B79-37D633B846F1}">
                  <asvg:svgBlip xmlns:asvg="http://schemas.microsoft.com/office/drawing/2016/SVG/main" r:embed="rId4"/>
                </a:ext>
              </a:extLst>
            </a:blip>
            <a:stretch>
              <a:fillRect l="0" t="0" r="0" b="0"/>
            </a:stretch>
          </a:blipFill>
        </p:spPr>
      </p:sp>
      <p:grpSp>
        <p:nvGrpSpPr>
          <p:cNvPr name="Group 16" id="16"/>
          <p:cNvGrpSpPr/>
          <p:nvPr/>
        </p:nvGrpSpPr>
        <p:grpSpPr>
          <a:xfrm rot="0">
            <a:off x="10472784" y="2884234"/>
            <a:ext cx="3903318" cy="547878"/>
            <a:chOff x="0" y="0"/>
            <a:chExt cx="5204424" cy="730504"/>
          </a:xfrm>
        </p:grpSpPr>
        <p:sp>
          <p:nvSpPr>
            <p:cNvPr name="Freeform 17" id="17"/>
            <p:cNvSpPr/>
            <p:nvPr/>
          </p:nvSpPr>
          <p:spPr>
            <a:xfrm flipH="false" flipV="false" rot="0">
              <a:off x="0" y="192339"/>
              <a:ext cx="355986" cy="355986"/>
            </a:xfrm>
            <a:custGeom>
              <a:avLst/>
              <a:gdLst/>
              <a:ahLst/>
              <a:cxnLst/>
              <a:rect r="r" b="b" t="t" l="l"/>
              <a:pathLst>
                <a:path h="355986" w="355986">
                  <a:moveTo>
                    <a:pt x="0" y="0"/>
                  </a:moveTo>
                  <a:lnTo>
                    <a:pt x="355986" y="0"/>
                  </a:lnTo>
                  <a:lnTo>
                    <a:pt x="355986" y="355986"/>
                  </a:lnTo>
                  <a:lnTo>
                    <a:pt x="0" y="355986"/>
                  </a:lnTo>
                  <a:lnTo>
                    <a:pt x="0" y="0"/>
                  </a:lnTo>
                  <a:close/>
                </a:path>
              </a:pathLst>
            </a:custGeom>
            <a:blipFill>
              <a:blip r:embed="rId5">
                <a:extLst>
                  <a:ext uri="{96DAC541-7B7A-43D3-8B79-37D633B846F1}">
                    <asvg:svgBlip xmlns:asvg="http://schemas.microsoft.com/office/drawing/2016/SVG/main" r:embed="rId6"/>
                  </a:ext>
                </a:extLst>
              </a:blip>
              <a:stretch>
                <a:fillRect l="0" t="0" r="0" b="0"/>
              </a:stretch>
            </a:blipFill>
          </p:spPr>
        </p:sp>
        <p:sp>
          <p:nvSpPr>
            <p:cNvPr name="TextBox 18" id="18"/>
            <p:cNvSpPr txBox="true"/>
            <p:nvPr/>
          </p:nvSpPr>
          <p:spPr>
            <a:xfrm rot="0">
              <a:off x="500339" y="76200"/>
              <a:ext cx="4704085" cy="654304"/>
            </a:xfrm>
            <a:prstGeom prst="rect">
              <a:avLst/>
            </a:prstGeom>
          </p:spPr>
          <p:txBody>
            <a:bodyPr anchor="t" rtlCol="false" tIns="0" lIns="0" bIns="0" rIns="0">
              <a:spAutoFit/>
            </a:bodyPr>
            <a:lstStyle/>
            <a:p>
              <a:pPr algn="l" marL="0" indent="0" lvl="0">
                <a:lnSpc>
                  <a:spcPts val="3456"/>
                </a:lnSpc>
                <a:spcBef>
                  <a:spcPct val="0"/>
                </a:spcBef>
              </a:pPr>
              <a:r>
                <a:rPr lang="en-US" b="true" sz="3600" spc="-72" strike="noStrike" u="none">
                  <a:solidFill>
                    <a:srgbClr val="333333"/>
                  </a:solidFill>
                  <a:latin typeface="프리젠테이션 Bold"/>
                  <a:ea typeface="프리젠테이션 Bold"/>
                  <a:cs typeface="프리젠테이션 Bold"/>
                  <a:sym typeface="프리젠테이션 Bold"/>
                </a:rPr>
                <a:t>핵심 포인트</a:t>
              </a:r>
            </a:p>
          </p:txBody>
        </p:sp>
      </p:grpSp>
      <p:grpSp>
        <p:nvGrpSpPr>
          <p:cNvPr name="Group 19" id="19"/>
          <p:cNvGrpSpPr/>
          <p:nvPr/>
        </p:nvGrpSpPr>
        <p:grpSpPr>
          <a:xfrm rot="0">
            <a:off x="1714500" y="2895600"/>
            <a:ext cx="8201025" cy="5695950"/>
            <a:chOff x="0" y="0"/>
            <a:chExt cx="10934700" cy="7594600"/>
          </a:xfrm>
        </p:grpSpPr>
        <p:sp>
          <p:nvSpPr>
            <p:cNvPr name="Freeform 20" id="20"/>
            <p:cNvSpPr/>
            <p:nvPr/>
          </p:nvSpPr>
          <p:spPr>
            <a:xfrm flipH="false" flipV="false" rot="0">
              <a:off x="0" y="0"/>
              <a:ext cx="10934700" cy="7594600"/>
            </a:xfrm>
            <a:custGeom>
              <a:avLst/>
              <a:gdLst/>
              <a:ahLst/>
              <a:cxnLst/>
              <a:rect r="r" b="b" t="t" l="l"/>
              <a:pathLst>
                <a:path h="7594600" w="10934700">
                  <a:moveTo>
                    <a:pt x="35401" y="0"/>
                  </a:moveTo>
                  <a:lnTo>
                    <a:pt x="10899299" y="0"/>
                  </a:lnTo>
                  <a:cubicBezTo>
                    <a:pt x="10918851" y="0"/>
                    <a:pt x="10934700" y="15849"/>
                    <a:pt x="10934700" y="35401"/>
                  </a:cubicBezTo>
                  <a:lnTo>
                    <a:pt x="10934700" y="7559199"/>
                  </a:lnTo>
                  <a:cubicBezTo>
                    <a:pt x="10934700" y="7578751"/>
                    <a:pt x="10918851" y="7594600"/>
                    <a:pt x="10899299" y="7594600"/>
                  </a:cubicBezTo>
                  <a:lnTo>
                    <a:pt x="35401" y="7594600"/>
                  </a:lnTo>
                  <a:cubicBezTo>
                    <a:pt x="15849" y="7594600"/>
                    <a:pt x="0" y="7578751"/>
                    <a:pt x="0" y="7559199"/>
                  </a:cubicBezTo>
                  <a:lnTo>
                    <a:pt x="0" y="35401"/>
                  </a:lnTo>
                  <a:cubicBezTo>
                    <a:pt x="0" y="15849"/>
                    <a:pt x="15849" y="0"/>
                    <a:pt x="35401" y="0"/>
                  </a:cubicBezTo>
                  <a:close/>
                </a:path>
              </a:pathLst>
            </a:custGeom>
            <a:solidFill>
              <a:srgbClr val="1E2233"/>
            </a:solidFill>
          </p:spPr>
        </p:sp>
        <p:sp>
          <p:nvSpPr>
            <p:cNvPr name="TextBox 21" id="21"/>
            <p:cNvSpPr txBox="true"/>
            <p:nvPr/>
          </p:nvSpPr>
          <p:spPr>
            <a:xfrm>
              <a:off x="0" y="-38100"/>
              <a:ext cx="10934700" cy="7632700"/>
            </a:xfrm>
            <a:prstGeom prst="rect">
              <a:avLst/>
            </a:prstGeom>
          </p:spPr>
          <p:txBody>
            <a:bodyPr anchor="ctr" rtlCol="false" tIns="50800" lIns="50800" bIns="50800" rIns="50800"/>
            <a:lstStyle/>
            <a:p>
              <a:pPr algn="l">
                <a:lnSpc>
                  <a:spcPts val="1679"/>
                </a:lnSpc>
              </a:pPr>
            </a:p>
          </p:txBody>
        </p:sp>
      </p:grpSp>
      <p:grpSp>
        <p:nvGrpSpPr>
          <p:cNvPr name="Group 22" id="22"/>
          <p:cNvGrpSpPr/>
          <p:nvPr/>
        </p:nvGrpSpPr>
        <p:grpSpPr>
          <a:xfrm rot="0">
            <a:off x="1714500" y="2895600"/>
            <a:ext cx="8201025" cy="609600"/>
            <a:chOff x="0" y="0"/>
            <a:chExt cx="10934700" cy="812800"/>
          </a:xfrm>
        </p:grpSpPr>
        <p:sp>
          <p:nvSpPr>
            <p:cNvPr name="Freeform 23" id="23"/>
            <p:cNvSpPr/>
            <p:nvPr/>
          </p:nvSpPr>
          <p:spPr>
            <a:xfrm flipH="false" flipV="false" rot="0">
              <a:off x="0" y="0"/>
              <a:ext cx="10934700" cy="812800"/>
            </a:xfrm>
            <a:custGeom>
              <a:avLst/>
              <a:gdLst/>
              <a:ahLst/>
              <a:cxnLst/>
              <a:rect r="r" b="b" t="t" l="l"/>
              <a:pathLst>
                <a:path h="812800" w="10934700">
                  <a:moveTo>
                    <a:pt x="35401" y="0"/>
                  </a:moveTo>
                  <a:lnTo>
                    <a:pt x="10899299" y="0"/>
                  </a:lnTo>
                  <a:cubicBezTo>
                    <a:pt x="10918851" y="0"/>
                    <a:pt x="10934700" y="15849"/>
                    <a:pt x="10934700" y="35401"/>
                  </a:cubicBezTo>
                  <a:lnTo>
                    <a:pt x="10934700" y="777399"/>
                  </a:lnTo>
                  <a:cubicBezTo>
                    <a:pt x="10934700" y="796951"/>
                    <a:pt x="10918851" y="812800"/>
                    <a:pt x="10899299" y="812800"/>
                  </a:cubicBezTo>
                  <a:lnTo>
                    <a:pt x="35401" y="812800"/>
                  </a:lnTo>
                  <a:cubicBezTo>
                    <a:pt x="15849" y="812800"/>
                    <a:pt x="0" y="796951"/>
                    <a:pt x="0" y="777399"/>
                  </a:cubicBezTo>
                  <a:lnTo>
                    <a:pt x="0" y="35401"/>
                  </a:lnTo>
                  <a:cubicBezTo>
                    <a:pt x="0" y="15849"/>
                    <a:pt x="15849" y="0"/>
                    <a:pt x="35401" y="0"/>
                  </a:cubicBezTo>
                  <a:close/>
                </a:path>
              </a:pathLst>
            </a:custGeom>
            <a:solidFill>
              <a:srgbClr val="2D3350"/>
            </a:solidFill>
          </p:spPr>
        </p:sp>
        <p:sp>
          <p:nvSpPr>
            <p:cNvPr name="TextBox 24" id="24"/>
            <p:cNvSpPr txBox="true"/>
            <p:nvPr/>
          </p:nvSpPr>
          <p:spPr>
            <a:xfrm>
              <a:off x="0" y="-38100"/>
              <a:ext cx="10934700" cy="850900"/>
            </a:xfrm>
            <a:prstGeom prst="rect">
              <a:avLst/>
            </a:prstGeom>
          </p:spPr>
          <p:txBody>
            <a:bodyPr anchor="ctr" rtlCol="false" tIns="50800" lIns="50800" bIns="50800" rIns="50800"/>
            <a:lstStyle/>
            <a:p>
              <a:pPr algn="l">
                <a:lnSpc>
                  <a:spcPts val="1679"/>
                </a:lnSpc>
              </a:pPr>
            </a:p>
          </p:txBody>
        </p:sp>
      </p:grpSp>
      <p:sp>
        <p:nvSpPr>
          <p:cNvPr name="TextBox 25" id="25"/>
          <p:cNvSpPr txBox="true"/>
          <p:nvPr/>
        </p:nvSpPr>
        <p:spPr>
          <a:xfrm rot="0">
            <a:off x="1355167" y="696396"/>
            <a:ext cx="12295240" cy="685800"/>
          </a:xfrm>
          <a:prstGeom prst="rect">
            <a:avLst/>
          </a:prstGeom>
        </p:spPr>
        <p:txBody>
          <a:bodyPr anchor="t" rtlCol="false" tIns="0" lIns="0" bIns="0" rIns="0">
            <a:spAutoFit/>
          </a:bodyPr>
          <a:lstStyle/>
          <a:p>
            <a:pPr algn="l" marL="0" indent="0" lvl="0">
              <a:lnSpc>
                <a:spcPts val="5100"/>
              </a:lnSpc>
              <a:spcBef>
                <a:spcPct val="0"/>
              </a:spcBef>
            </a:pPr>
            <a:r>
              <a:rPr lang="en-US" b="true" sz="5000" spc="-100" strike="noStrike" u="none">
                <a:solidFill>
                  <a:srgbClr val="FFFFFF"/>
                </a:solidFill>
                <a:latin typeface="프리젠테이션 Bold"/>
                <a:ea typeface="프리젠테이션 Bold"/>
                <a:cs typeface="프리젠테이션 Bold"/>
                <a:sym typeface="프리젠테이션 Bold"/>
              </a:rPr>
              <a:t>실무 사례: 어기면 저장이 막힌다</a:t>
            </a:r>
          </a:p>
        </p:txBody>
      </p:sp>
      <p:sp>
        <p:nvSpPr>
          <p:cNvPr name="TextBox 26" id="26"/>
          <p:cNvSpPr txBox="true"/>
          <p:nvPr/>
        </p:nvSpPr>
        <p:spPr>
          <a:xfrm rot="0">
            <a:off x="10472784" y="3604117"/>
            <a:ext cx="7086813" cy="1365885"/>
          </a:xfrm>
          <a:prstGeom prst="rect">
            <a:avLst/>
          </a:prstGeom>
        </p:spPr>
        <p:txBody>
          <a:bodyPr anchor="t" rtlCol="false" tIns="0" lIns="0" bIns="0" rIns="0">
            <a:spAutoFit/>
          </a:bodyPr>
          <a:lstStyle/>
          <a:p>
            <a:pPr algn="l" marL="518160" indent="-259080" lvl="1">
              <a:lnSpc>
                <a:spcPts val="3600"/>
              </a:lnSpc>
              <a:buFont typeface="Arial"/>
              <a:buChar char="•"/>
            </a:pPr>
            <a:r>
              <a:rPr lang="en-US" b="true" sz="2400" spc="-48" strike="noStrike" u="none">
                <a:solidFill>
                  <a:srgbClr val="000000">
                    <a:alpha val="69804"/>
                  </a:srgbClr>
                </a:solidFill>
                <a:latin typeface="프리젠테이션 Bold"/>
                <a:ea typeface="프리젠테이션 Bold"/>
                <a:cs typeface="프리젠테이션 Bold"/>
                <a:sym typeface="프리젠테이션 Bold"/>
              </a:rPr>
              <a:t>사람의 기억 대신 기계가 검사</a:t>
            </a:r>
          </a:p>
          <a:p>
            <a:pPr algn="l" marL="518160" indent="-259080" lvl="1">
              <a:lnSpc>
                <a:spcPts val="3600"/>
              </a:lnSpc>
              <a:buFont typeface="Arial"/>
              <a:buChar char="•"/>
            </a:pPr>
            <a:r>
              <a:rPr lang="en-US" b="true" sz="2400" spc="-48" strike="noStrike" u="none">
                <a:solidFill>
                  <a:srgbClr val="000000">
                    <a:alpha val="69804"/>
                  </a:srgbClr>
                </a:solidFill>
                <a:latin typeface="프리젠테이션 Bold"/>
                <a:ea typeface="프리젠테이션 Bold"/>
                <a:cs typeface="프리젠테이션 Bold"/>
                <a:sym typeface="프리젠테이션 Bold"/>
              </a:rPr>
              <a:t>어기면 무조건 멈춤 (예외 없음)</a:t>
            </a:r>
          </a:p>
          <a:p>
            <a:pPr algn="l" marL="518160" indent="-259080" lvl="1">
              <a:lnSpc>
                <a:spcPts val="3600"/>
              </a:lnSpc>
              <a:buFont typeface="Arial"/>
              <a:buChar char="•"/>
            </a:pPr>
            <a:r>
              <a:rPr lang="en-US" b="true" sz="2400" spc="-48" strike="noStrike" u="none">
                <a:solidFill>
                  <a:srgbClr val="000000">
                    <a:alpha val="69804"/>
                  </a:srgbClr>
                </a:solidFill>
                <a:latin typeface="프리젠테이션 Bold"/>
                <a:ea typeface="프리젠테이션 Bold"/>
                <a:cs typeface="프리젠테이션 Bold"/>
                <a:sym typeface="프리젠테이션 Bold"/>
              </a:rPr>
              <a:t>오류 메시지 == AI의 다음 힌트</a:t>
            </a:r>
          </a:p>
        </p:txBody>
      </p:sp>
      <p:sp>
        <p:nvSpPr>
          <p:cNvPr name="TextBox 27" id="27"/>
          <p:cNvSpPr txBox="true"/>
          <p:nvPr/>
        </p:nvSpPr>
        <p:spPr>
          <a:xfrm rot="0">
            <a:off x="14694520" y="1353621"/>
            <a:ext cx="2865076" cy="325120"/>
          </a:xfrm>
          <a:prstGeom prst="rect">
            <a:avLst/>
          </a:prstGeom>
        </p:spPr>
        <p:txBody>
          <a:bodyPr anchor="t" rtlCol="false" tIns="0" lIns="0" bIns="0" rIns="0">
            <a:spAutoFit/>
          </a:bodyPr>
          <a:lstStyle/>
          <a:p>
            <a:pPr algn="ctr" marL="0" indent="0" lvl="0">
              <a:lnSpc>
                <a:spcPts val="2540"/>
              </a:lnSpc>
              <a:spcBef>
                <a:spcPct val="0"/>
              </a:spcBef>
            </a:pPr>
            <a:r>
              <a:rPr lang="en-US" b="true" sz="2000" spc="122" strike="noStrike" u="none">
                <a:solidFill>
                  <a:srgbClr val="5170FF"/>
                </a:solidFill>
                <a:latin typeface="프리젠테이션 Bold"/>
                <a:ea typeface="프리젠테이션 Bold"/>
                <a:cs typeface="프리젠테이션 Bold"/>
                <a:sym typeface="프리젠테이션 Bold"/>
              </a:rPr>
              <a:t>해달 바이브코딩 기초반</a:t>
            </a:r>
          </a:p>
        </p:txBody>
      </p:sp>
      <p:sp>
        <p:nvSpPr>
          <p:cNvPr name="TextBox 28" id="28"/>
          <p:cNvSpPr txBox="true"/>
          <p:nvPr/>
        </p:nvSpPr>
        <p:spPr>
          <a:xfrm rot="0">
            <a:off x="2047875" y="2971800"/>
            <a:ext cx="7429500" cy="350520"/>
          </a:xfrm>
          <a:prstGeom prst="rect">
            <a:avLst/>
          </a:prstGeom>
        </p:spPr>
        <p:txBody>
          <a:bodyPr anchor="t" rtlCol="false" tIns="0" lIns="0" bIns="0" rIns="0">
            <a:spAutoFit/>
          </a:bodyPr>
          <a:lstStyle/>
          <a:p>
            <a:pPr algn="l" marL="0" indent="0" lvl="0">
              <a:lnSpc>
                <a:spcPts val="2729"/>
              </a:lnSpc>
              <a:spcBef>
                <a:spcPct val="0"/>
              </a:spcBef>
            </a:pPr>
            <a:r>
              <a:rPr lang="en-US" b="true" sz="1950" strike="noStrike" u="none">
                <a:solidFill>
                  <a:srgbClr val="A9B8FF"/>
                </a:solidFill>
                <a:latin typeface="Arimo Bold"/>
                <a:ea typeface="Arimo Bold"/>
                <a:cs typeface="Arimo Bold"/>
                <a:sym typeface="Arimo Bold"/>
              </a:rPr>
              <a:t>🛡️ 저장 전 자동 검사(시스템 훅) 흐름</a:t>
            </a:r>
          </a:p>
        </p:txBody>
      </p:sp>
      <p:sp>
        <p:nvSpPr>
          <p:cNvPr name="TextBox 29" id="29"/>
          <p:cNvSpPr txBox="true"/>
          <p:nvPr/>
        </p:nvSpPr>
        <p:spPr>
          <a:xfrm rot="0">
            <a:off x="2047875" y="3667125"/>
            <a:ext cx="7715250" cy="3872865"/>
          </a:xfrm>
          <a:prstGeom prst="rect">
            <a:avLst/>
          </a:prstGeom>
        </p:spPr>
        <p:txBody>
          <a:bodyPr anchor="t" rtlCol="false" tIns="0" lIns="0" bIns="0" rIns="0">
            <a:spAutoFit/>
          </a:bodyPr>
          <a:lstStyle/>
          <a:p>
            <a:pPr algn="l" marL="0" indent="0" lvl="0">
              <a:lnSpc>
                <a:spcPts val="2835"/>
              </a:lnSpc>
              <a:spcBef>
                <a:spcPct val="0"/>
              </a:spcBef>
            </a:pPr>
            <a:r>
              <a:rPr lang="en-US" sz="2025" strike="noStrike" u="none">
                <a:solidFill>
                  <a:srgbClr val="EEF1FF"/>
                </a:solidFill>
                <a:latin typeface="Arimo"/>
                <a:ea typeface="Arimo"/>
                <a:cs typeface="Arimo"/>
                <a:sym typeface="Arimo"/>
              </a:rPr>
              <a:t>① AI: "다 됐어요, 저장할게요"</a:t>
            </a:r>
          </a:p>
          <a:p>
            <a:pPr algn="l" marL="0" indent="0" lvl="0">
              <a:lnSpc>
                <a:spcPts val="2835"/>
              </a:lnSpc>
              <a:spcBef>
                <a:spcPct val="0"/>
              </a:spcBef>
            </a:pPr>
            <a:r>
              <a:rPr lang="en-US" sz="2025" strike="noStrike" u="none">
                <a:solidFill>
                  <a:srgbClr val="EEF1FF"/>
                </a:solidFill>
                <a:latin typeface="Arimo"/>
                <a:ea typeface="Arimo"/>
                <a:cs typeface="Arimo"/>
                <a:sym typeface="Arimo"/>
              </a:rPr>
              <a:t>        ↓</a:t>
            </a:r>
          </a:p>
          <a:p>
            <a:pPr algn="l" marL="0" indent="0" lvl="0">
              <a:lnSpc>
                <a:spcPts val="2835"/>
              </a:lnSpc>
              <a:spcBef>
                <a:spcPct val="0"/>
              </a:spcBef>
            </a:pPr>
            <a:r>
              <a:rPr lang="en-US" sz="2025" strike="noStrike" u="none">
                <a:solidFill>
                  <a:srgbClr val="EEF1FF"/>
                </a:solidFill>
                <a:latin typeface="Arimo"/>
                <a:ea typeface="Arimo"/>
                <a:cs typeface="Arimo"/>
                <a:sym typeface="Arimo"/>
              </a:rPr>
              <a:t>② 훅: 규칙 검사 자동 실행</a:t>
            </a:r>
          </a:p>
          <a:p>
            <a:pPr algn="l" marL="0" indent="0" lvl="0">
              <a:lnSpc>
                <a:spcPts val="2835"/>
              </a:lnSpc>
              <a:spcBef>
                <a:spcPct val="0"/>
              </a:spcBef>
            </a:pPr>
            <a:r>
              <a:rPr lang="en-US" sz="2025" strike="noStrike" u="none">
                <a:solidFill>
                  <a:srgbClr val="EEF1FF"/>
                </a:solidFill>
                <a:latin typeface="Arimo"/>
                <a:ea typeface="Arimo"/>
                <a:cs typeface="Arimo"/>
                <a:sym typeface="Arimo"/>
              </a:rPr>
              <a:t>   - 금지된 색상을 썼나?</a:t>
            </a:r>
          </a:p>
          <a:p>
            <a:pPr algn="l" marL="0" indent="0" lvl="0">
              <a:lnSpc>
                <a:spcPts val="2835"/>
              </a:lnSpc>
              <a:spcBef>
                <a:spcPct val="0"/>
              </a:spcBef>
            </a:pPr>
            <a:r>
              <a:rPr lang="en-US" sz="2025" strike="noStrike" u="none">
                <a:solidFill>
                  <a:srgbClr val="EEF1FF"/>
                </a:solidFill>
                <a:latin typeface="Arimo"/>
                <a:ea typeface="Arimo"/>
                <a:cs typeface="Arimo"/>
                <a:sym typeface="Arimo"/>
              </a:rPr>
              <a:t>   - 비밀번호가 코드에 들어갔나?</a:t>
            </a:r>
          </a:p>
          <a:p>
            <a:pPr algn="l" marL="0" indent="0" lvl="0">
              <a:lnSpc>
                <a:spcPts val="2835"/>
              </a:lnSpc>
              <a:spcBef>
                <a:spcPct val="0"/>
              </a:spcBef>
            </a:pPr>
            <a:r>
              <a:rPr lang="en-US" sz="2025" strike="noStrike" u="none">
                <a:solidFill>
                  <a:srgbClr val="EEF1FF"/>
                </a:solidFill>
                <a:latin typeface="Arimo"/>
                <a:ea typeface="Arimo"/>
                <a:cs typeface="Arimo"/>
                <a:sym typeface="Arimo"/>
              </a:rPr>
              <a:t>        ↓</a:t>
            </a:r>
          </a:p>
          <a:p>
            <a:pPr algn="l" marL="0" indent="0" lvl="0">
              <a:lnSpc>
                <a:spcPts val="2835"/>
              </a:lnSpc>
              <a:spcBef>
                <a:spcPct val="0"/>
              </a:spcBef>
            </a:pPr>
            <a:r>
              <a:rPr lang="en-US" sz="2025" strike="noStrike" u="none">
                <a:solidFill>
                  <a:srgbClr val="EEF1FF"/>
                </a:solidFill>
                <a:latin typeface="Arimo"/>
                <a:ea typeface="Arimo"/>
                <a:cs typeface="Arimo"/>
                <a:sym typeface="Arimo"/>
              </a:rPr>
              <a:t>③ 통과 ✅ → 저장 완료</a:t>
            </a:r>
          </a:p>
          <a:p>
            <a:pPr algn="l" marL="0" indent="0" lvl="0">
              <a:lnSpc>
                <a:spcPts val="2835"/>
              </a:lnSpc>
              <a:spcBef>
                <a:spcPct val="0"/>
              </a:spcBef>
            </a:pPr>
            <a:r>
              <a:rPr lang="en-US" sz="2025" strike="noStrike" u="none">
                <a:solidFill>
                  <a:srgbClr val="EEF1FF"/>
                </a:solidFill>
                <a:latin typeface="Arimo"/>
                <a:ea typeface="Arimo"/>
                <a:cs typeface="Arimo"/>
                <a:sym typeface="Arimo"/>
              </a:rPr>
              <a:t>   위반 ❌ → 저장 차단!</a:t>
            </a:r>
          </a:p>
          <a:p>
            <a:pPr algn="l" marL="0" indent="0" lvl="0">
              <a:lnSpc>
                <a:spcPts val="2835"/>
              </a:lnSpc>
              <a:spcBef>
                <a:spcPct val="0"/>
              </a:spcBef>
            </a:pPr>
            <a:r>
              <a:rPr lang="en-US" sz="2025" strike="noStrike" u="none">
                <a:solidFill>
                  <a:srgbClr val="EEF1FF"/>
                </a:solidFill>
                <a:latin typeface="Arimo"/>
                <a:ea typeface="Arimo"/>
                <a:cs typeface="Arimo"/>
                <a:sym typeface="Arimo"/>
              </a:rPr>
              <a:t>   "빨간색은 사용 금지입니다"</a:t>
            </a:r>
          </a:p>
          <a:p>
            <a:pPr algn="l" marL="0" indent="0" lvl="0">
              <a:lnSpc>
                <a:spcPts val="2835"/>
              </a:lnSpc>
              <a:spcBef>
                <a:spcPct val="0"/>
              </a:spcBef>
            </a:pPr>
            <a:r>
              <a:rPr lang="en-US" sz="2025" strike="noStrike" u="none">
                <a:solidFill>
                  <a:srgbClr val="EEF1FF"/>
                </a:solidFill>
                <a:latin typeface="Arimo"/>
                <a:ea typeface="Arimo"/>
                <a:cs typeface="Arimo"/>
                <a:sym typeface="Arimo"/>
              </a:rPr>
              <a:t>        ↓</a:t>
            </a:r>
          </a:p>
          <a:p>
            <a:pPr algn="l" marL="0" indent="0" lvl="0">
              <a:lnSpc>
                <a:spcPts val="2835"/>
              </a:lnSpc>
              <a:spcBef>
                <a:spcPct val="0"/>
              </a:spcBef>
            </a:pPr>
            <a:r>
              <a:rPr lang="en-US" sz="2025" strike="noStrike" u="none">
                <a:solidFill>
                  <a:srgbClr val="EEF1FF"/>
                </a:solidFill>
                <a:latin typeface="Arimo"/>
                <a:ea typeface="Arimo"/>
                <a:cs typeface="Arimo"/>
                <a:sym typeface="Arimo"/>
              </a:rPr>
              <a:t>④ AI가 오류를 읽고 스스로 수정</a:t>
            </a:r>
          </a:p>
        </p:txBody>
      </p:sp>
      <p:sp>
        <p:nvSpPr>
          <p:cNvPr name="TextBox 30" id="30"/>
          <p:cNvSpPr txBox="true"/>
          <p:nvPr/>
        </p:nvSpPr>
        <p:spPr>
          <a:xfrm rot="0">
            <a:off x="8382000" y="8899525"/>
            <a:ext cx="1524000" cy="358775"/>
          </a:xfrm>
          <a:prstGeom prst="rect">
            <a:avLst/>
          </a:prstGeom>
        </p:spPr>
        <p:txBody>
          <a:bodyPr anchor="t" rtlCol="false" tIns="0" lIns="0" bIns="0" rIns="0">
            <a:spAutoFit/>
          </a:bodyPr>
          <a:lstStyle/>
          <a:p>
            <a:pPr algn="ctr" marL="0" indent="0" lvl="0">
              <a:lnSpc>
                <a:spcPts val="2800"/>
              </a:lnSpc>
              <a:spcBef>
                <a:spcPct val="0"/>
              </a:spcBef>
            </a:pPr>
            <a:r>
              <a:rPr lang="en-US" b="true" sz="2000" strike="noStrike" u="none">
                <a:solidFill>
                  <a:srgbClr val="4165C1"/>
                </a:solidFill>
                <a:latin typeface="프리젠테이션 Bold"/>
                <a:ea typeface="프리젠테이션 Bold"/>
                <a:cs typeface="프리젠테이션 Bold"/>
                <a:sym typeface="프리젠테이션 Bold"/>
              </a:rPr>
              <a:t>- 34 -</a:t>
            </a:r>
          </a:p>
        </p:txBody>
      </p:sp>
      <p:grpSp>
        <p:nvGrpSpPr>
          <p:cNvPr name="Group 31" id="31"/>
          <p:cNvGrpSpPr/>
          <p:nvPr/>
        </p:nvGrpSpPr>
        <p:grpSpPr>
          <a:xfrm rot="0">
            <a:off x="10467975" y="6096000"/>
            <a:ext cx="7096125" cy="2495550"/>
            <a:chOff x="0" y="0"/>
            <a:chExt cx="9461500" cy="3327400"/>
          </a:xfrm>
        </p:grpSpPr>
        <p:sp>
          <p:nvSpPr>
            <p:cNvPr name="Freeform 32" id="32"/>
            <p:cNvSpPr/>
            <p:nvPr/>
          </p:nvSpPr>
          <p:spPr>
            <a:xfrm flipH="false" flipV="false" rot="0">
              <a:off x="0" y="0"/>
              <a:ext cx="9461500" cy="3327400"/>
            </a:xfrm>
            <a:custGeom>
              <a:avLst/>
              <a:gdLst/>
              <a:ahLst/>
              <a:cxnLst/>
              <a:rect r="r" b="b" t="t" l="l"/>
              <a:pathLst>
                <a:path h="3327400" w="9461500">
                  <a:moveTo>
                    <a:pt x="34094" y="0"/>
                  </a:moveTo>
                  <a:lnTo>
                    <a:pt x="9427406" y="0"/>
                  </a:lnTo>
                  <a:cubicBezTo>
                    <a:pt x="9446236" y="0"/>
                    <a:pt x="9461500" y="15264"/>
                    <a:pt x="9461500" y="34094"/>
                  </a:cubicBezTo>
                  <a:lnTo>
                    <a:pt x="9461500" y="3293306"/>
                  </a:lnTo>
                  <a:cubicBezTo>
                    <a:pt x="9461500" y="3312135"/>
                    <a:pt x="9446236" y="3327400"/>
                    <a:pt x="9427406" y="3327400"/>
                  </a:cubicBezTo>
                  <a:lnTo>
                    <a:pt x="34094" y="3327400"/>
                  </a:lnTo>
                  <a:cubicBezTo>
                    <a:pt x="15264" y="3327400"/>
                    <a:pt x="0" y="3312135"/>
                    <a:pt x="0" y="3293306"/>
                  </a:cubicBezTo>
                  <a:lnTo>
                    <a:pt x="0" y="34094"/>
                  </a:lnTo>
                  <a:cubicBezTo>
                    <a:pt x="0" y="15264"/>
                    <a:pt x="15264" y="0"/>
                    <a:pt x="34094" y="0"/>
                  </a:cubicBezTo>
                  <a:close/>
                </a:path>
              </a:pathLst>
            </a:custGeom>
            <a:solidFill>
              <a:srgbClr val="EEF1FF"/>
            </a:solidFill>
          </p:spPr>
        </p:sp>
        <p:sp>
          <p:nvSpPr>
            <p:cNvPr name="TextBox 33" id="33"/>
            <p:cNvSpPr txBox="true"/>
            <p:nvPr/>
          </p:nvSpPr>
          <p:spPr>
            <a:xfrm>
              <a:off x="0" y="-38100"/>
              <a:ext cx="9461500" cy="3365500"/>
            </a:xfrm>
            <a:prstGeom prst="rect">
              <a:avLst/>
            </a:prstGeom>
          </p:spPr>
          <p:txBody>
            <a:bodyPr anchor="ctr" rtlCol="false" tIns="50800" lIns="50800" bIns="50800" rIns="50800"/>
            <a:lstStyle/>
            <a:p>
              <a:pPr algn="l">
                <a:lnSpc>
                  <a:spcPts val="1679"/>
                </a:lnSpc>
              </a:pPr>
            </a:p>
          </p:txBody>
        </p:sp>
      </p:grpSp>
      <p:sp>
        <p:nvSpPr>
          <p:cNvPr name="TextBox 34" id="34"/>
          <p:cNvSpPr txBox="true"/>
          <p:nvPr/>
        </p:nvSpPr>
        <p:spPr>
          <a:xfrm rot="0">
            <a:off x="10810875" y="6562725"/>
            <a:ext cx="6477000" cy="1438275"/>
          </a:xfrm>
          <a:prstGeom prst="rect">
            <a:avLst/>
          </a:prstGeom>
        </p:spPr>
        <p:txBody>
          <a:bodyPr anchor="t" rtlCol="false" tIns="0" lIns="0" bIns="0" rIns="0">
            <a:spAutoFit/>
          </a:bodyPr>
          <a:lstStyle/>
          <a:p>
            <a:pPr algn="l">
              <a:lnSpc>
                <a:spcPts val="3825"/>
              </a:lnSpc>
            </a:pPr>
            <a:r>
              <a:rPr lang="en-US" sz="2250" b="true">
                <a:solidFill>
                  <a:srgbClr val="2D3350"/>
                </a:solidFill>
                <a:latin typeface="Arimo Bold"/>
                <a:ea typeface="Arimo Bold"/>
                <a:cs typeface="Arimo Bold"/>
                <a:sym typeface="Arimo Bold"/>
              </a:rPr>
              <a:t>🏢 비유하면?</a:t>
            </a:r>
          </a:p>
          <a:p>
            <a:pPr algn="l">
              <a:lnSpc>
                <a:spcPts val="3825"/>
              </a:lnSpc>
            </a:pPr>
            <a:r>
              <a:rPr lang="en-US" sz="2250" b="true">
                <a:solidFill>
                  <a:srgbClr val="2D3350"/>
                </a:solidFill>
                <a:latin typeface="Arimo Bold"/>
                <a:ea typeface="Arimo Bold"/>
                <a:cs typeface="Arimo Bold"/>
                <a:sym typeface="Arimo Bold"/>
              </a:rPr>
              <a:t>출입 카드 없으면 문이 안 열리는 사무실</a:t>
            </a:r>
          </a:p>
          <a:p>
            <a:pPr algn="l">
              <a:lnSpc>
                <a:spcPts val="3825"/>
              </a:lnSpc>
            </a:pPr>
            <a:r>
              <a:rPr lang="en-US" sz="2250" b="true">
                <a:solidFill>
                  <a:srgbClr val="2D3350"/>
                </a:solidFill>
                <a:latin typeface="Arimo Bold"/>
                <a:ea typeface="Arimo Bold"/>
                <a:cs typeface="Arimo Bold"/>
                <a:sym typeface="Arimo Bold"/>
              </a:rPr>
              <a:t>→ "들어오지 마세요" 부탁 대신 잠금장치</a:t>
            </a:r>
          </a:p>
        </p:txBody>
      </p:sp>
    </p:spTree>
  </p:cSld>
  <p:clrMapOvr>
    <a:masterClrMapping/>
  </p:clrMapOvr>
</p:sld>
</file>

<file path=ppt/slides/slide35.xml><?xml version="1.0" encoding="utf-8"?>
<p:sld xmlns:p="http://schemas.openxmlformats.org/presentationml/2006/main" xmlns:a="http://schemas.openxmlformats.org/drawingml/2006/main" xmlns:r="http://schemas.openxmlformats.org/officeDocument/2006/relationships">
  <p:cSld>
    <p:bg>
      <p:bgPr>
        <a:solidFill>
          <a:srgbClr val="5170FF"/>
        </a:solidFill>
      </p:bgPr>
    </p:bg>
    <p:spTree>
      <p:nvGrpSpPr>
        <p:cNvPr id="1" name=""/>
        <p:cNvGrpSpPr/>
        <p:nvPr/>
      </p:nvGrpSpPr>
      <p:grpSpPr>
        <a:xfrm>
          <a:off x="0" y="0"/>
          <a:ext cx="0" cy="0"/>
          <a:chOff x="0" y="0"/>
          <a:chExt cx="0" cy="0"/>
        </a:xfrm>
      </p:grpSpPr>
      <p:grpSp>
        <p:nvGrpSpPr>
          <p:cNvPr name="Group 2" id="2"/>
          <p:cNvGrpSpPr/>
          <p:nvPr/>
        </p:nvGrpSpPr>
        <p:grpSpPr>
          <a:xfrm rot="0">
            <a:off x="534854" y="457200"/>
            <a:ext cx="17218292" cy="9294946"/>
            <a:chOff x="0" y="0"/>
            <a:chExt cx="22957723" cy="12393261"/>
          </a:xfrm>
        </p:grpSpPr>
        <p:grpSp>
          <p:nvGrpSpPr>
            <p:cNvPr name="Group 3" id="3"/>
            <p:cNvGrpSpPr/>
            <p:nvPr/>
          </p:nvGrpSpPr>
          <p:grpSpPr>
            <a:xfrm rot="0">
              <a:off x="0" y="1727243"/>
              <a:ext cx="22957723" cy="10666019"/>
              <a:chOff x="0" y="0"/>
              <a:chExt cx="4777465" cy="2219581"/>
            </a:xfrm>
          </p:grpSpPr>
          <p:sp>
            <p:nvSpPr>
              <p:cNvPr name="Freeform 4" id="4"/>
              <p:cNvSpPr/>
              <p:nvPr/>
            </p:nvSpPr>
            <p:spPr>
              <a:xfrm flipH="false" flipV="false" rot="0">
                <a:off x="0" y="0"/>
                <a:ext cx="4777465" cy="2219581"/>
              </a:xfrm>
              <a:custGeom>
                <a:avLst/>
                <a:gdLst/>
                <a:ahLst/>
                <a:cxnLst/>
                <a:rect r="r" b="b" t="t" l="l"/>
                <a:pathLst>
                  <a:path h="2219581" w="4777465">
                    <a:moveTo>
                      <a:pt x="22931" y="0"/>
                    </a:moveTo>
                    <a:lnTo>
                      <a:pt x="4754534" y="0"/>
                    </a:lnTo>
                    <a:cubicBezTo>
                      <a:pt x="4767199" y="0"/>
                      <a:pt x="4777465" y="10267"/>
                      <a:pt x="4777465" y="22931"/>
                    </a:cubicBezTo>
                    <a:lnTo>
                      <a:pt x="4777465" y="2196650"/>
                    </a:lnTo>
                    <a:cubicBezTo>
                      <a:pt x="4777465" y="2202732"/>
                      <a:pt x="4775049" y="2208564"/>
                      <a:pt x="4770749" y="2212865"/>
                    </a:cubicBezTo>
                    <a:cubicBezTo>
                      <a:pt x="4766449" y="2217165"/>
                      <a:pt x="4760616" y="2219581"/>
                      <a:pt x="4754534" y="2219581"/>
                    </a:cubicBezTo>
                    <a:lnTo>
                      <a:pt x="22931" y="2219581"/>
                    </a:lnTo>
                    <a:cubicBezTo>
                      <a:pt x="10267" y="2219581"/>
                      <a:pt x="0" y="2209315"/>
                      <a:pt x="0" y="2196650"/>
                    </a:cubicBezTo>
                    <a:lnTo>
                      <a:pt x="0" y="22931"/>
                    </a:lnTo>
                    <a:cubicBezTo>
                      <a:pt x="0" y="10267"/>
                      <a:pt x="10267" y="0"/>
                      <a:pt x="22931" y="0"/>
                    </a:cubicBezTo>
                    <a:close/>
                  </a:path>
                </a:pathLst>
              </a:custGeom>
              <a:solidFill>
                <a:srgbClr val="FFFFFF"/>
              </a:solidFill>
              <a:ln cap="rnd">
                <a:noFill/>
                <a:prstDash val="solid"/>
                <a:round/>
              </a:ln>
            </p:spPr>
          </p:sp>
          <p:sp>
            <p:nvSpPr>
              <p:cNvPr name="TextBox 5" id="5"/>
              <p:cNvSpPr txBox="true"/>
              <p:nvPr/>
            </p:nvSpPr>
            <p:spPr>
              <a:xfrm>
                <a:off x="0" y="-38100"/>
                <a:ext cx="4777465" cy="2257681"/>
              </a:xfrm>
              <a:prstGeom prst="rect">
                <a:avLst/>
              </a:prstGeom>
            </p:spPr>
            <p:txBody>
              <a:bodyPr anchor="ctr" rtlCol="false" tIns="48220" lIns="48220" bIns="48220" rIns="48220"/>
              <a:lstStyle/>
              <a:p>
                <a:pPr algn="ctr" marL="0" indent="0" lvl="0">
                  <a:lnSpc>
                    <a:spcPts val="1853"/>
                  </a:lnSpc>
                  <a:spcBef>
                    <a:spcPct val="0"/>
                  </a:spcBef>
                </a:pPr>
              </a:p>
              <a:p>
                <a:pPr algn="ctr" marL="0" indent="0" lvl="0">
                  <a:lnSpc>
                    <a:spcPts val="1853"/>
                  </a:lnSpc>
                  <a:spcBef>
                    <a:spcPct val="0"/>
                  </a:spcBef>
                </a:pPr>
              </a:p>
              <a:p>
                <a:pPr algn="ctr" marL="0" indent="0" lvl="0">
                  <a:lnSpc>
                    <a:spcPts val="1853"/>
                  </a:lnSpc>
                  <a:spcBef>
                    <a:spcPct val="0"/>
                  </a:spcBef>
                </a:pPr>
              </a:p>
            </p:txBody>
          </p:sp>
        </p:grpSp>
        <p:grpSp>
          <p:nvGrpSpPr>
            <p:cNvPr name="Group 6" id="6"/>
            <p:cNvGrpSpPr/>
            <p:nvPr/>
          </p:nvGrpSpPr>
          <p:grpSpPr>
            <a:xfrm rot="0">
              <a:off x="18499830" y="891712"/>
              <a:ext cx="4457893" cy="3397582"/>
              <a:chOff x="0" y="0"/>
              <a:chExt cx="927680" cy="707031"/>
            </a:xfrm>
          </p:grpSpPr>
          <p:sp>
            <p:nvSpPr>
              <p:cNvPr name="Freeform 7" id="7"/>
              <p:cNvSpPr/>
              <p:nvPr/>
            </p:nvSpPr>
            <p:spPr>
              <a:xfrm flipH="false" flipV="false" rot="0">
                <a:off x="0" y="0"/>
                <a:ext cx="927680" cy="707031"/>
              </a:xfrm>
              <a:custGeom>
                <a:avLst/>
                <a:gdLst/>
                <a:ahLst/>
                <a:cxnLst/>
                <a:rect r="r" b="b" t="t" l="l"/>
                <a:pathLst>
                  <a:path h="707031" w="927680">
                    <a:moveTo>
                      <a:pt x="118094" y="0"/>
                    </a:moveTo>
                    <a:lnTo>
                      <a:pt x="809586" y="0"/>
                    </a:lnTo>
                    <a:cubicBezTo>
                      <a:pt x="874808" y="0"/>
                      <a:pt x="927680" y="52872"/>
                      <a:pt x="927680" y="118094"/>
                    </a:cubicBezTo>
                    <a:lnTo>
                      <a:pt x="927680" y="588937"/>
                    </a:lnTo>
                    <a:cubicBezTo>
                      <a:pt x="927680" y="654159"/>
                      <a:pt x="874808" y="707031"/>
                      <a:pt x="809586" y="707031"/>
                    </a:cubicBezTo>
                    <a:lnTo>
                      <a:pt x="118094" y="707031"/>
                    </a:lnTo>
                    <a:cubicBezTo>
                      <a:pt x="52872" y="707031"/>
                      <a:pt x="0" y="654159"/>
                      <a:pt x="0" y="588937"/>
                    </a:cubicBezTo>
                    <a:lnTo>
                      <a:pt x="0" y="118094"/>
                    </a:lnTo>
                    <a:cubicBezTo>
                      <a:pt x="0" y="52872"/>
                      <a:pt x="52872" y="0"/>
                      <a:pt x="118094" y="0"/>
                    </a:cubicBezTo>
                    <a:close/>
                  </a:path>
                </a:pathLst>
              </a:custGeom>
              <a:solidFill>
                <a:srgbClr val="FFFFFF"/>
              </a:solidFill>
              <a:ln cap="rnd">
                <a:noFill/>
                <a:prstDash val="solid"/>
                <a:round/>
              </a:ln>
            </p:spPr>
          </p:sp>
          <p:sp>
            <p:nvSpPr>
              <p:cNvPr name="TextBox 8" id="8"/>
              <p:cNvSpPr txBox="true"/>
              <p:nvPr/>
            </p:nvSpPr>
            <p:spPr>
              <a:xfrm>
                <a:off x="0" y="-38100"/>
                <a:ext cx="927680" cy="745131"/>
              </a:xfrm>
              <a:prstGeom prst="rect">
                <a:avLst/>
              </a:prstGeom>
            </p:spPr>
            <p:txBody>
              <a:bodyPr anchor="ctr" rtlCol="false" tIns="48220" lIns="48220" bIns="48220" rIns="48220"/>
              <a:lstStyle/>
              <a:p>
                <a:pPr algn="ctr" marL="0" indent="0" lvl="0">
                  <a:lnSpc>
                    <a:spcPts val="1853"/>
                  </a:lnSpc>
                  <a:spcBef>
                    <a:spcPct val="0"/>
                  </a:spcBef>
                </a:pPr>
              </a:p>
              <a:p>
                <a:pPr algn="ctr" marL="0" indent="0" lvl="0">
                  <a:lnSpc>
                    <a:spcPts val="1853"/>
                  </a:lnSpc>
                  <a:spcBef>
                    <a:spcPct val="0"/>
                  </a:spcBef>
                </a:pPr>
              </a:p>
              <a:p>
                <a:pPr algn="ctr" marL="0" indent="0" lvl="0">
                  <a:lnSpc>
                    <a:spcPts val="1853"/>
                  </a:lnSpc>
                  <a:spcBef>
                    <a:spcPct val="0"/>
                  </a:spcBef>
                </a:pPr>
              </a:p>
            </p:txBody>
          </p:sp>
        </p:grpSp>
        <p:grpSp>
          <p:nvGrpSpPr>
            <p:cNvPr name="Group 9" id="9"/>
            <p:cNvGrpSpPr/>
            <p:nvPr/>
          </p:nvGrpSpPr>
          <p:grpSpPr>
            <a:xfrm rot="0">
              <a:off x="18064463" y="1334482"/>
              <a:ext cx="2392010" cy="1865053"/>
              <a:chOff x="0" y="0"/>
              <a:chExt cx="497773" cy="388115"/>
            </a:xfrm>
          </p:grpSpPr>
          <p:sp>
            <p:nvSpPr>
              <p:cNvPr name="Freeform 10" id="10"/>
              <p:cNvSpPr/>
              <p:nvPr/>
            </p:nvSpPr>
            <p:spPr>
              <a:xfrm flipH="false" flipV="false" rot="0">
                <a:off x="0" y="0"/>
                <a:ext cx="497773" cy="388115"/>
              </a:xfrm>
              <a:custGeom>
                <a:avLst/>
                <a:gdLst/>
                <a:ahLst/>
                <a:cxnLst/>
                <a:rect r="r" b="b" t="t" l="l"/>
                <a:pathLst>
                  <a:path h="388115" w="497773">
                    <a:moveTo>
                      <a:pt x="0" y="0"/>
                    </a:moveTo>
                    <a:lnTo>
                      <a:pt x="497773" y="0"/>
                    </a:lnTo>
                    <a:lnTo>
                      <a:pt x="497773" y="388115"/>
                    </a:lnTo>
                    <a:lnTo>
                      <a:pt x="0" y="388115"/>
                    </a:lnTo>
                    <a:close/>
                  </a:path>
                </a:pathLst>
              </a:custGeom>
              <a:solidFill>
                <a:srgbClr val="FFFFFF"/>
              </a:solidFill>
              <a:ln cap="sq">
                <a:noFill/>
                <a:prstDash val="solid"/>
                <a:miter/>
              </a:ln>
            </p:spPr>
          </p:sp>
          <p:sp>
            <p:nvSpPr>
              <p:cNvPr name="TextBox 11" id="11"/>
              <p:cNvSpPr txBox="true"/>
              <p:nvPr/>
            </p:nvSpPr>
            <p:spPr>
              <a:xfrm>
                <a:off x="0" y="-38100"/>
                <a:ext cx="497773" cy="426215"/>
              </a:xfrm>
              <a:prstGeom prst="rect">
                <a:avLst/>
              </a:prstGeom>
            </p:spPr>
            <p:txBody>
              <a:bodyPr anchor="ctr" rtlCol="false" tIns="48220" lIns="48220" bIns="48220" rIns="48220"/>
              <a:lstStyle/>
              <a:p>
                <a:pPr algn="ctr" marL="0" indent="0" lvl="0">
                  <a:lnSpc>
                    <a:spcPts val="1853"/>
                  </a:lnSpc>
                  <a:spcBef>
                    <a:spcPct val="0"/>
                  </a:spcBef>
                </a:pPr>
              </a:p>
              <a:p>
                <a:pPr algn="ctr" marL="0" indent="0" lvl="0">
                  <a:lnSpc>
                    <a:spcPts val="1853"/>
                  </a:lnSpc>
                  <a:spcBef>
                    <a:spcPct val="0"/>
                  </a:spcBef>
                </a:pPr>
              </a:p>
              <a:p>
                <a:pPr algn="ctr" marL="0" indent="0" lvl="0">
                  <a:lnSpc>
                    <a:spcPts val="1853"/>
                  </a:lnSpc>
                  <a:spcBef>
                    <a:spcPct val="0"/>
                  </a:spcBef>
                </a:pPr>
              </a:p>
            </p:txBody>
          </p:sp>
        </p:grpSp>
        <p:grpSp>
          <p:nvGrpSpPr>
            <p:cNvPr name="Group 12" id="12"/>
            <p:cNvGrpSpPr/>
            <p:nvPr/>
          </p:nvGrpSpPr>
          <p:grpSpPr>
            <a:xfrm rot="0">
              <a:off x="16059231" y="0"/>
              <a:ext cx="2504831" cy="1727243"/>
              <a:chOff x="0" y="0"/>
              <a:chExt cx="521251" cy="359436"/>
            </a:xfrm>
          </p:grpSpPr>
          <p:sp>
            <p:nvSpPr>
              <p:cNvPr name="Freeform 13" id="13"/>
              <p:cNvSpPr/>
              <p:nvPr/>
            </p:nvSpPr>
            <p:spPr>
              <a:xfrm flipH="false" flipV="false" rot="0">
                <a:off x="0" y="0"/>
                <a:ext cx="521251" cy="359436"/>
              </a:xfrm>
              <a:custGeom>
                <a:avLst/>
                <a:gdLst/>
                <a:ahLst/>
                <a:cxnLst/>
                <a:rect r="r" b="b" t="t" l="l"/>
                <a:pathLst>
                  <a:path h="359436" w="521251">
                    <a:moveTo>
                      <a:pt x="179718" y="0"/>
                    </a:moveTo>
                    <a:lnTo>
                      <a:pt x="341533" y="0"/>
                    </a:lnTo>
                    <a:cubicBezTo>
                      <a:pt x="440789" y="0"/>
                      <a:pt x="521251" y="80463"/>
                      <a:pt x="521251" y="179718"/>
                    </a:cubicBezTo>
                    <a:lnTo>
                      <a:pt x="521251" y="179718"/>
                    </a:lnTo>
                    <a:cubicBezTo>
                      <a:pt x="521251" y="227382"/>
                      <a:pt x="502317" y="273094"/>
                      <a:pt x="468613" y="306798"/>
                    </a:cubicBezTo>
                    <a:cubicBezTo>
                      <a:pt x="434909" y="340502"/>
                      <a:pt x="389197" y="359436"/>
                      <a:pt x="341533" y="359436"/>
                    </a:cubicBezTo>
                    <a:lnTo>
                      <a:pt x="179718" y="359436"/>
                    </a:lnTo>
                    <a:cubicBezTo>
                      <a:pt x="132054" y="359436"/>
                      <a:pt x="86342" y="340502"/>
                      <a:pt x="52638" y="306798"/>
                    </a:cubicBezTo>
                    <a:cubicBezTo>
                      <a:pt x="18935" y="273094"/>
                      <a:pt x="0" y="227382"/>
                      <a:pt x="0" y="179718"/>
                    </a:cubicBezTo>
                    <a:lnTo>
                      <a:pt x="0" y="179718"/>
                    </a:lnTo>
                    <a:cubicBezTo>
                      <a:pt x="0" y="132054"/>
                      <a:pt x="18935" y="86342"/>
                      <a:pt x="52638" y="52638"/>
                    </a:cubicBezTo>
                    <a:cubicBezTo>
                      <a:pt x="86342" y="18935"/>
                      <a:pt x="132054" y="0"/>
                      <a:pt x="179718" y="0"/>
                    </a:cubicBezTo>
                    <a:close/>
                  </a:path>
                </a:pathLst>
              </a:custGeom>
              <a:solidFill>
                <a:srgbClr val="5170FF"/>
              </a:solidFill>
              <a:ln cap="rnd">
                <a:noFill/>
                <a:prstDash val="solid"/>
                <a:round/>
              </a:ln>
            </p:spPr>
          </p:sp>
          <p:sp>
            <p:nvSpPr>
              <p:cNvPr name="TextBox 14" id="14"/>
              <p:cNvSpPr txBox="true"/>
              <p:nvPr/>
            </p:nvSpPr>
            <p:spPr>
              <a:xfrm>
                <a:off x="0" y="-38100"/>
                <a:ext cx="521251" cy="397536"/>
              </a:xfrm>
              <a:prstGeom prst="rect">
                <a:avLst/>
              </a:prstGeom>
            </p:spPr>
            <p:txBody>
              <a:bodyPr anchor="ctr" rtlCol="false" tIns="48220" lIns="48220" bIns="48220" rIns="48220"/>
              <a:lstStyle/>
              <a:p>
                <a:pPr algn="ctr" marL="0" indent="0" lvl="0">
                  <a:lnSpc>
                    <a:spcPts val="1853"/>
                  </a:lnSpc>
                  <a:spcBef>
                    <a:spcPct val="0"/>
                  </a:spcBef>
                </a:pPr>
              </a:p>
              <a:p>
                <a:pPr algn="ctr" marL="0" indent="0" lvl="0">
                  <a:lnSpc>
                    <a:spcPts val="1853"/>
                  </a:lnSpc>
                  <a:spcBef>
                    <a:spcPct val="0"/>
                  </a:spcBef>
                </a:pPr>
              </a:p>
              <a:p>
                <a:pPr algn="ctr" marL="0" indent="0" lvl="0">
                  <a:lnSpc>
                    <a:spcPts val="1853"/>
                  </a:lnSpc>
                  <a:spcBef>
                    <a:spcPct val="0"/>
                  </a:spcBef>
                </a:pPr>
              </a:p>
            </p:txBody>
          </p:sp>
        </p:grpSp>
      </p:grpSp>
      <p:sp>
        <p:nvSpPr>
          <p:cNvPr name="Freeform 15" id="15"/>
          <p:cNvSpPr/>
          <p:nvPr/>
        </p:nvSpPr>
        <p:spPr>
          <a:xfrm flipH="false" flipV="false" rot="0">
            <a:off x="820604" y="843344"/>
            <a:ext cx="334731" cy="334731"/>
          </a:xfrm>
          <a:custGeom>
            <a:avLst/>
            <a:gdLst/>
            <a:ahLst/>
            <a:cxnLst/>
            <a:rect r="r" b="b" t="t" l="l"/>
            <a:pathLst>
              <a:path h="334731" w="334731">
                <a:moveTo>
                  <a:pt x="0" y="0"/>
                </a:moveTo>
                <a:lnTo>
                  <a:pt x="334731" y="0"/>
                </a:lnTo>
                <a:lnTo>
                  <a:pt x="334731" y="334731"/>
                </a:lnTo>
                <a:lnTo>
                  <a:pt x="0" y="334731"/>
                </a:lnTo>
                <a:lnTo>
                  <a:pt x="0" y="0"/>
                </a:lnTo>
                <a:close/>
              </a:path>
            </a:pathLst>
          </a:custGeom>
          <a:blipFill>
            <a:blip r:embed="rId3">
              <a:extLst>
                <a:ext uri="{96DAC541-7B7A-43D3-8B79-37D633B846F1}">
                  <asvg:svgBlip xmlns:asvg="http://schemas.microsoft.com/office/drawing/2016/SVG/main" r:embed="rId4"/>
                </a:ext>
              </a:extLst>
            </a:blip>
            <a:stretch>
              <a:fillRect l="0" t="0" r="0" b="0"/>
            </a:stretch>
          </a:blipFill>
        </p:spPr>
      </p:sp>
      <p:grpSp>
        <p:nvGrpSpPr>
          <p:cNvPr name="Group 16" id="16"/>
          <p:cNvGrpSpPr/>
          <p:nvPr/>
        </p:nvGrpSpPr>
        <p:grpSpPr>
          <a:xfrm rot="0">
            <a:off x="10472784" y="2884234"/>
            <a:ext cx="3903318" cy="547878"/>
            <a:chOff x="0" y="0"/>
            <a:chExt cx="5204424" cy="730504"/>
          </a:xfrm>
        </p:grpSpPr>
        <p:sp>
          <p:nvSpPr>
            <p:cNvPr name="Freeform 17" id="17"/>
            <p:cNvSpPr/>
            <p:nvPr/>
          </p:nvSpPr>
          <p:spPr>
            <a:xfrm flipH="false" flipV="false" rot="0">
              <a:off x="0" y="192339"/>
              <a:ext cx="355986" cy="355986"/>
            </a:xfrm>
            <a:custGeom>
              <a:avLst/>
              <a:gdLst/>
              <a:ahLst/>
              <a:cxnLst/>
              <a:rect r="r" b="b" t="t" l="l"/>
              <a:pathLst>
                <a:path h="355986" w="355986">
                  <a:moveTo>
                    <a:pt x="0" y="0"/>
                  </a:moveTo>
                  <a:lnTo>
                    <a:pt x="355986" y="0"/>
                  </a:lnTo>
                  <a:lnTo>
                    <a:pt x="355986" y="355986"/>
                  </a:lnTo>
                  <a:lnTo>
                    <a:pt x="0" y="355986"/>
                  </a:lnTo>
                  <a:lnTo>
                    <a:pt x="0" y="0"/>
                  </a:lnTo>
                  <a:close/>
                </a:path>
              </a:pathLst>
            </a:custGeom>
            <a:blipFill>
              <a:blip r:embed="rId5">
                <a:extLst>
                  <a:ext uri="{96DAC541-7B7A-43D3-8B79-37D633B846F1}">
                    <asvg:svgBlip xmlns:asvg="http://schemas.microsoft.com/office/drawing/2016/SVG/main" r:embed="rId6"/>
                  </a:ext>
                </a:extLst>
              </a:blip>
              <a:stretch>
                <a:fillRect l="0" t="0" r="0" b="0"/>
              </a:stretch>
            </a:blipFill>
          </p:spPr>
        </p:sp>
        <p:sp>
          <p:nvSpPr>
            <p:cNvPr name="TextBox 18" id="18"/>
            <p:cNvSpPr txBox="true"/>
            <p:nvPr/>
          </p:nvSpPr>
          <p:spPr>
            <a:xfrm rot="0">
              <a:off x="500339" y="76200"/>
              <a:ext cx="4704085" cy="654304"/>
            </a:xfrm>
            <a:prstGeom prst="rect">
              <a:avLst/>
            </a:prstGeom>
          </p:spPr>
          <p:txBody>
            <a:bodyPr anchor="t" rtlCol="false" tIns="0" lIns="0" bIns="0" rIns="0">
              <a:spAutoFit/>
            </a:bodyPr>
            <a:lstStyle/>
            <a:p>
              <a:pPr algn="l" marL="0" indent="0" lvl="0">
                <a:lnSpc>
                  <a:spcPts val="3456"/>
                </a:lnSpc>
                <a:spcBef>
                  <a:spcPct val="0"/>
                </a:spcBef>
              </a:pPr>
              <a:r>
                <a:rPr lang="en-US" b="true" sz="3600" spc="-72" strike="noStrike" u="none">
                  <a:solidFill>
                    <a:srgbClr val="333333"/>
                  </a:solidFill>
                  <a:latin typeface="프리젠테이션 Bold"/>
                  <a:ea typeface="프리젠테이션 Bold"/>
                  <a:cs typeface="프리젠테이션 Bold"/>
                  <a:sym typeface="프리젠테이션 Bold"/>
                </a:rPr>
                <a:t>핵심 포인트</a:t>
              </a:r>
            </a:p>
          </p:txBody>
        </p:sp>
      </p:grpSp>
      <p:grpSp>
        <p:nvGrpSpPr>
          <p:cNvPr name="Group 19" id="19"/>
          <p:cNvGrpSpPr/>
          <p:nvPr/>
        </p:nvGrpSpPr>
        <p:grpSpPr>
          <a:xfrm rot="0">
            <a:off x="1714500" y="2895600"/>
            <a:ext cx="8201025" cy="5695950"/>
            <a:chOff x="0" y="0"/>
            <a:chExt cx="10934700" cy="7594600"/>
          </a:xfrm>
        </p:grpSpPr>
        <p:sp>
          <p:nvSpPr>
            <p:cNvPr name="Freeform 20" id="20"/>
            <p:cNvSpPr/>
            <p:nvPr/>
          </p:nvSpPr>
          <p:spPr>
            <a:xfrm flipH="false" flipV="false" rot="0">
              <a:off x="0" y="0"/>
              <a:ext cx="10934700" cy="7594600"/>
            </a:xfrm>
            <a:custGeom>
              <a:avLst/>
              <a:gdLst/>
              <a:ahLst/>
              <a:cxnLst/>
              <a:rect r="r" b="b" t="t" l="l"/>
              <a:pathLst>
                <a:path h="7594600" w="10934700">
                  <a:moveTo>
                    <a:pt x="35401" y="0"/>
                  </a:moveTo>
                  <a:lnTo>
                    <a:pt x="10899299" y="0"/>
                  </a:lnTo>
                  <a:cubicBezTo>
                    <a:pt x="10918851" y="0"/>
                    <a:pt x="10934700" y="15849"/>
                    <a:pt x="10934700" y="35401"/>
                  </a:cubicBezTo>
                  <a:lnTo>
                    <a:pt x="10934700" y="7559199"/>
                  </a:lnTo>
                  <a:cubicBezTo>
                    <a:pt x="10934700" y="7578751"/>
                    <a:pt x="10918851" y="7594600"/>
                    <a:pt x="10899299" y="7594600"/>
                  </a:cubicBezTo>
                  <a:lnTo>
                    <a:pt x="35401" y="7594600"/>
                  </a:lnTo>
                  <a:cubicBezTo>
                    <a:pt x="15849" y="7594600"/>
                    <a:pt x="0" y="7578751"/>
                    <a:pt x="0" y="7559199"/>
                  </a:cubicBezTo>
                  <a:lnTo>
                    <a:pt x="0" y="35401"/>
                  </a:lnTo>
                  <a:cubicBezTo>
                    <a:pt x="0" y="15849"/>
                    <a:pt x="15849" y="0"/>
                    <a:pt x="35401" y="0"/>
                  </a:cubicBezTo>
                  <a:close/>
                </a:path>
              </a:pathLst>
            </a:custGeom>
            <a:solidFill>
              <a:srgbClr val="1E2233"/>
            </a:solidFill>
          </p:spPr>
        </p:sp>
        <p:sp>
          <p:nvSpPr>
            <p:cNvPr name="TextBox 21" id="21"/>
            <p:cNvSpPr txBox="true"/>
            <p:nvPr/>
          </p:nvSpPr>
          <p:spPr>
            <a:xfrm>
              <a:off x="0" y="-38100"/>
              <a:ext cx="10934700" cy="7632700"/>
            </a:xfrm>
            <a:prstGeom prst="rect">
              <a:avLst/>
            </a:prstGeom>
          </p:spPr>
          <p:txBody>
            <a:bodyPr anchor="ctr" rtlCol="false" tIns="50800" lIns="50800" bIns="50800" rIns="50800"/>
            <a:lstStyle/>
            <a:p>
              <a:pPr algn="l">
                <a:lnSpc>
                  <a:spcPts val="1679"/>
                </a:lnSpc>
              </a:pPr>
            </a:p>
          </p:txBody>
        </p:sp>
      </p:grpSp>
      <p:grpSp>
        <p:nvGrpSpPr>
          <p:cNvPr name="Group 22" id="22"/>
          <p:cNvGrpSpPr/>
          <p:nvPr/>
        </p:nvGrpSpPr>
        <p:grpSpPr>
          <a:xfrm rot="0">
            <a:off x="1714500" y="2895600"/>
            <a:ext cx="8201025" cy="609600"/>
            <a:chOff x="0" y="0"/>
            <a:chExt cx="10934700" cy="812800"/>
          </a:xfrm>
        </p:grpSpPr>
        <p:sp>
          <p:nvSpPr>
            <p:cNvPr name="Freeform 23" id="23"/>
            <p:cNvSpPr/>
            <p:nvPr/>
          </p:nvSpPr>
          <p:spPr>
            <a:xfrm flipH="false" flipV="false" rot="0">
              <a:off x="0" y="0"/>
              <a:ext cx="10934700" cy="812800"/>
            </a:xfrm>
            <a:custGeom>
              <a:avLst/>
              <a:gdLst/>
              <a:ahLst/>
              <a:cxnLst/>
              <a:rect r="r" b="b" t="t" l="l"/>
              <a:pathLst>
                <a:path h="812800" w="10934700">
                  <a:moveTo>
                    <a:pt x="35401" y="0"/>
                  </a:moveTo>
                  <a:lnTo>
                    <a:pt x="10899299" y="0"/>
                  </a:lnTo>
                  <a:cubicBezTo>
                    <a:pt x="10918851" y="0"/>
                    <a:pt x="10934700" y="15849"/>
                    <a:pt x="10934700" y="35401"/>
                  </a:cubicBezTo>
                  <a:lnTo>
                    <a:pt x="10934700" y="777399"/>
                  </a:lnTo>
                  <a:cubicBezTo>
                    <a:pt x="10934700" y="796951"/>
                    <a:pt x="10918851" y="812800"/>
                    <a:pt x="10899299" y="812800"/>
                  </a:cubicBezTo>
                  <a:lnTo>
                    <a:pt x="35401" y="812800"/>
                  </a:lnTo>
                  <a:cubicBezTo>
                    <a:pt x="15849" y="812800"/>
                    <a:pt x="0" y="796951"/>
                    <a:pt x="0" y="777399"/>
                  </a:cubicBezTo>
                  <a:lnTo>
                    <a:pt x="0" y="35401"/>
                  </a:lnTo>
                  <a:cubicBezTo>
                    <a:pt x="0" y="15849"/>
                    <a:pt x="15849" y="0"/>
                    <a:pt x="35401" y="0"/>
                  </a:cubicBezTo>
                  <a:close/>
                </a:path>
              </a:pathLst>
            </a:custGeom>
            <a:solidFill>
              <a:srgbClr val="2D3350"/>
            </a:solidFill>
          </p:spPr>
        </p:sp>
        <p:sp>
          <p:nvSpPr>
            <p:cNvPr name="TextBox 24" id="24"/>
            <p:cNvSpPr txBox="true"/>
            <p:nvPr/>
          </p:nvSpPr>
          <p:spPr>
            <a:xfrm>
              <a:off x="0" y="-38100"/>
              <a:ext cx="10934700" cy="850900"/>
            </a:xfrm>
            <a:prstGeom prst="rect">
              <a:avLst/>
            </a:prstGeom>
          </p:spPr>
          <p:txBody>
            <a:bodyPr anchor="ctr" rtlCol="false" tIns="50800" lIns="50800" bIns="50800" rIns="50800"/>
            <a:lstStyle/>
            <a:p>
              <a:pPr algn="l">
                <a:lnSpc>
                  <a:spcPts val="1679"/>
                </a:lnSpc>
              </a:pPr>
            </a:p>
          </p:txBody>
        </p:sp>
      </p:grpSp>
      <p:sp>
        <p:nvSpPr>
          <p:cNvPr name="TextBox 25" id="25"/>
          <p:cNvSpPr txBox="true"/>
          <p:nvPr/>
        </p:nvSpPr>
        <p:spPr>
          <a:xfrm rot="0">
            <a:off x="1355167" y="696396"/>
            <a:ext cx="12295240" cy="685800"/>
          </a:xfrm>
          <a:prstGeom prst="rect">
            <a:avLst/>
          </a:prstGeom>
        </p:spPr>
        <p:txBody>
          <a:bodyPr anchor="t" rtlCol="false" tIns="0" lIns="0" bIns="0" rIns="0">
            <a:spAutoFit/>
          </a:bodyPr>
          <a:lstStyle/>
          <a:p>
            <a:pPr algn="l" marL="0" indent="0" lvl="0">
              <a:lnSpc>
                <a:spcPts val="5100"/>
              </a:lnSpc>
              <a:spcBef>
                <a:spcPct val="0"/>
              </a:spcBef>
            </a:pPr>
            <a:r>
              <a:rPr lang="en-US" b="true" sz="5000" spc="-100" strike="noStrike" u="none">
                <a:solidFill>
                  <a:srgbClr val="FFFFFF"/>
                </a:solidFill>
                <a:latin typeface="프리젠테이션 Bold"/>
                <a:ea typeface="프리젠테이션 Bold"/>
                <a:cs typeface="프리젠테이션 Bold"/>
                <a:sym typeface="프리젠테이션 Bold"/>
              </a:rPr>
              <a:t>하네스·루프를 위한 폴더 구조</a:t>
            </a:r>
          </a:p>
        </p:txBody>
      </p:sp>
      <p:sp>
        <p:nvSpPr>
          <p:cNvPr name="TextBox 26" id="26"/>
          <p:cNvSpPr txBox="true"/>
          <p:nvPr/>
        </p:nvSpPr>
        <p:spPr>
          <a:xfrm rot="0">
            <a:off x="10472784" y="3604117"/>
            <a:ext cx="7086813" cy="1365885"/>
          </a:xfrm>
          <a:prstGeom prst="rect">
            <a:avLst/>
          </a:prstGeom>
        </p:spPr>
        <p:txBody>
          <a:bodyPr anchor="t" rtlCol="false" tIns="0" lIns="0" bIns="0" rIns="0">
            <a:spAutoFit/>
          </a:bodyPr>
          <a:lstStyle/>
          <a:p>
            <a:pPr algn="l" marL="518160" indent="-259080" lvl="1">
              <a:lnSpc>
                <a:spcPts val="3600"/>
              </a:lnSpc>
              <a:buFont typeface="Arial"/>
              <a:buChar char="•"/>
            </a:pPr>
            <a:r>
              <a:rPr lang="en-US" b="true" sz="2400" spc="-48" strike="noStrike" u="none">
                <a:solidFill>
                  <a:srgbClr val="000000">
                    <a:alpha val="69804"/>
                  </a:srgbClr>
                </a:solidFill>
                <a:latin typeface="프리젠테이션 Bold"/>
                <a:ea typeface="프리젠테이션 Bold"/>
                <a:cs typeface="프리젠테이션 Bold"/>
                <a:sym typeface="프리젠테이션 Bold"/>
              </a:rPr>
              <a:t>AGENTS.md는 짧게, 목차처럼</a:t>
            </a:r>
          </a:p>
          <a:p>
            <a:pPr algn="l" marL="518160" indent="-259080" lvl="1">
              <a:lnSpc>
                <a:spcPts val="3600"/>
              </a:lnSpc>
              <a:buFont typeface="Arial"/>
              <a:buChar char="•"/>
            </a:pPr>
            <a:r>
              <a:rPr lang="en-US" b="true" sz="2400" spc="-48" strike="noStrike" u="none">
                <a:solidFill>
                  <a:srgbClr val="000000">
                    <a:alpha val="69804"/>
                  </a:srgbClr>
                </a:solidFill>
                <a:latin typeface="프리젠테이션 Bold"/>
                <a:ea typeface="프리젠테이션 Bold"/>
                <a:cs typeface="프리젠테이션 Bold"/>
                <a:sym typeface="프리젠테이션 Bold"/>
              </a:rPr>
              <a:t>세부 규칙은 docs/rules로 나누기</a:t>
            </a:r>
          </a:p>
          <a:p>
            <a:pPr algn="l" marL="518160" indent="-259080" lvl="1">
              <a:lnSpc>
                <a:spcPts val="3600"/>
              </a:lnSpc>
              <a:buFont typeface="Arial"/>
              <a:buChar char="•"/>
            </a:pPr>
            <a:r>
              <a:rPr lang="en-US" b="true" sz="2400" spc="-48" strike="noStrike" u="none">
                <a:solidFill>
                  <a:srgbClr val="000000">
                    <a:alpha val="69804"/>
                  </a:srgbClr>
                </a:solidFill>
                <a:latin typeface="프리젠테이션 Bold"/>
                <a:ea typeface="프리젠테이션 Bold"/>
                <a:cs typeface="프리젠테이션 Bold"/>
                <a:sym typeface="프리젠테이션 Bold"/>
              </a:rPr>
              <a:t>실수가 나오면 규칙에 한 줄 추가</a:t>
            </a:r>
          </a:p>
        </p:txBody>
      </p:sp>
      <p:sp>
        <p:nvSpPr>
          <p:cNvPr name="TextBox 27" id="27"/>
          <p:cNvSpPr txBox="true"/>
          <p:nvPr/>
        </p:nvSpPr>
        <p:spPr>
          <a:xfrm rot="0">
            <a:off x="14694520" y="1353621"/>
            <a:ext cx="2865076" cy="325120"/>
          </a:xfrm>
          <a:prstGeom prst="rect">
            <a:avLst/>
          </a:prstGeom>
        </p:spPr>
        <p:txBody>
          <a:bodyPr anchor="t" rtlCol="false" tIns="0" lIns="0" bIns="0" rIns="0">
            <a:spAutoFit/>
          </a:bodyPr>
          <a:lstStyle/>
          <a:p>
            <a:pPr algn="ctr" marL="0" indent="0" lvl="0">
              <a:lnSpc>
                <a:spcPts val="2540"/>
              </a:lnSpc>
              <a:spcBef>
                <a:spcPct val="0"/>
              </a:spcBef>
            </a:pPr>
            <a:r>
              <a:rPr lang="en-US" b="true" sz="2000" spc="122" strike="noStrike" u="none">
                <a:solidFill>
                  <a:srgbClr val="5170FF"/>
                </a:solidFill>
                <a:latin typeface="프리젠테이션 Bold"/>
                <a:ea typeface="프리젠테이션 Bold"/>
                <a:cs typeface="프리젠테이션 Bold"/>
                <a:sym typeface="프리젠테이션 Bold"/>
              </a:rPr>
              <a:t>해달 바이브코딩 기초반</a:t>
            </a:r>
          </a:p>
        </p:txBody>
      </p:sp>
      <p:sp>
        <p:nvSpPr>
          <p:cNvPr name="TextBox 28" id="28"/>
          <p:cNvSpPr txBox="true"/>
          <p:nvPr/>
        </p:nvSpPr>
        <p:spPr>
          <a:xfrm rot="0">
            <a:off x="2047875" y="2971800"/>
            <a:ext cx="7429500" cy="350520"/>
          </a:xfrm>
          <a:prstGeom prst="rect">
            <a:avLst/>
          </a:prstGeom>
        </p:spPr>
        <p:txBody>
          <a:bodyPr anchor="t" rtlCol="false" tIns="0" lIns="0" bIns="0" rIns="0">
            <a:spAutoFit/>
          </a:bodyPr>
          <a:lstStyle/>
          <a:p>
            <a:pPr algn="l" marL="0" indent="0" lvl="0">
              <a:lnSpc>
                <a:spcPts val="2729"/>
              </a:lnSpc>
              <a:spcBef>
                <a:spcPct val="0"/>
              </a:spcBef>
            </a:pPr>
            <a:r>
              <a:rPr lang="en-US" b="true" sz="1950" strike="noStrike" u="none">
                <a:solidFill>
                  <a:srgbClr val="A9B8FF"/>
                </a:solidFill>
                <a:latin typeface="Arimo Bold"/>
                <a:ea typeface="Arimo Bold"/>
                <a:cs typeface="Arimo Bold"/>
                <a:sym typeface="Arimo Bold"/>
              </a:rPr>
              <a:t>📁 my-intro 프로젝트 폴더</a:t>
            </a:r>
          </a:p>
        </p:txBody>
      </p:sp>
      <p:sp>
        <p:nvSpPr>
          <p:cNvPr name="TextBox 29" id="29"/>
          <p:cNvSpPr txBox="true"/>
          <p:nvPr/>
        </p:nvSpPr>
        <p:spPr>
          <a:xfrm rot="0">
            <a:off x="2047875" y="3648075"/>
            <a:ext cx="7715250" cy="3799522"/>
          </a:xfrm>
          <a:prstGeom prst="rect">
            <a:avLst/>
          </a:prstGeom>
        </p:spPr>
        <p:txBody>
          <a:bodyPr anchor="t" rtlCol="false" tIns="0" lIns="0" bIns="0" rIns="0">
            <a:spAutoFit/>
          </a:bodyPr>
          <a:lstStyle/>
          <a:p>
            <a:pPr algn="l" marL="0" indent="0" lvl="0">
              <a:lnSpc>
                <a:spcPts val="3037"/>
              </a:lnSpc>
              <a:spcBef>
                <a:spcPct val="0"/>
              </a:spcBef>
            </a:pPr>
            <a:r>
              <a:rPr lang="en-US" sz="2025" strike="noStrike" u="none">
                <a:solidFill>
                  <a:srgbClr val="EEF1FF"/>
                </a:solidFill>
                <a:latin typeface="Arimo"/>
                <a:ea typeface="Arimo"/>
                <a:cs typeface="Arimo"/>
                <a:sym typeface="Arimo"/>
              </a:rPr>
              <a:t>my-intro/</a:t>
            </a:r>
          </a:p>
          <a:p>
            <a:pPr algn="l" marL="0" indent="0" lvl="0">
              <a:lnSpc>
                <a:spcPts val="3037"/>
              </a:lnSpc>
              <a:spcBef>
                <a:spcPct val="0"/>
              </a:spcBef>
            </a:pPr>
            <a:r>
              <a:rPr lang="en-US" sz="2025" strike="noStrike" u="none">
                <a:solidFill>
                  <a:srgbClr val="EEF1FF"/>
                </a:solidFill>
                <a:latin typeface="Arimo"/>
                <a:ea typeface="Arimo"/>
                <a:cs typeface="Arimo"/>
                <a:sym typeface="Arimo"/>
              </a:rPr>
              <a:t>├── AGENTS.md  ← 항상 읽는 핵심 규칙</a:t>
            </a:r>
          </a:p>
          <a:p>
            <a:pPr algn="l" marL="0" indent="0" lvl="0">
              <a:lnSpc>
                <a:spcPts val="3037"/>
              </a:lnSpc>
              <a:spcBef>
                <a:spcPct val="0"/>
              </a:spcBef>
            </a:pPr>
            <a:r>
              <a:rPr lang="en-US" sz="2025" strike="noStrike" u="none">
                <a:solidFill>
                  <a:srgbClr val="EEF1FF"/>
                </a:solidFill>
                <a:latin typeface="Arimo"/>
                <a:ea typeface="Arimo"/>
                <a:cs typeface="Arimo"/>
                <a:sym typeface="Arimo"/>
              </a:rPr>
              <a:t>├── index.html  ← 결과물</a:t>
            </a:r>
          </a:p>
          <a:p>
            <a:pPr algn="l" marL="0" indent="0" lvl="0">
              <a:lnSpc>
                <a:spcPts val="3037"/>
              </a:lnSpc>
              <a:spcBef>
                <a:spcPct val="0"/>
              </a:spcBef>
            </a:pPr>
            <a:r>
              <a:rPr lang="en-US" sz="2025" strike="noStrike" u="none">
                <a:solidFill>
                  <a:srgbClr val="EEF1FF"/>
                </a:solidFill>
                <a:latin typeface="Arimo"/>
                <a:ea typeface="Arimo"/>
                <a:cs typeface="Arimo"/>
                <a:sym typeface="Arimo"/>
              </a:rPr>
              <a:t>├── docs/</a:t>
            </a:r>
          </a:p>
          <a:p>
            <a:pPr algn="l" marL="0" indent="0" lvl="0">
              <a:lnSpc>
                <a:spcPts val="3037"/>
              </a:lnSpc>
              <a:spcBef>
                <a:spcPct val="0"/>
              </a:spcBef>
            </a:pPr>
            <a:r>
              <a:rPr lang="en-US" sz="2025" strike="noStrike" u="none">
                <a:solidFill>
                  <a:srgbClr val="EEF1FF"/>
                </a:solidFill>
                <a:latin typeface="Arimo"/>
                <a:ea typeface="Arimo"/>
                <a:cs typeface="Arimo"/>
                <a:sym typeface="Arimo"/>
              </a:rPr>
              <a:t>│   ├── rules/  ← 필요할 때만 읽는 규칙</a:t>
            </a:r>
          </a:p>
          <a:p>
            <a:pPr algn="l" marL="0" indent="0" lvl="0">
              <a:lnSpc>
                <a:spcPts val="3037"/>
              </a:lnSpc>
              <a:spcBef>
                <a:spcPct val="0"/>
              </a:spcBef>
            </a:pPr>
            <a:r>
              <a:rPr lang="en-US" sz="2025" strike="noStrike" u="none">
                <a:solidFill>
                  <a:srgbClr val="EEF1FF"/>
                </a:solidFill>
                <a:latin typeface="Arimo"/>
                <a:ea typeface="Arimo"/>
                <a:cs typeface="Arimo"/>
                <a:sym typeface="Arimo"/>
              </a:rPr>
              <a:t>│   │   ├── design.md</a:t>
            </a:r>
          </a:p>
          <a:p>
            <a:pPr algn="l" marL="0" indent="0" lvl="0">
              <a:lnSpc>
                <a:spcPts val="3037"/>
              </a:lnSpc>
              <a:spcBef>
                <a:spcPct val="0"/>
              </a:spcBef>
            </a:pPr>
            <a:r>
              <a:rPr lang="en-US" sz="2025" strike="noStrike" u="none">
                <a:solidFill>
                  <a:srgbClr val="EEF1FF"/>
                </a:solidFill>
                <a:latin typeface="Arimo"/>
                <a:ea typeface="Arimo"/>
                <a:cs typeface="Arimo"/>
                <a:sym typeface="Arimo"/>
              </a:rPr>
              <a:t>│   │   └── content.md</a:t>
            </a:r>
          </a:p>
          <a:p>
            <a:pPr algn="l" marL="0" indent="0" lvl="0">
              <a:lnSpc>
                <a:spcPts val="3037"/>
              </a:lnSpc>
              <a:spcBef>
                <a:spcPct val="0"/>
              </a:spcBef>
            </a:pPr>
            <a:r>
              <a:rPr lang="en-US" sz="2025" strike="noStrike" u="none">
                <a:solidFill>
                  <a:srgbClr val="EEF1FF"/>
                </a:solidFill>
                <a:latin typeface="Arimo"/>
                <a:ea typeface="Arimo"/>
                <a:cs typeface="Arimo"/>
                <a:sym typeface="Arimo"/>
              </a:rPr>
              <a:t>│   └── progress.md  ← 진행 기록 (State)</a:t>
            </a:r>
          </a:p>
          <a:p>
            <a:pPr algn="l" marL="0" indent="0" lvl="0">
              <a:lnSpc>
                <a:spcPts val="3037"/>
              </a:lnSpc>
              <a:spcBef>
                <a:spcPct val="0"/>
              </a:spcBef>
            </a:pPr>
            <a:r>
              <a:rPr lang="en-US" sz="2025" strike="noStrike" u="none">
                <a:solidFill>
                  <a:srgbClr val="EEF1FF"/>
                </a:solidFill>
                <a:latin typeface="Arimo"/>
                <a:ea typeface="Arimo"/>
                <a:cs typeface="Arimo"/>
                <a:sym typeface="Arimo"/>
              </a:rPr>
              <a:t>└── checks/</a:t>
            </a:r>
          </a:p>
          <a:p>
            <a:pPr algn="l" marL="0" indent="0" lvl="0">
              <a:lnSpc>
                <a:spcPts val="3037"/>
              </a:lnSpc>
              <a:spcBef>
                <a:spcPct val="0"/>
              </a:spcBef>
            </a:pPr>
            <a:r>
              <a:rPr lang="en-US" sz="2025" strike="noStrike" u="none">
                <a:solidFill>
                  <a:srgbClr val="EEF1FF"/>
                </a:solidFill>
                <a:latin typeface="Arimo"/>
                <a:ea typeface="Arimo"/>
                <a:cs typeface="Arimo"/>
                <a:sym typeface="Arimo"/>
              </a:rPr>
              <a:t>    └── checklist.md  ← 점검 기준 (Verify)</a:t>
            </a:r>
          </a:p>
        </p:txBody>
      </p:sp>
      <p:sp>
        <p:nvSpPr>
          <p:cNvPr name="TextBox 30" id="30"/>
          <p:cNvSpPr txBox="true"/>
          <p:nvPr/>
        </p:nvSpPr>
        <p:spPr>
          <a:xfrm rot="0">
            <a:off x="8382000" y="8899525"/>
            <a:ext cx="1524000" cy="358775"/>
          </a:xfrm>
          <a:prstGeom prst="rect">
            <a:avLst/>
          </a:prstGeom>
        </p:spPr>
        <p:txBody>
          <a:bodyPr anchor="t" rtlCol="false" tIns="0" lIns="0" bIns="0" rIns="0">
            <a:spAutoFit/>
          </a:bodyPr>
          <a:lstStyle/>
          <a:p>
            <a:pPr algn="ctr" marL="0" indent="0" lvl="0">
              <a:lnSpc>
                <a:spcPts val="2800"/>
              </a:lnSpc>
              <a:spcBef>
                <a:spcPct val="0"/>
              </a:spcBef>
            </a:pPr>
            <a:r>
              <a:rPr lang="en-US" b="true" sz="2000" strike="noStrike" u="none">
                <a:solidFill>
                  <a:srgbClr val="4165C1"/>
                </a:solidFill>
                <a:latin typeface="프리젠테이션 Bold"/>
                <a:ea typeface="프리젠테이션 Bold"/>
                <a:cs typeface="프리젠테이션 Bold"/>
                <a:sym typeface="프리젠테이션 Bold"/>
              </a:rPr>
              <a:t>- 35 -</a:t>
            </a:r>
          </a:p>
        </p:txBody>
      </p:sp>
      <p:grpSp>
        <p:nvGrpSpPr>
          <p:cNvPr name="Group 31" id="31"/>
          <p:cNvGrpSpPr/>
          <p:nvPr/>
        </p:nvGrpSpPr>
        <p:grpSpPr>
          <a:xfrm rot="0">
            <a:off x="10467975" y="6096000"/>
            <a:ext cx="7096125" cy="2495550"/>
            <a:chOff x="0" y="0"/>
            <a:chExt cx="9461500" cy="3327400"/>
          </a:xfrm>
        </p:grpSpPr>
        <p:sp>
          <p:nvSpPr>
            <p:cNvPr name="Freeform 32" id="32"/>
            <p:cNvSpPr/>
            <p:nvPr/>
          </p:nvSpPr>
          <p:spPr>
            <a:xfrm flipH="false" flipV="false" rot="0">
              <a:off x="0" y="0"/>
              <a:ext cx="9461500" cy="3327400"/>
            </a:xfrm>
            <a:custGeom>
              <a:avLst/>
              <a:gdLst/>
              <a:ahLst/>
              <a:cxnLst/>
              <a:rect r="r" b="b" t="t" l="l"/>
              <a:pathLst>
                <a:path h="3327400" w="9461500">
                  <a:moveTo>
                    <a:pt x="34094" y="0"/>
                  </a:moveTo>
                  <a:lnTo>
                    <a:pt x="9427406" y="0"/>
                  </a:lnTo>
                  <a:cubicBezTo>
                    <a:pt x="9446236" y="0"/>
                    <a:pt x="9461500" y="15264"/>
                    <a:pt x="9461500" y="34094"/>
                  </a:cubicBezTo>
                  <a:lnTo>
                    <a:pt x="9461500" y="3293306"/>
                  </a:lnTo>
                  <a:cubicBezTo>
                    <a:pt x="9461500" y="3312135"/>
                    <a:pt x="9446236" y="3327400"/>
                    <a:pt x="9427406" y="3327400"/>
                  </a:cubicBezTo>
                  <a:lnTo>
                    <a:pt x="34094" y="3327400"/>
                  </a:lnTo>
                  <a:cubicBezTo>
                    <a:pt x="15264" y="3327400"/>
                    <a:pt x="0" y="3312135"/>
                    <a:pt x="0" y="3293306"/>
                  </a:cubicBezTo>
                  <a:lnTo>
                    <a:pt x="0" y="34094"/>
                  </a:lnTo>
                  <a:cubicBezTo>
                    <a:pt x="0" y="15264"/>
                    <a:pt x="15264" y="0"/>
                    <a:pt x="34094" y="0"/>
                  </a:cubicBezTo>
                  <a:close/>
                </a:path>
              </a:pathLst>
            </a:custGeom>
            <a:solidFill>
              <a:srgbClr val="EEF1FF"/>
            </a:solidFill>
          </p:spPr>
        </p:sp>
        <p:sp>
          <p:nvSpPr>
            <p:cNvPr name="TextBox 33" id="33"/>
            <p:cNvSpPr txBox="true"/>
            <p:nvPr/>
          </p:nvSpPr>
          <p:spPr>
            <a:xfrm>
              <a:off x="0" y="-38100"/>
              <a:ext cx="9461500" cy="3365500"/>
            </a:xfrm>
            <a:prstGeom prst="rect">
              <a:avLst/>
            </a:prstGeom>
          </p:spPr>
          <p:txBody>
            <a:bodyPr anchor="ctr" rtlCol="false" tIns="50800" lIns="50800" bIns="50800" rIns="50800"/>
            <a:lstStyle/>
            <a:p>
              <a:pPr algn="l">
                <a:lnSpc>
                  <a:spcPts val="1679"/>
                </a:lnSpc>
              </a:pPr>
            </a:p>
          </p:txBody>
        </p:sp>
      </p:grpSp>
      <p:sp>
        <p:nvSpPr>
          <p:cNvPr name="TextBox 34" id="34"/>
          <p:cNvSpPr txBox="true"/>
          <p:nvPr/>
        </p:nvSpPr>
        <p:spPr>
          <a:xfrm rot="0">
            <a:off x="10777538" y="6423660"/>
            <a:ext cx="6477000" cy="1924050"/>
          </a:xfrm>
          <a:prstGeom prst="rect">
            <a:avLst/>
          </a:prstGeom>
        </p:spPr>
        <p:txBody>
          <a:bodyPr anchor="t" rtlCol="false" tIns="0" lIns="0" bIns="0" rIns="0">
            <a:spAutoFit/>
          </a:bodyPr>
          <a:lstStyle/>
          <a:p>
            <a:pPr algn="l" marL="0" indent="0" lvl="0">
              <a:lnSpc>
                <a:spcPts val="3825"/>
              </a:lnSpc>
              <a:spcBef>
                <a:spcPct val="0"/>
              </a:spcBef>
            </a:pPr>
            <a:r>
              <a:rPr lang="en-US" b="true" sz="2250" strike="noStrike" u="none">
                <a:solidFill>
                  <a:srgbClr val="2D3350"/>
                </a:solidFill>
                <a:latin typeface="Arimo Bold"/>
                <a:ea typeface="Arimo Bold"/>
                <a:cs typeface="Arimo Bold"/>
                <a:sym typeface="Arimo Bold"/>
              </a:rPr>
              <a:t>🛠️ 도구마다 규칙 파일 이름이 달라요</a:t>
            </a:r>
          </a:p>
          <a:p>
            <a:pPr algn="l" marL="485775" indent="-242888" lvl="1">
              <a:lnSpc>
                <a:spcPts val="3825"/>
              </a:lnSpc>
              <a:buFont typeface="Arial"/>
              <a:buChar char="•"/>
            </a:pPr>
            <a:r>
              <a:rPr lang="en-US" b="true" sz="2250" strike="noStrike" u="none">
                <a:solidFill>
                  <a:srgbClr val="2D3350"/>
                </a:solidFill>
                <a:latin typeface="Arimo Bold"/>
                <a:ea typeface="Arimo Bold"/>
                <a:cs typeface="Arimo Bold"/>
                <a:sym typeface="Arimo Bold"/>
              </a:rPr>
              <a:t>Codex → AGENTS.md</a:t>
            </a:r>
          </a:p>
          <a:p>
            <a:pPr algn="l" marL="485775" indent="-242888" lvl="1">
              <a:lnSpc>
                <a:spcPts val="3825"/>
              </a:lnSpc>
              <a:buFont typeface="Arial"/>
              <a:buChar char="•"/>
            </a:pPr>
            <a:r>
              <a:rPr lang="en-US" b="true" sz="2250" strike="noStrike" u="none">
                <a:solidFill>
                  <a:srgbClr val="2D3350"/>
                </a:solidFill>
                <a:latin typeface="Arimo Bold"/>
                <a:ea typeface="Arimo Bold"/>
                <a:cs typeface="Arimo Bold"/>
                <a:sym typeface="Arimo Bold"/>
              </a:rPr>
              <a:t>Claude → CLAUDE.md</a:t>
            </a:r>
          </a:p>
          <a:p>
            <a:pPr algn="l" marL="485775" indent="-242888" lvl="1">
              <a:lnSpc>
                <a:spcPts val="3825"/>
              </a:lnSpc>
              <a:buFont typeface="Arial"/>
              <a:buChar char="•"/>
            </a:pPr>
            <a:r>
              <a:rPr lang="en-US" b="true" sz="2250" strike="noStrike" u="none">
                <a:solidFill>
                  <a:srgbClr val="2D3350"/>
                </a:solidFill>
                <a:latin typeface="Arimo Bold"/>
                <a:ea typeface="Arimo Bold"/>
                <a:cs typeface="Arimo Bold"/>
                <a:sym typeface="Arimo Bold"/>
              </a:rPr>
              <a:t>Antigravity → .agent/rules/</a:t>
            </a:r>
          </a:p>
        </p:txBody>
      </p:sp>
    </p:spTree>
  </p:cSld>
  <p:clrMapOvr>
    <a:masterClrMapping/>
  </p:clrMapOvr>
</p:sld>
</file>

<file path=ppt/slides/slide36.xml><?xml version="1.0" encoding="utf-8"?>
<p:sld xmlns:p="http://schemas.openxmlformats.org/presentationml/2006/main" xmlns:a="http://schemas.openxmlformats.org/drawingml/2006/main" xmlns:r="http://schemas.openxmlformats.org/officeDocument/2006/relationships">
  <p:cSld>
    <p:bg>
      <p:bgPr>
        <a:solidFill>
          <a:srgbClr val="5170FF"/>
        </a:solidFill>
      </p:bgPr>
    </p:bg>
    <p:spTree>
      <p:nvGrpSpPr>
        <p:cNvPr id="1" name=""/>
        <p:cNvGrpSpPr/>
        <p:nvPr/>
      </p:nvGrpSpPr>
      <p:grpSpPr>
        <a:xfrm>
          <a:off x="0" y="0"/>
          <a:ext cx="0" cy="0"/>
          <a:chOff x="0" y="0"/>
          <a:chExt cx="0" cy="0"/>
        </a:xfrm>
      </p:grpSpPr>
      <p:grpSp>
        <p:nvGrpSpPr>
          <p:cNvPr name="Group 2" id="2"/>
          <p:cNvGrpSpPr/>
          <p:nvPr/>
        </p:nvGrpSpPr>
        <p:grpSpPr>
          <a:xfrm rot="0">
            <a:off x="534854" y="457200"/>
            <a:ext cx="17218292" cy="9294946"/>
            <a:chOff x="0" y="0"/>
            <a:chExt cx="22957723" cy="12393261"/>
          </a:xfrm>
        </p:grpSpPr>
        <p:grpSp>
          <p:nvGrpSpPr>
            <p:cNvPr name="Group 3" id="3"/>
            <p:cNvGrpSpPr/>
            <p:nvPr/>
          </p:nvGrpSpPr>
          <p:grpSpPr>
            <a:xfrm rot="0">
              <a:off x="0" y="1727243"/>
              <a:ext cx="22957723" cy="10666019"/>
              <a:chOff x="0" y="0"/>
              <a:chExt cx="4777465" cy="2219581"/>
            </a:xfrm>
          </p:grpSpPr>
          <p:sp>
            <p:nvSpPr>
              <p:cNvPr name="Freeform 4" id="4"/>
              <p:cNvSpPr/>
              <p:nvPr/>
            </p:nvSpPr>
            <p:spPr>
              <a:xfrm flipH="false" flipV="false" rot="0">
                <a:off x="0" y="0"/>
                <a:ext cx="4777465" cy="2219581"/>
              </a:xfrm>
              <a:custGeom>
                <a:avLst/>
                <a:gdLst/>
                <a:ahLst/>
                <a:cxnLst/>
                <a:rect r="r" b="b" t="t" l="l"/>
                <a:pathLst>
                  <a:path h="2219581" w="4777465">
                    <a:moveTo>
                      <a:pt x="22931" y="0"/>
                    </a:moveTo>
                    <a:lnTo>
                      <a:pt x="4754534" y="0"/>
                    </a:lnTo>
                    <a:cubicBezTo>
                      <a:pt x="4767199" y="0"/>
                      <a:pt x="4777465" y="10267"/>
                      <a:pt x="4777465" y="22931"/>
                    </a:cubicBezTo>
                    <a:lnTo>
                      <a:pt x="4777465" y="2196650"/>
                    </a:lnTo>
                    <a:cubicBezTo>
                      <a:pt x="4777465" y="2202732"/>
                      <a:pt x="4775049" y="2208564"/>
                      <a:pt x="4770749" y="2212865"/>
                    </a:cubicBezTo>
                    <a:cubicBezTo>
                      <a:pt x="4766449" y="2217165"/>
                      <a:pt x="4760616" y="2219581"/>
                      <a:pt x="4754534" y="2219581"/>
                    </a:cubicBezTo>
                    <a:lnTo>
                      <a:pt x="22931" y="2219581"/>
                    </a:lnTo>
                    <a:cubicBezTo>
                      <a:pt x="10267" y="2219581"/>
                      <a:pt x="0" y="2209315"/>
                      <a:pt x="0" y="2196650"/>
                    </a:cubicBezTo>
                    <a:lnTo>
                      <a:pt x="0" y="22931"/>
                    </a:lnTo>
                    <a:cubicBezTo>
                      <a:pt x="0" y="10267"/>
                      <a:pt x="10267" y="0"/>
                      <a:pt x="22931" y="0"/>
                    </a:cubicBezTo>
                    <a:close/>
                  </a:path>
                </a:pathLst>
              </a:custGeom>
              <a:solidFill>
                <a:srgbClr val="FFFFFF"/>
              </a:solidFill>
              <a:ln cap="rnd">
                <a:noFill/>
                <a:prstDash val="solid"/>
                <a:round/>
              </a:ln>
            </p:spPr>
          </p:sp>
          <p:sp>
            <p:nvSpPr>
              <p:cNvPr name="TextBox 5" id="5"/>
              <p:cNvSpPr txBox="true"/>
              <p:nvPr/>
            </p:nvSpPr>
            <p:spPr>
              <a:xfrm>
                <a:off x="0" y="-38100"/>
                <a:ext cx="4777465" cy="2257681"/>
              </a:xfrm>
              <a:prstGeom prst="rect">
                <a:avLst/>
              </a:prstGeom>
            </p:spPr>
            <p:txBody>
              <a:bodyPr anchor="ctr" rtlCol="false" tIns="48220" lIns="48220" bIns="48220" rIns="48220"/>
              <a:lstStyle/>
              <a:p>
                <a:pPr algn="ctr" marL="0" indent="0" lvl="0">
                  <a:lnSpc>
                    <a:spcPts val="1853"/>
                  </a:lnSpc>
                  <a:spcBef>
                    <a:spcPct val="0"/>
                  </a:spcBef>
                </a:pPr>
              </a:p>
              <a:p>
                <a:pPr algn="ctr" marL="0" indent="0" lvl="0">
                  <a:lnSpc>
                    <a:spcPts val="1853"/>
                  </a:lnSpc>
                  <a:spcBef>
                    <a:spcPct val="0"/>
                  </a:spcBef>
                </a:pPr>
              </a:p>
              <a:p>
                <a:pPr algn="ctr" marL="0" indent="0" lvl="0">
                  <a:lnSpc>
                    <a:spcPts val="1853"/>
                  </a:lnSpc>
                  <a:spcBef>
                    <a:spcPct val="0"/>
                  </a:spcBef>
                </a:pPr>
              </a:p>
            </p:txBody>
          </p:sp>
        </p:grpSp>
        <p:grpSp>
          <p:nvGrpSpPr>
            <p:cNvPr name="Group 6" id="6"/>
            <p:cNvGrpSpPr/>
            <p:nvPr/>
          </p:nvGrpSpPr>
          <p:grpSpPr>
            <a:xfrm rot="0">
              <a:off x="18499830" y="891712"/>
              <a:ext cx="4457893" cy="3397582"/>
              <a:chOff x="0" y="0"/>
              <a:chExt cx="927680" cy="707031"/>
            </a:xfrm>
          </p:grpSpPr>
          <p:sp>
            <p:nvSpPr>
              <p:cNvPr name="Freeform 7" id="7"/>
              <p:cNvSpPr/>
              <p:nvPr/>
            </p:nvSpPr>
            <p:spPr>
              <a:xfrm flipH="false" flipV="false" rot="0">
                <a:off x="0" y="0"/>
                <a:ext cx="927680" cy="707031"/>
              </a:xfrm>
              <a:custGeom>
                <a:avLst/>
                <a:gdLst/>
                <a:ahLst/>
                <a:cxnLst/>
                <a:rect r="r" b="b" t="t" l="l"/>
                <a:pathLst>
                  <a:path h="707031" w="927680">
                    <a:moveTo>
                      <a:pt x="118094" y="0"/>
                    </a:moveTo>
                    <a:lnTo>
                      <a:pt x="809586" y="0"/>
                    </a:lnTo>
                    <a:cubicBezTo>
                      <a:pt x="874808" y="0"/>
                      <a:pt x="927680" y="52872"/>
                      <a:pt x="927680" y="118094"/>
                    </a:cubicBezTo>
                    <a:lnTo>
                      <a:pt x="927680" y="588937"/>
                    </a:lnTo>
                    <a:cubicBezTo>
                      <a:pt x="927680" y="654159"/>
                      <a:pt x="874808" y="707031"/>
                      <a:pt x="809586" y="707031"/>
                    </a:cubicBezTo>
                    <a:lnTo>
                      <a:pt x="118094" y="707031"/>
                    </a:lnTo>
                    <a:cubicBezTo>
                      <a:pt x="52872" y="707031"/>
                      <a:pt x="0" y="654159"/>
                      <a:pt x="0" y="588937"/>
                    </a:cubicBezTo>
                    <a:lnTo>
                      <a:pt x="0" y="118094"/>
                    </a:lnTo>
                    <a:cubicBezTo>
                      <a:pt x="0" y="52872"/>
                      <a:pt x="52872" y="0"/>
                      <a:pt x="118094" y="0"/>
                    </a:cubicBezTo>
                    <a:close/>
                  </a:path>
                </a:pathLst>
              </a:custGeom>
              <a:solidFill>
                <a:srgbClr val="FFFFFF"/>
              </a:solidFill>
              <a:ln cap="rnd">
                <a:noFill/>
                <a:prstDash val="solid"/>
                <a:round/>
              </a:ln>
            </p:spPr>
          </p:sp>
          <p:sp>
            <p:nvSpPr>
              <p:cNvPr name="TextBox 8" id="8"/>
              <p:cNvSpPr txBox="true"/>
              <p:nvPr/>
            </p:nvSpPr>
            <p:spPr>
              <a:xfrm>
                <a:off x="0" y="-38100"/>
                <a:ext cx="927680" cy="745131"/>
              </a:xfrm>
              <a:prstGeom prst="rect">
                <a:avLst/>
              </a:prstGeom>
            </p:spPr>
            <p:txBody>
              <a:bodyPr anchor="ctr" rtlCol="false" tIns="48220" lIns="48220" bIns="48220" rIns="48220"/>
              <a:lstStyle/>
              <a:p>
                <a:pPr algn="ctr" marL="0" indent="0" lvl="0">
                  <a:lnSpc>
                    <a:spcPts val="1853"/>
                  </a:lnSpc>
                  <a:spcBef>
                    <a:spcPct val="0"/>
                  </a:spcBef>
                </a:pPr>
              </a:p>
              <a:p>
                <a:pPr algn="ctr" marL="0" indent="0" lvl="0">
                  <a:lnSpc>
                    <a:spcPts val="1853"/>
                  </a:lnSpc>
                  <a:spcBef>
                    <a:spcPct val="0"/>
                  </a:spcBef>
                </a:pPr>
              </a:p>
              <a:p>
                <a:pPr algn="ctr" marL="0" indent="0" lvl="0">
                  <a:lnSpc>
                    <a:spcPts val="1853"/>
                  </a:lnSpc>
                  <a:spcBef>
                    <a:spcPct val="0"/>
                  </a:spcBef>
                </a:pPr>
              </a:p>
            </p:txBody>
          </p:sp>
        </p:grpSp>
        <p:grpSp>
          <p:nvGrpSpPr>
            <p:cNvPr name="Group 9" id="9"/>
            <p:cNvGrpSpPr/>
            <p:nvPr/>
          </p:nvGrpSpPr>
          <p:grpSpPr>
            <a:xfrm rot="0">
              <a:off x="18064463" y="1334482"/>
              <a:ext cx="2392010" cy="1865053"/>
              <a:chOff x="0" y="0"/>
              <a:chExt cx="497773" cy="388115"/>
            </a:xfrm>
          </p:grpSpPr>
          <p:sp>
            <p:nvSpPr>
              <p:cNvPr name="Freeform 10" id="10"/>
              <p:cNvSpPr/>
              <p:nvPr/>
            </p:nvSpPr>
            <p:spPr>
              <a:xfrm flipH="false" flipV="false" rot="0">
                <a:off x="0" y="0"/>
                <a:ext cx="497773" cy="388115"/>
              </a:xfrm>
              <a:custGeom>
                <a:avLst/>
                <a:gdLst/>
                <a:ahLst/>
                <a:cxnLst/>
                <a:rect r="r" b="b" t="t" l="l"/>
                <a:pathLst>
                  <a:path h="388115" w="497773">
                    <a:moveTo>
                      <a:pt x="0" y="0"/>
                    </a:moveTo>
                    <a:lnTo>
                      <a:pt x="497773" y="0"/>
                    </a:lnTo>
                    <a:lnTo>
                      <a:pt x="497773" y="388115"/>
                    </a:lnTo>
                    <a:lnTo>
                      <a:pt x="0" y="388115"/>
                    </a:lnTo>
                    <a:close/>
                  </a:path>
                </a:pathLst>
              </a:custGeom>
              <a:solidFill>
                <a:srgbClr val="FFFFFF"/>
              </a:solidFill>
              <a:ln cap="sq">
                <a:noFill/>
                <a:prstDash val="solid"/>
                <a:miter/>
              </a:ln>
            </p:spPr>
          </p:sp>
          <p:sp>
            <p:nvSpPr>
              <p:cNvPr name="TextBox 11" id="11"/>
              <p:cNvSpPr txBox="true"/>
              <p:nvPr/>
            </p:nvSpPr>
            <p:spPr>
              <a:xfrm>
                <a:off x="0" y="-38100"/>
                <a:ext cx="497773" cy="426215"/>
              </a:xfrm>
              <a:prstGeom prst="rect">
                <a:avLst/>
              </a:prstGeom>
            </p:spPr>
            <p:txBody>
              <a:bodyPr anchor="ctr" rtlCol="false" tIns="48220" lIns="48220" bIns="48220" rIns="48220"/>
              <a:lstStyle/>
              <a:p>
                <a:pPr algn="ctr" marL="0" indent="0" lvl="0">
                  <a:lnSpc>
                    <a:spcPts val="1853"/>
                  </a:lnSpc>
                  <a:spcBef>
                    <a:spcPct val="0"/>
                  </a:spcBef>
                </a:pPr>
              </a:p>
              <a:p>
                <a:pPr algn="ctr" marL="0" indent="0" lvl="0">
                  <a:lnSpc>
                    <a:spcPts val="1853"/>
                  </a:lnSpc>
                  <a:spcBef>
                    <a:spcPct val="0"/>
                  </a:spcBef>
                </a:pPr>
              </a:p>
              <a:p>
                <a:pPr algn="ctr" marL="0" indent="0" lvl="0">
                  <a:lnSpc>
                    <a:spcPts val="1853"/>
                  </a:lnSpc>
                  <a:spcBef>
                    <a:spcPct val="0"/>
                  </a:spcBef>
                </a:pPr>
              </a:p>
            </p:txBody>
          </p:sp>
        </p:grpSp>
        <p:grpSp>
          <p:nvGrpSpPr>
            <p:cNvPr name="Group 12" id="12"/>
            <p:cNvGrpSpPr/>
            <p:nvPr/>
          </p:nvGrpSpPr>
          <p:grpSpPr>
            <a:xfrm rot="0">
              <a:off x="16059231" y="0"/>
              <a:ext cx="2504831" cy="1727243"/>
              <a:chOff x="0" y="0"/>
              <a:chExt cx="521251" cy="359436"/>
            </a:xfrm>
          </p:grpSpPr>
          <p:sp>
            <p:nvSpPr>
              <p:cNvPr name="Freeform 13" id="13"/>
              <p:cNvSpPr/>
              <p:nvPr/>
            </p:nvSpPr>
            <p:spPr>
              <a:xfrm flipH="false" flipV="false" rot="0">
                <a:off x="0" y="0"/>
                <a:ext cx="521251" cy="359436"/>
              </a:xfrm>
              <a:custGeom>
                <a:avLst/>
                <a:gdLst/>
                <a:ahLst/>
                <a:cxnLst/>
                <a:rect r="r" b="b" t="t" l="l"/>
                <a:pathLst>
                  <a:path h="359436" w="521251">
                    <a:moveTo>
                      <a:pt x="179718" y="0"/>
                    </a:moveTo>
                    <a:lnTo>
                      <a:pt x="341533" y="0"/>
                    </a:lnTo>
                    <a:cubicBezTo>
                      <a:pt x="440789" y="0"/>
                      <a:pt x="521251" y="80463"/>
                      <a:pt x="521251" y="179718"/>
                    </a:cubicBezTo>
                    <a:lnTo>
                      <a:pt x="521251" y="179718"/>
                    </a:lnTo>
                    <a:cubicBezTo>
                      <a:pt x="521251" y="227382"/>
                      <a:pt x="502317" y="273094"/>
                      <a:pt x="468613" y="306798"/>
                    </a:cubicBezTo>
                    <a:cubicBezTo>
                      <a:pt x="434909" y="340502"/>
                      <a:pt x="389197" y="359436"/>
                      <a:pt x="341533" y="359436"/>
                    </a:cubicBezTo>
                    <a:lnTo>
                      <a:pt x="179718" y="359436"/>
                    </a:lnTo>
                    <a:cubicBezTo>
                      <a:pt x="132054" y="359436"/>
                      <a:pt x="86342" y="340502"/>
                      <a:pt x="52638" y="306798"/>
                    </a:cubicBezTo>
                    <a:cubicBezTo>
                      <a:pt x="18935" y="273094"/>
                      <a:pt x="0" y="227382"/>
                      <a:pt x="0" y="179718"/>
                    </a:cubicBezTo>
                    <a:lnTo>
                      <a:pt x="0" y="179718"/>
                    </a:lnTo>
                    <a:cubicBezTo>
                      <a:pt x="0" y="132054"/>
                      <a:pt x="18935" y="86342"/>
                      <a:pt x="52638" y="52638"/>
                    </a:cubicBezTo>
                    <a:cubicBezTo>
                      <a:pt x="86342" y="18935"/>
                      <a:pt x="132054" y="0"/>
                      <a:pt x="179718" y="0"/>
                    </a:cubicBezTo>
                    <a:close/>
                  </a:path>
                </a:pathLst>
              </a:custGeom>
              <a:solidFill>
                <a:srgbClr val="5170FF"/>
              </a:solidFill>
              <a:ln cap="rnd">
                <a:noFill/>
                <a:prstDash val="solid"/>
                <a:round/>
              </a:ln>
            </p:spPr>
          </p:sp>
          <p:sp>
            <p:nvSpPr>
              <p:cNvPr name="TextBox 14" id="14"/>
              <p:cNvSpPr txBox="true"/>
              <p:nvPr/>
            </p:nvSpPr>
            <p:spPr>
              <a:xfrm>
                <a:off x="0" y="-38100"/>
                <a:ext cx="521251" cy="397536"/>
              </a:xfrm>
              <a:prstGeom prst="rect">
                <a:avLst/>
              </a:prstGeom>
            </p:spPr>
            <p:txBody>
              <a:bodyPr anchor="ctr" rtlCol="false" tIns="48220" lIns="48220" bIns="48220" rIns="48220"/>
              <a:lstStyle/>
              <a:p>
                <a:pPr algn="ctr" marL="0" indent="0" lvl="0">
                  <a:lnSpc>
                    <a:spcPts val="1853"/>
                  </a:lnSpc>
                  <a:spcBef>
                    <a:spcPct val="0"/>
                  </a:spcBef>
                </a:pPr>
              </a:p>
              <a:p>
                <a:pPr algn="ctr" marL="0" indent="0" lvl="0">
                  <a:lnSpc>
                    <a:spcPts val="1853"/>
                  </a:lnSpc>
                  <a:spcBef>
                    <a:spcPct val="0"/>
                  </a:spcBef>
                </a:pPr>
              </a:p>
              <a:p>
                <a:pPr algn="ctr" marL="0" indent="0" lvl="0">
                  <a:lnSpc>
                    <a:spcPts val="1853"/>
                  </a:lnSpc>
                  <a:spcBef>
                    <a:spcPct val="0"/>
                  </a:spcBef>
                </a:pPr>
              </a:p>
            </p:txBody>
          </p:sp>
        </p:grpSp>
      </p:grpSp>
      <p:sp>
        <p:nvSpPr>
          <p:cNvPr name="Freeform 15" id="15"/>
          <p:cNvSpPr/>
          <p:nvPr/>
        </p:nvSpPr>
        <p:spPr>
          <a:xfrm flipH="false" flipV="false" rot="0">
            <a:off x="820604" y="843344"/>
            <a:ext cx="334731" cy="334731"/>
          </a:xfrm>
          <a:custGeom>
            <a:avLst/>
            <a:gdLst/>
            <a:ahLst/>
            <a:cxnLst/>
            <a:rect r="r" b="b" t="t" l="l"/>
            <a:pathLst>
              <a:path h="334731" w="334731">
                <a:moveTo>
                  <a:pt x="0" y="0"/>
                </a:moveTo>
                <a:lnTo>
                  <a:pt x="334731" y="0"/>
                </a:lnTo>
                <a:lnTo>
                  <a:pt x="334731" y="334731"/>
                </a:lnTo>
                <a:lnTo>
                  <a:pt x="0" y="334731"/>
                </a:lnTo>
                <a:lnTo>
                  <a:pt x="0" y="0"/>
                </a:lnTo>
                <a:close/>
              </a:path>
            </a:pathLst>
          </a:custGeom>
          <a:blipFill>
            <a:blip r:embed="rId3">
              <a:extLst>
                <a:ext uri="{96DAC541-7B7A-43D3-8B79-37D633B846F1}">
                  <asvg:svgBlip xmlns:asvg="http://schemas.microsoft.com/office/drawing/2016/SVG/main" r:embed="rId4"/>
                </a:ext>
              </a:extLst>
            </a:blip>
            <a:stretch>
              <a:fillRect l="0" t="0" r="0" b="0"/>
            </a:stretch>
          </a:blipFill>
        </p:spPr>
      </p:sp>
      <p:grpSp>
        <p:nvGrpSpPr>
          <p:cNvPr name="Group 16" id="16"/>
          <p:cNvGrpSpPr/>
          <p:nvPr/>
        </p:nvGrpSpPr>
        <p:grpSpPr>
          <a:xfrm rot="0">
            <a:off x="10472784" y="6346709"/>
            <a:ext cx="5384961" cy="2252671"/>
            <a:chOff x="0" y="0"/>
            <a:chExt cx="7179948" cy="3003561"/>
          </a:xfrm>
        </p:grpSpPr>
        <p:grpSp>
          <p:nvGrpSpPr>
            <p:cNvPr name="Group 17" id="17"/>
            <p:cNvGrpSpPr/>
            <p:nvPr/>
          </p:nvGrpSpPr>
          <p:grpSpPr>
            <a:xfrm rot="0">
              <a:off x="0" y="0"/>
              <a:ext cx="7179948" cy="3003561"/>
              <a:chOff x="0" y="0"/>
              <a:chExt cx="1418261" cy="593296"/>
            </a:xfrm>
          </p:grpSpPr>
          <p:sp>
            <p:nvSpPr>
              <p:cNvPr name="Freeform 18" id="18"/>
              <p:cNvSpPr/>
              <p:nvPr/>
            </p:nvSpPr>
            <p:spPr>
              <a:xfrm flipH="false" flipV="false" rot="0">
                <a:off x="0" y="0"/>
                <a:ext cx="1418261" cy="593296"/>
              </a:xfrm>
              <a:custGeom>
                <a:avLst/>
                <a:gdLst/>
                <a:ahLst/>
                <a:cxnLst/>
                <a:rect r="r" b="b" t="t" l="l"/>
                <a:pathLst>
                  <a:path h="593296" w="1418261">
                    <a:moveTo>
                      <a:pt x="21565" y="0"/>
                    </a:moveTo>
                    <a:lnTo>
                      <a:pt x="1396696" y="0"/>
                    </a:lnTo>
                    <a:cubicBezTo>
                      <a:pt x="1408606" y="0"/>
                      <a:pt x="1418261" y="9655"/>
                      <a:pt x="1418261" y="21565"/>
                    </a:cubicBezTo>
                    <a:lnTo>
                      <a:pt x="1418261" y="571731"/>
                    </a:lnTo>
                    <a:cubicBezTo>
                      <a:pt x="1418261" y="577450"/>
                      <a:pt x="1415989" y="582935"/>
                      <a:pt x="1411945" y="586980"/>
                    </a:cubicBezTo>
                    <a:cubicBezTo>
                      <a:pt x="1407901" y="591024"/>
                      <a:pt x="1402415" y="593296"/>
                      <a:pt x="1396696" y="593296"/>
                    </a:cubicBezTo>
                    <a:lnTo>
                      <a:pt x="21565" y="593296"/>
                    </a:lnTo>
                    <a:cubicBezTo>
                      <a:pt x="9655" y="593296"/>
                      <a:pt x="0" y="583641"/>
                      <a:pt x="0" y="571731"/>
                    </a:cubicBezTo>
                    <a:lnTo>
                      <a:pt x="0" y="21565"/>
                    </a:lnTo>
                    <a:cubicBezTo>
                      <a:pt x="0" y="9655"/>
                      <a:pt x="9655" y="0"/>
                      <a:pt x="21565" y="0"/>
                    </a:cubicBezTo>
                    <a:close/>
                  </a:path>
                </a:pathLst>
              </a:custGeom>
              <a:solidFill>
                <a:srgbClr val="EAEAEA"/>
              </a:solidFill>
              <a:ln cap="sq">
                <a:noFill/>
                <a:prstDash val="solid"/>
                <a:miter/>
              </a:ln>
            </p:spPr>
          </p:sp>
          <p:sp>
            <p:nvSpPr>
              <p:cNvPr name="TextBox 19" id="19"/>
              <p:cNvSpPr txBox="true"/>
              <p:nvPr/>
            </p:nvSpPr>
            <p:spPr>
              <a:xfrm>
                <a:off x="0" y="19050"/>
                <a:ext cx="1418261" cy="574246"/>
              </a:xfrm>
              <a:prstGeom prst="rect">
                <a:avLst/>
              </a:prstGeom>
            </p:spPr>
            <p:txBody>
              <a:bodyPr anchor="ctr" rtlCol="false" tIns="50800" lIns="50800" bIns="50800" rIns="50800"/>
              <a:lstStyle/>
              <a:p>
                <a:pPr algn="ctr">
                  <a:lnSpc>
                    <a:spcPts val="2743"/>
                  </a:lnSpc>
                </a:pPr>
              </a:p>
            </p:txBody>
          </p:sp>
        </p:grpSp>
        <p:sp>
          <p:nvSpPr>
            <p:cNvPr name="Freeform 20" id="20"/>
            <p:cNvSpPr/>
            <p:nvPr/>
          </p:nvSpPr>
          <p:spPr>
            <a:xfrm flipH="false" flipV="false" rot="0">
              <a:off x="741639" y="709385"/>
              <a:ext cx="189653" cy="144610"/>
            </a:xfrm>
            <a:custGeom>
              <a:avLst/>
              <a:gdLst/>
              <a:ahLst/>
              <a:cxnLst/>
              <a:rect r="r" b="b" t="t" l="l"/>
              <a:pathLst>
                <a:path h="144610" w="189653">
                  <a:moveTo>
                    <a:pt x="0" y="0"/>
                  </a:moveTo>
                  <a:lnTo>
                    <a:pt x="189653" y="0"/>
                  </a:lnTo>
                  <a:lnTo>
                    <a:pt x="189653" y="144610"/>
                  </a:lnTo>
                  <a:lnTo>
                    <a:pt x="0" y="144610"/>
                  </a:lnTo>
                  <a:lnTo>
                    <a:pt x="0" y="0"/>
                  </a:lnTo>
                  <a:close/>
                </a:path>
              </a:pathLst>
            </a:custGeom>
            <a:blipFill>
              <a:blip r:embed="rId5">
                <a:extLst>
                  <a:ext uri="{96DAC541-7B7A-43D3-8B79-37D633B846F1}">
                    <asvg:svgBlip xmlns:asvg="http://schemas.microsoft.com/office/drawing/2016/SVG/main" r:embed="rId6"/>
                  </a:ext>
                </a:extLst>
              </a:blip>
              <a:stretch>
                <a:fillRect l="0" t="0" r="0" b="0"/>
              </a:stretch>
            </a:blipFill>
          </p:spPr>
        </p:sp>
        <p:sp>
          <p:nvSpPr>
            <p:cNvPr name="TextBox 21" id="21"/>
            <p:cNvSpPr txBox="true"/>
            <p:nvPr/>
          </p:nvSpPr>
          <p:spPr>
            <a:xfrm rot="0">
              <a:off x="1045128" y="502290"/>
              <a:ext cx="6134820" cy="482600"/>
            </a:xfrm>
            <a:prstGeom prst="rect">
              <a:avLst/>
            </a:prstGeom>
          </p:spPr>
          <p:txBody>
            <a:bodyPr anchor="t" rtlCol="false" tIns="0" lIns="0" bIns="0" rIns="0">
              <a:spAutoFit/>
            </a:bodyPr>
            <a:lstStyle/>
            <a:p>
              <a:pPr algn="l" marL="0" indent="0" lvl="0">
                <a:lnSpc>
                  <a:spcPts val="3000"/>
                </a:lnSpc>
                <a:spcBef>
                  <a:spcPct val="0"/>
                </a:spcBef>
              </a:pPr>
              <a:r>
                <a:rPr lang="en-US" b="true" sz="2000" spc="-40" strike="noStrike" u="none">
                  <a:solidFill>
                    <a:srgbClr val="333333">
                      <a:alpha val="89804"/>
                    </a:srgbClr>
                  </a:solidFill>
                  <a:latin typeface="프리젠테이션 Bold"/>
                  <a:ea typeface="프리젠테이션 Bold"/>
                  <a:cs typeface="프리젠테이션 Bold"/>
                  <a:sym typeface="프리젠테이션 Bold"/>
                </a:rPr>
                <a:t>⏱ 약 7분 소요</a:t>
              </a:r>
            </a:p>
          </p:txBody>
        </p:sp>
        <p:sp>
          <p:nvSpPr>
            <p:cNvPr name="Freeform 22" id="22"/>
            <p:cNvSpPr/>
            <p:nvPr/>
          </p:nvSpPr>
          <p:spPr>
            <a:xfrm flipH="false" flipV="false" rot="0">
              <a:off x="741639" y="1418045"/>
              <a:ext cx="189653" cy="144610"/>
            </a:xfrm>
            <a:custGeom>
              <a:avLst/>
              <a:gdLst/>
              <a:ahLst/>
              <a:cxnLst/>
              <a:rect r="r" b="b" t="t" l="l"/>
              <a:pathLst>
                <a:path h="144610" w="189653">
                  <a:moveTo>
                    <a:pt x="0" y="0"/>
                  </a:moveTo>
                  <a:lnTo>
                    <a:pt x="189653" y="0"/>
                  </a:lnTo>
                  <a:lnTo>
                    <a:pt x="189653" y="144611"/>
                  </a:lnTo>
                  <a:lnTo>
                    <a:pt x="0" y="144611"/>
                  </a:lnTo>
                  <a:lnTo>
                    <a:pt x="0" y="0"/>
                  </a:lnTo>
                  <a:close/>
                </a:path>
              </a:pathLst>
            </a:custGeom>
            <a:blipFill>
              <a:blip r:embed="rId5">
                <a:extLst>
                  <a:ext uri="{96DAC541-7B7A-43D3-8B79-37D633B846F1}">
                    <asvg:svgBlip xmlns:asvg="http://schemas.microsoft.com/office/drawing/2016/SVG/main" r:embed="rId6"/>
                  </a:ext>
                </a:extLst>
              </a:blip>
              <a:stretch>
                <a:fillRect l="0" t="0" r="0" b="0"/>
              </a:stretch>
            </a:blipFill>
          </p:spPr>
        </p:sp>
        <p:sp>
          <p:nvSpPr>
            <p:cNvPr name="TextBox 23" id="23"/>
            <p:cNvSpPr txBox="true"/>
            <p:nvPr/>
          </p:nvSpPr>
          <p:spPr>
            <a:xfrm rot="0">
              <a:off x="1045128" y="1210950"/>
              <a:ext cx="6134820" cy="482600"/>
            </a:xfrm>
            <a:prstGeom prst="rect">
              <a:avLst/>
            </a:prstGeom>
          </p:spPr>
          <p:txBody>
            <a:bodyPr anchor="t" rtlCol="false" tIns="0" lIns="0" bIns="0" rIns="0">
              <a:spAutoFit/>
            </a:bodyPr>
            <a:lstStyle/>
            <a:p>
              <a:pPr algn="l" marL="0" indent="0" lvl="0">
                <a:lnSpc>
                  <a:spcPts val="3000"/>
                </a:lnSpc>
                <a:spcBef>
                  <a:spcPct val="0"/>
                </a:spcBef>
              </a:pPr>
              <a:r>
                <a:rPr lang="en-US" b="true" sz="2000" spc="-40" strike="noStrike" u="none">
                  <a:solidFill>
                    <a:srgbClr val="333333">
                      <a:alpha val="89804"/>
                    </a:srgbClr>
                  </a:solidFill>
                  <a:latin typeface="프리젠테이션 Bold"/>
                  <a:ea typeface="프리젠테이션 Bold"/>
                  <a:cs typeface="프리젠테이션 Bold"/>
                  <a:sym typeface="프리젠테이션 Bold"/>
                </a:rPr>
                <a:t>거절하거나 되물으면 성공!</a:t>
              </a:r>
            </a:p>
          </p:txBody>
        </p:sp>
        <p:sp>
          <p:nvSpPr>
            <p:cNvPr name="Freeform 24" id="24"/>
            <p:cNvSpPr/>
            <p:nvPr/>
          </p:nvSpPr>
          <p:spPr>
            <a:xfrm flipH="false" flipV="false" rot="0">
              <a:off x="741639" y="2126706"/>
              <a:ext cx="189653" cy="144610"/>
            </a:xfrm>
            <a:custGeom>
              <a:avLst/>
              <a:gdLst/>
              <a:ahLst/>
              <a:cxnLst/>
              <a:rect r="r" b="b" t="t" l="l"/>
              <a:pathLst>
                <a:path h="144610" w="189653">
                  <a:moveTo>
                    <a:pt x="0" y="0"/>
                  </a:moveTo>
                  <a:lnTo>
                    <a:pt x="189653" y="0"/>
                  </a:lnTo>
                  <a:lnTo>
                    <a:pt x="189653" y="144610"/>
                  </a:lnTo>
                  <a:lnTo>
                    <a:pt x="0" y="144610"/>
                  </a:lnTo>
                  <a:lnTo>
                    <a:pt x="0" y="0"/>
                  </a:lnTo>
                  <a:close/>
                </a:path>
              </a:pathLst>
            </a:custGeom>
            <a:blipFill>
              <a:blip r:embed="rId5">
                <a:extLst>
                  <a:ext uri="{96DAC541-7B7A-43D3-8B79-37D633B846F1}">
                    <asvg:svgBlip xmlns:asvg="http://schemas.microsoft.com/office/drawing/2016/SVG/main" r:embed="rId6"/>
                  </a:ext>
                </a:extLst>
              </a:blip>
              <a:stretch>
                <a:fillRect l="0" t="0" r="0" b="0"/>
              </a:stretch>
            </a:blipFill>
          </p:spPr>
        </p:sp>
        <p:sp>
          <p:nvSpPr>
            <p:cNvPr name="TextBox 25" id="25"/>
            <p:cNvSpPr txBox="true"/>
            <p:nvPr/>
          </p:nvSpPr>
          <p:spPr>
            <a:xfrm rot="0">
              <a:off x="1045128" y="1919611"/>
              <a:ext cx="6134820" cy="482600"/>
            </a:xfrm>
            <a:prstGeom prst="rect">
              <a:avLst/>
            </a:prstGeom>
          </p:spPr>
          <p:txBody>
            <a:bodyPr anchor="t" rtlCol="false" tIns="0" lIns="0" bIns="0" rIns="0">
              <a:spAutoFit/>
            </a:bodyPr>
            <a:lstStyle/>
            <a:p>
              <a:pPr algn="l" marL="0" indent="0" lvl="0">
                <a:lnSpc>
                  <a:spcPts val="3000"/>
                </a:lnSpc>
                <a:spcBef>
                  <a:spcPct val="0"/>
                </a:spcBef>
              </a:pPr>
              <a:r>
                <a:rPr lang="en-US" b="true" sz="2000" spc="-40" strike="noStrike" u="none">
                  <a:solidFill>
                    <a:srgbClr val="333333">
                      <a:alpha val="89804"/>
                    </a:srgbClr>
                  </a:solidFill>
                  <a:latin typeface="프리젠테이션 Bold"/>
                  <a:ea typeface="프리젠테이션 Bold"/>
                  <a:cs typeface="프리젠테이션 Bold"/>
                  <a:sym typeface="프리젠테이션 Bold"/>
                </a:rPr>
                <a:t>그냥 바꾸면 손 들어주세요</a:t>
              </a:r>
            </a:p>
          </p:txBody>
        </p:sp>
      </p:grpSp>
      <p:grpSp>
        <p:nvGrpSpPr>
          <p:cNvPr name="Group 26" id="26"/>
          <p:cNvGrpSpPr/>
          <p:nvPr/>
        </p:nvGrpSpPr>
        <p:grpSpPr>
          <a:xfrm rot="0">
            <a:off x="10472784" y="2884234"/>
            <a:ext cx="3903318" cy="547878"/>
            <a:chOff x="0" y="0"/>
            <a:chExt cx="5204424" cy="730504"/>
          </a:xfrm>
        </p:grpSpPr>
        <p:sp>
          <p:nvSpPr>
            <p:cNvPr name="Freeform 27" id="27"/>
            <p:cNvSpPr/>
            <p:nvPr/>
          </p:nvSpPr>
          <p:spPr>
            <a:xfrm flipH="false" flipV="false" rot="0">
              <a:off x="0" y="192339"/>
              <a:ext cx="355986" cy="355986"/>
            </a:xfrm>
            <a:custGeom>
              <a:avLst/>
              <a:gdLst/>
              <a:ahLst/>
              <a:cxnLst/>
              <a:rect r="r" b="b" t="t" l="l"/>
              <a:pathLst>
                <a:path h="355986" w="355986">
                  <a:moveTo>
                    <a:pt x="0" y="0"/>
                  </a:moveTo>
                  <a:lnTo>
                    <a:pt x="355986" y="0"/>
                  </a:lnTo>
                  <a:lnTo>
                    <a:pt x="355986" y="355986"/>
                  </a:lnTo>
                  <a:lnTo>
                    <a:pt x="0" y="355986"/>
                  </a:lnTo>
                  <a:lnTo>
                    <a:pt x="0" y="0"/>
                  </a:lnTo>
                  <a:close/>
                </a:path>
              </a:pathLst>
            </a:custGeom>
            <a:blipFill>
              <a:blip r:embed="rId7">
                <a:extLst>
                  <a:ext uri="{96DAC541-7B7A-43D3-8B79-37D633B846F1}">
                    <asvg:svgBlip xmlns:asvg="http://schemas.microsoft.com/office/drawing/2016/SVG/main" r:embed="rId8"/>
                  </a:ext>
                </a:extLst>
              </a:blip>
              <a:stretch>
                <a:fillRect l="0" t="0" r="0" b="0"/>
              </a:stretch>
            </a:blipFill>
          </p:spPr>
        </p:sp>
        <p:sp>
          <p:nvSpPr>
            <p:cNvPr name="TextBox 28" id="28"/>
            <p:cNvSpPr txBox="true"/>
            <p:nvPr/>
          </p:nvSpPr>
          <p:spPr>
            <a:xfrm rot="0">
              <a:off x="500339" y="76200"/>
              <a:ext cx="4704085" cy="654304"/>
            </a:xfrm>
            <a:prstGeom prst="rect">
              <a:avLst/>
            </a:prstGeom>
          </p:spPr>
          <p:txBody>
            <a:bodyPr anchor="t" rtlCol="false" tIns="0" lIns="0" bIns="0" rIns="0">
              <a:spAutoFit/>
            </a:bodyPr>
            <a:lstStyle/>
            <a:p>
              <a:pPr algn="l" marL="0" indent="0" lvl="0">
                <a:lnSpc>
                  <a:spcPts val="3456"/>
                </a:lnSpc>
                <a:spcBef>
                  <a:spcPct val="0"/>
                </a:spcBef>
              </a:pPr>
              <a:r>
                <a:rPr lang="en-US" b="true" sz="3600" spc="-72" strike="noStrike" u="none">
                  <a:solidFill>
                    <a:srgbClr val="333333"/>
                  </a:solidFill>
                  <a:latin typeface="프리젠테이션 Bold"/>
                  <a:ea typeface="프리젠테이션 Bold"/>
                  <a:cs typeface="프리젠테이션 Bold"/>
                  <a:sym typeface="프리젠테이션 Bold"/>
                </a:rPr>
                <a:t>실습 순서</a:t>
              </a:r>
            </a:p>
          </p:txBody>
        </p:sp>
      </p:grpSp>
      <p:sp>
        <p:nvSpPr>
          <p:cNvPr name="TextBox 29" id="29"/>
          <p:cNvSpPr txBox="true"/>
          <p:nvPr/>
        </p:nvSpPr>
        <p:spPr>
          <a:xfrm rot="0">
            <a:off x="1355167" y="696396"/>
            <a:ext cx="12295240" cy="685800"/>
          </a:xfrm>
          <a:prstGeom prst="rect">
            <a:avLst/>
          </a:prstGeom>
        </p:spPr>
        <p:txBody>
          <a:bodyPr anchor="t" rtlCol="false" tIns="0" lIns="0" bIns="0" rIns="0">
            <a:spAutoFit/>
          </a:bodyPr>
          <a:lstStyle/>
          <a:p>
            <a:pPr algn="l" marL="0" indent="0" lvl="0">
              <a:lnSpc>
                <a:spcPts val="5100"/>
              </a:lnSpc>
              <a:spcBef>
                <a:spcPct val="0"/>
              </a:spcBef>
            </a:pPr>
            <a:r>
              <a:rPr lang="en-US" b="true" sz="5000" spc="-100" strike="noStrike" u="none">
                <a:solidFill>
                  <a:srgbClr val="FFFFFF"/>
                </a:solidFill>
                <a:latin typeface="프리젠테이션 Bold"/>
                <a:ea typeface="프리젠테이션 Bold"/>
                <a:cs typeface="프리젠테이션 Bold"/>
                <a:sym typeface="프리젠테이션 Bold"/>
              </a:rPr>
              <a:t>[실습 3] AGENTS.md 규칙 파일</a:t>
            </a:r>
          </a:p>
        </p:txBody>
      </p:sp>
      <p:sp>
        <p:nvSpPr>
          <p:cNvPr name="TextBox 30" id="30"/>
          <p:cNvSpPr txBox="true"/>
          <p:nvPr/>
        </p:nvSpPr>
        <p:spPr>
          <a:xfrm rot="0">
            <a:off x="10472784" y="3604117"/>
            <a:ext cx="7086813" cy="1365885"/>
          </a:xfrm>
          <a:prstGeom prst="rect">
            <a:avLst/>
          </a:prstGeom>
        </p:spPr>
        <p:txBody>
          <a:bodyPr anchor="t" rtlCol="false" tIns="0" lIns="0" bIns="0" rIns="0">
            <a:spAutoFit/>
          </a:bodyPr>
          <a:lstStyle/>
          <a:p>
            <a:pPr algn="l" marL="0" indent="0" lvl="0">
              <a:lnSpc>
                <a:spcPts val="3600"/>
              </a:lnSpc>
              <a:spcBef>
                <a:spcPct val="0"/>
              </a:spcBef>
            </a:pPr>
            <a:r>
              <a:rPr lang="en-US" b="true" sz="2400" spc="-48" strike="noStrike" u="none">
                <a:solidFill>
                  <a:srgbClr val="000000">
                    <a:alpha val="69804"/>
                  </a:srgbClr>
                </a:solidFill>
                <a:latin typeface="프리젠테이션 Bold"/>
                <a:ea typeface="프리젠테이션 Bold"/>
                <a:cs typeface="프리젠테이션 Bold"/>
                <a:sym typeface="프리젠테이션 Bold"/>
              </a:rPr>
              <a:t>① 규칙 파일 만들기 요청</a:t>
            </a:r>
          </a:p>
          <a:p>
            <a:pPr algn="l" marL="0" indent="0" lvl="0">
              <a:lnSpc>
                <a:spcPts val="3600"/>
              </a:lnSpc>
              <a:spcBef>
                <a:spcPct val="0"/>
              </a:spcBef>
            </a:pPr>
            <a:r>
              <a:rPr lang="en-US" b="true" sz="2400" spc="-48" strike="noStrike" u="none">
                <a:solidFill>
                  <a:srgbClr val="000000">
                    <a:alpha val="69804"/>
                  </a:srgbClr>
                </a:solidFill>
                <a:latin typeface="프리젠테이션 Bold"/>
                <a:ea typeface="프리젠테이션 Bold"/>
                <a:cs typeface="프리젠테이션 Bold"/>
                <a:sym typeface="프리젠테이션 Bold"/>
              </a:rPr>
              <a:t>② AGENTS.md 내용 눈으로 확인</a:t>
            </a:r>
          </a:p>
          <a:p>
            <a:pPr algn="l" marL="0" indent="0" lvl="0">
              <a:lnSpc>
                <a:spcPts val="3600"/>
              </a:lnSpc>
              <a:spcBef>
                <a:spcPct val="0"/>
              </a:spcBef>
            </a:pPr>
            <a:r>
              <a:rPr lang="en-US" b="true" sz="2400" spc="-48" strike="noStrike" u="none">
                <a:solidFill>
                  <a:srgbClr val="000000">
                    <a:alpha val="69804"/>
                  </a:srgbClr>
                </a:solidFill>
                <a:latin typeface="프리젠테이션 Bold"/>
                <a:ea typeface="프리젠테이션 Bold"/>
                <a:cs typeface="프리젠테이션 Bold"/>
                <a:sym typeface="프리젠테이션 Bold"/>
              </a:rPr>
              <a:t>③ 빨간색 요청 → AI 반응 보기</a:t>
            </a:r>
          </a:p>
        </p:txBody>
      </p:sp>
      <p:sp>
        <p:nvSpPr>
          <p:cNvPr name="TextBox 31" id="31"/>
          <p:cNvSpPr txBox="true"/>
          <p:nvPr/>
        </p:nvSpPr>
        <p:spPr>
          <a:xfrm rot="0">
            <a:off x="14694520" y="1353621"/>
            <a:ext cx="2865076" cy="325120"/>
          </a:xfrm>
          <a:prstGeom prst="rect">
            <a:avLst/>
          </a:prstGeom>
        </p:spPr>
        <p:txBody>
          <a:bodyPr anchor="t" rtlCol="false" tIns="0" lIns="0" bIns="0" rIns="0">
            <a:spAutoFit/>
          </a:bodyPr>
          <a:lstStyle/>
          <a:p>
            <a:pPr algn="ctr" marL="0" indent="0" lvl="0">
              <a:lnSpc>
                <a:spcPts val="2540"/>
              </a:lnSpc>
              <a:spcBef>
                <a:spcPct val="0"/>
              </a:spcBef>
            </a:pPr>
            <a:r>
              <a:rPr lang="en-US" b="true" sz="2000" spc="122" strike="noStrike" u="none">
                <a:solidFill>
                  <a:srgbClr val="5170FF"/>
                </a:solidFill>
                <a:latin typeface="프리젠테이션 Bold"/>
                <a:ea typeface="프리젠테이션 Bold"/>
                <a:cs typeface="프리젠테이션 Bold"/>
                <a:sym typeface="프리젠테이션 Bold"/>
              </a:rPr>
              <a:t>해달 바이브코딩 기초반</a:t>
            </a:r>
          </a:p>
        </p:txBody>
      </p:sp>
      <p:grpSp>
        <p:nvGrpSpPr>
          <p:cNvPr name="Group 32" id="32"/>
          <p:cNvGrpSpPr/>
          <p:nvPr/>
        </p:nvGrpSpPr>
        <p:grpSpPr>
          <a:xfrm rot="0">
            <a:off x="1714500" y="2895600"/>
            <a:ext cx="8201025" cy="5695950"/>
            <a:chOff x="0" y="0"/>
            <a:chExt cx="10934700" cy="7594600"/>
          </a:xfrm>
        </p:grpSpPr>
        <p:sp>
          <p:nvSpPr>
            <p:cNvPr name="Freeform 33" id="33"/>
            <p:cNvSpPr/>
            <p:nvPr/>
          </p:nvSpPr>
          <p:spPr>
            <a:xfrm flipH="false" flipV="false" rot="0">
              <a:off x="0" y="0"/>
              <a:ext cx="10934700" cy="7594600"/>
            </a:xfrm>
            <a:custGeom>
              <a:avLst/>
              <a:gdLst/>
              <a:ahLst/>
              <a:cxnLst/>
              <a:rect r="r" b="b" t="t" l="l"/>
              <a:pathLst>
                <a:path h="7594600" w="10934700">
                  <a:moveTo>
                    <a:pt x="35401" y="0"/>
                  </a:moveTo>
                  <a:lnTo>
                    <a:pt x="10899299" y="0"/>
                  </a:lnTo>
                  <a:cubicBezTo>
                    <a:pt x="10918851" y="0"/>
                    <a:pt x="10934700" y="15849"/>
                    <a:pt x="10934700" y="35401"/>
                  </a:cubicBezTo>
                  <a:lnTo>
                    <a:pt x="10934700" y="7559199"/>
                  </a:lnTo>
                  <a:cubicBezTo>
                    <a:pt x="10934700" y="7578751"/>
                    <a:pt x="10918851" y="7594600"/>
                    <a:pt x="10899299" y="7594600"/>
                  </a:cubicBezTo>
                  <a:lnTo>
                    <a:pt x="35401" y="7594600"/>
                  </a:lnTo>
                  <a:cubicBezTo>
                    <a:pt x="15849" y="7594600"/>
                    <a:pt x="0" y="7578751"/>
                    <a:pt x="0" y="7559199"/>
                  </a:cubicBezTo>
                  <a:lnTo>
                    <a:pt x="0" y="35401"/>
                  </a:lnTo>
                  <a:cubicBezTo>
                    <a:pt x="0" y="15849"/>
                    <a:pt x="15849" y="0"/>
                    <a:pt x="35401" y="0"/>
                  </a:cubicBezTo>
                  <a:close/>
                </a:path>
              </a:pathLst>
            </a:custGeom>
            <a:solidFill>
              <a:srgbClr val="1E2233"/>
            </a:solidFill>
          </p:spPr>
        </p:sp>
        <p:sp>
          <p:nvSpPr>
            <p:cNvPr name="TextBox 34" id="34"/>
            <p:cNvSpPr txBox="true"/>
            <p:nvPr/>
          </p:nvSpPr>
          <p:spPr>
            <a:xfrm>
              <a:off x="0" y="-38100"/>
              <a:ext cx="10934700" cy="7632700"/>
            </a:xfrm>
            <a:prstGeom prst="rect">
              <a:avLst/>
            </a:prstGeom>
          </p:spPr>
          <p:txBody>
            <a:bodyPr anchor="ctr" rtlCol="false" tIns="50800" lIns="50800" bIns="50800" rIns="50800"/>
            <a:lstStyle/>
            <a:p>
              <a:pPr algn="l">
                <a:lnSpc>
                  <a:spcPts val="1679"/>
                </a:lnSpc>
              </a:pPr>
            </a:p>
          </p:txBody>
        </p:sp>
      </p:grpSp>
      <p:grpSp>
        <p:nvGrpSpPr>
          <p:cNvPr name="Group 35" id="35"/>
          <p:cNvGrpSpPr/>
          <p:nvPr/>
        </p:nvGrpSpPr>
        <p:grpSpPr>
          <a:xfrm rot="0">
            <a:off x="1714500" y="2895600"/>
            <a:ext cx="8201025" cy="609600"/>
            <a:chOff x="0" y="0"/>
            <a:chExt cx="10934700" cy="812800"/>
          </a:xfrm>
        </p:grpSpPr>
        <p:sp>
          <p:nvSpPr>
            <p:cNvPr name="Freeform 36" id="36"/>
            <p:cNvSpPr/>
            <p:nvPr/>
          </p:nvSpPr>
          <p:spPr>
            <a:xfrm flipH="false" flipV="false" rot="0">
              <a:off x="0" y="0"/>
              <a:ext cx="10934700" cy="812800"/>
            </a:xfrm>
            <a:custGeom>
              <a:avLst/>
              <a:gdLst/>
              <a:ahLst/>
              <a:cxnLst/>
              <a:rect r="r" b="b" t="t" l="l"/>
              <a:pathLst>
                <a:path h="812800" w="10934700">
                  <a:moveTo>
                    <a:pt x="35401" y="0"/>
                  </a:moveTo>
                  <a:lnTo>
                    <a:pt x="10899299" y="0"/>
                  </a:lnTo>
                  <a:cubicBezTo>
                    <a:pt x="10918851" y="0"/>
                    <a:pt x="10934700" y="15849"/>
                    <a:pt x="10934700" y="35401"/>
                  </a:cubicBezTo>
                  <a:lnTo>
                    <a:pt x="10934700" y="777399"/>
                  </a:lnTo>
                  <a:cubicBezTo>
                    <a:pt x="10934700" y="796951"/>
                    <a:pt x="10918851" y="812800"/>
                    <a:pt x="10899299" y="812800"/>
                  </a:cubicBezTo>
                  <a:lnTo>
                    <a:pt x="35401" y="812800"/>
                  </a:lnTo>
                  <a:cubicBezTo>
                    <a:pt x="15849" y="812800"/>
                    <a:pt x="0" y="796951"/>
                    <a:pt x="0" y="777399"/>
                  </a:cubicBezTo>
                  <a:lnTo>
                    <a:pt x="0" y="35401"/>
                  </a:lnTo>
                  <a:cubicBezTo>
                    <a:pt x="0" y="15849"/>
                    <a:pt x="15849" y="0"/>
                    <a:pt x="35401" y="0"/>
                  </a:cubicBezTo>
                  <a:close/>
                </a:path>
              </a:pathLst>
            </a:custGeom>
            <a:solidFill>
              <a:srgbClr val="2D3350"/>
            </a:solidFill>
          </p:spPr>
        </p:sp>
        <p:sp>
          <p:nvSpPr>
            <p:cNvPr name="TextBox 37" id="37"/>
            <p:cNvSpPr txBox="true"/>
            <p:nvPr/>
          </p:nvSpPr>
          <p:spPr>
            <a:xfrm>
              <a:off x="0" y="-38100"/>
              <a:ext cx="10934700" cy="850900"/>
            </a:xfrm>
            <a:prstGeom prst="rect">
              <a:avLst/>
            </a:prstGeom>
          </p:spPr>
          <p:txBody>
            <a:bodyPr anchor="ctr" rtlCol="false" tIns="50800" lIns="50800" bIns="50800" rIns="50800"/>
            <a:lstStyle/>
            <a:p>
              <a:pPr algn="l">
                <a:lnSpc>
                  <a:spcPts val="1679"/>
                </a:lnSpc>
              </a:pPr>
            </a:p>
          </p:txBody>
        </p:sp>
      </p:grpSp>
      <p:sp>
        <p:nvSpPr>
          <p:cNvPr name="TextBox 38" id="38"/>
          <p:cNvSpPr txBox="true"/>
          <p:nvPr/>
        </p:nvSpPr>
        <p:spPr>
          <a:xfrm rot="0">
            <a:off x="2047875" y="2971800"/>
            <a:ext cx="7429500" cy="350520"/>
          </a:xfrm>
          <a:prstGeom prst="rect">
            <a:avLst/>
          </a:prstGeom>
        </p:spPr>
        <p:txBody>
          <a:bodyPr anchor="t" rtlCol="false" tIns="0" lIns="0" bIns="0" rIns="0">
            <a:spAutoFit/>
          </a:bodyPr>
          <a:lstStyle/>
          <a:p>
            <a:pPr algn="l">
              <a:lnSpc>
                <a:spcPts val="2729"/>
              </a:lnSpc>
            </a:pPr>
            <a:r>
              <a:rPr lang="en-US" sz="1950" b="true">
                <a:solidFill>
                  <a:srgbClr val="A9B8FF"/>
                </a:solidFill>
                <a:latin typeface="Arimo Bold"/>
                <a:ea typeface="Arimo Bold"/>
                <a:cs typeface="Arimo Bold"/>
                <a:sym typeface="Arimo Bold"/>
              </a:rPr>
              <a:t>💬 Antigravity 2.0 채팅창에 입력</a:t>
            </a:r>
          </a:p>
        </p:txBody>
      </p:sp>
      <p:sp>
        <p:nvSpPr>
          <p:cNvPr name="TextBox 39" id="39"/>
          <p:cNvSpPr txBox="true"/>
          <p:nvPr/>
        </p:nvSpPr>
        <p:spPr>
          <a:xfrm rot="0">
            <a:off x="2143125" y="3762375"/>
            <a:ext cx="7524750" cy="3709035"/>
          </a:xfrm>
          <a:prstGeom prst="rect">
            <a:avLst/>
          </a:prstGeom>
        </p:spPr>
        <p:txBody>
          <a:bodyPr anchor="t" rtlCol="false" tIns="0" lIns="0" bIns="0" rIns="0">
            <a:spAutoFit/>
          </a:bodyPr>
          <a:lstStyle/>
          <a:p>
            <a:pPr algn="l" marL="0" indent="0" lvl="0">
              <a:lnSpc>
                <a:spcPts val="2940"/>
              </a:lnSpc>
              <a:spcBef>
                <a:spcPct val="0"/>
              </a:spcBef>
            </a:pPr>
            <a:r>
              <a:rPr lang="en-US" sz="2100" strike="noStrike" u="none">
                <a:solidFill>
                  <a:srgbClr val="EEF1FF"/>
                </a:solidFill>
                <a:latin typeface="Arimo"/>
                <a:ea typeface="Arimo"/>
                <a:cs typeface="Arimo"/>
                <a:sym typeface="Arimo"/>
              </a:rPr>
              <a:t>프로젝트 폴더에 AGENTS.md를 만들고</a:t>
            </a:r>
          </a:p>
          <a:p>
            <a:pPr algn="l" marL="0" indent="0" lvl="0">
              <a:lnSpc>
                <a:spcPts val="2940"/>
              </a:lnSpc>
              <a:spcBef>
                <a:spcPct val="0"/>
              </a:spcBef>
            </a:pPr>
            <a:r>
              <a:rPr lang="en-US" sz="2100" strike="noStrike" u="none">
                <a:solidFill>
                  <a:srgbClr val="EEF1FF"/>
                </a:solidFill>
                <a:latin typeface="Arimo"/>
                <a:ea typeface="Arimo"/>
                <a:cs typeface="Arimo"/>
                <a:sym typeface="Arimo"/>
              </a:rPr>
              <a:t>아래 규칙을 적어줘.</a:t>
            </a:r>
          </a:p>
          <a:p>
            <a:pPr algn="l" marL="0" indent="0" lvl="0">
              <a:lnSpc>
                <a:spcPts val="2940"/>
              </a:lnSpc>
              <a:spcBef>
                <a:spcPct val="0"/>
              </a:spcBef>
            </a:pPr>
          </a:p>
          <a:p>
            <a:pPr algn="l" marL="0" indent="0" lvl="0">
              <a:lnSpc>
                <a:spcPts val="2940"/>
              </a:lnSpc>
              <a:spcBef>
                <a:spcPct val="0"/>
              </a:spcBef>
            </a:pPr>
            <a:r>
              <a:rPr lang="en-US" sz="2100" strike="noStrike" u="none">
                <a:solidFill>
                  <a:srgbClr val="EEF1FF"/>
                </a:solidFill>
                <a:latin typeface="Arimo"/>
                <a:ea typeface="Arimo"/>
                <a:cs typeface="Arimo"/>
                <a:sym typeface="Arimo"/>
              </a:rPr>
              <a:t>1. index.html 한 파일만 수정한다</a:t>
            </a:r>
          </a:p>
          <a:p>
            <a:pPr algn="l" marL="0" indent="0" lvl="0">
              <a:lnSpc>
                <a:spcPts val="2940"/>
              </a:lnSpc>
              <a:spcBef>
                <a:spcPct val="0"/>
              </a:spcBef>
            </a:pPr>
            <a:r>
              <a:rPr lang="en-US" sz="2100" strike="noStrike" u="none">
                <a:solidFill>
                  <a:srgbClr val="EEF1FF"/>
                </a:solidFill>
                <a:latin typeface="Arimo"/>
                <a:ea typeface="Arimo"/>
                <a:cs typeface="Arimo"/>
                <a:sym typeface="Arimo"/>
              </a:rPr>
              <a:t>2. 색상은 파란색(#5170ff) 계열만 쓴다</a:t>
            </a:r>
          </a:p>
          <a:p>
            <a:pPr algn="l" marL="0" indent="0" lvl="0">
              <a:lnSpc>
                <a:spcPts val="2940"/>
              </a:lnSpc>
              <a:spcBef>
                <a:spcPct val="0"/>
              </a:spcBef>
            </a:pPr>
            <a:r>
              <a:rPr lang="en-US" sz="2100" strike="noStrike" u="none">
                <a:solidFill>
                  <a:srgbClr val="EEF1FF"/>
                </a:solidFill>
                <a:latin typeface="Arimo"/>
                <a:ea typeface="Arimo"/>
                <a:cs typeface="Arimo"/>
                <a:sym typeface="Arimo"/>
              </a:rPr>
              <a:t>3. 수정 후 변경 요약을 3줄로 남긴다</a:t>
            </a:r>
          </a:p>
          <a:p>
            <a:pPr algn="l" marL="0" indent="0" lvl="0">
              <a:lnSpc>
                <a:spcPts val="2940"/>
              </a:lnSpc>
              <a:spcBef>
                <a:spcPct val="0"/>
              </a:spcBef>
            </a:pPr>
            <a:r>
              <a:rPr lang="en-US" sz="2100" strike="noStrike" u="none">
                <a:solidFill>
                  <a:srgbClr val="EEF1FF"/>
                </a:solidFill>
                <a:latin typeface="Arimo"/>
                <a:ea typeface="Arimo"/>
                <a:cs typeface="Arimo"/>
                <a:sym typeface="Arimo"/>
              </a:rPr>
              <a:t>4. 모르면 추측하지 말고 질문한다</a:t>
            </a:r>
          </a:p>
          <a:p>
            <a:pPr algn="l" marL="0" indent="0" lvl="0">
              <a:lnSpc>
                <a:spcPts val="2940"/>
              </a:lnSpc>
              <a:spcBef>
                <a:spcPct val="0"/>
              </a:spcBef>
            </a:pPr>
          </a:p>
          <a:p>
            <a:pPr algn="l" marL="0" indent="0" lvl="0">
              <a:lnSpc>
                <a:spcPts val="2940"/>
              </a:lnSpc>
              <a:spcBef>
                <a:spcPct val="0"/>
              </a:spcBef>
            </a:pPr>
            <a:r>
              <a:rPr lang="en-US" sz="2100" strike="noStrike" u="none">
                <a:solidFill>
                  <a:srgbClr val="EEF1FF"/>
                </a:solidFill>
                <a:latin typeface="Arimo"/>
                <a:ea typeface="Arimo"/>
                <a:cs typeface="Arimo"/>
                <a:sym typeface="Arimo"/>
              </a:rPr>
              <a:t>👉 다음 입력(테스트):</a:t>
            </a:r>
          </a:p>
          <a:p>
            <a:pPr algn="l" marL="0" indent="0" lvl="0">
              <a:lnSpc>
                <a:spcPts val="2940"/>
              </a:lnSpc>
              <a:spcBef>
                <a:spcPct val="0"/>
              </a:spcBef>
            </a:pPr>
            <a:r>
              <a:rPr lang="en-US" sz="2100" strike="noStrike" u="none">
                <a:solidFill>
                  <a:srgbClr val="EEF1FF"/>
                </a:solidFill>
                <a:latin typeface="Arimo"/>
                <a:ea typeface="Arimo"/>
                <a:cs typeface="Arimo"/>
                <a:sym typeface="Arimo"/>
              </a:rPr>
              <a:t>배경을 빨간색으로 바꿔줘</a:t>
            </a:r>
          </a:p>
        </p:txBody>
      </p:sp>
      <p:sp>
        <p:nvSpPr>
          <p:cNvPr name="TextBox 40" id="40"/>
          <p:cNvSpPr txBox="true"/>
          <p:nvPr/>
        </p:nvSpPr>
        <p:spPr>
          <a:xfrm rot="0">
            <a:off x="8382000" y="8899525"/>
            <a:ext cx="1524000" cy="358775"/>
          </a:xfrm>
          <a:prstGeom prst="rect">
            <a:avLst/>
          </a:prstGeom>
        </p:spPr>
        <p:txBody>
          <a:bodyPr anchor="t" rtlCol="false" tIns="0" lIns="0" bIns="0" rIns="0">
            <a:spAutoFit/>
          </a:bodyPr>
          <a:lstStyle/>
          <a:p>
            <a:pPr algn="ctr" marL="0" indent="0" lvl="0">
              <a:lnSpc>
                <a:spcPts val="2800"/>
              </a:lnSpc>
              <a:spcBef>
                <a:spcPct val="0"/>
              </a:spcBef>
            </a:pPr>
            <a:r>
              <a:rPr lang="en-US" b="true" sz="2000" strike="noStrike" u="none">
                <a:solidFill>
                  <a:srgbClr val="4165C1"/>
                </a:solidFill>
                <a:latin typeface="프리젠테이션 Bold"/>
                <a:ea typeface="프리젠테이션 Bold"/>
                <a:cs typeface="프리젠테이션 Bold"/>
                <a:sym typeface="프리젠테이션 Bold"/>
              </a:rPr>
              <a:t>- 36 -</a:t>
            </a:r>
          </a:p>
        </p:txBody>
      </p:sp>
    </p:spTree>
  </p:cSld>
  <p:clrMapOvr>
    <a:masterClrMapping/>
  </p:clrMapOvr>
</p:sld>
</file>

<file path=ppt/slides/slide37.xml><?xml version="1.0" encoding="utf-8"?>
<p:sld xmlns:p="http://schemas.openxmlformats.org/presentationml/2006/main" xmlns:a="http://schemas.openxmlformats.org/drawingml/2006/main" xmlns:r="http://schemas.openxmlformats.org/officeDocument/2006/relationships">
  <p:cSld>
    <p:bg>
      <p:bgPr>
        <a:solidFill>
          <a:srgbClr val="5170FF"/>
        </a:solidFill>
      </p:bgPr>
    </p:bg>
    <p:spTree>
      <p:nvGrpSpPr>
        <p:cNvPr id="1" name=""/>
        <p:cNvGrpSpPr/>
        <p:nvPr/>
      </p:nvGrpSpPr>
      <p:grpSpPr>
        <a:xfrm>
          <a:off x="0" y="0"/>
          <a:ext cx="0" cy="0"/>
          <a:chOff x="0" y="0"/>
          <a:chExt cx="0" cy="0"/>
        </a:xfrm>
      </p:grpSpPr>
      <p:grpSp>
        <p:nvGrpSpPr>
          <p:cNvPr name="Group 2" id="2"/>
          <p:cNvGrpSpPr/>
          <p:nvPr/>
        </p:nvGrpSpPr>
        <p:grpSpPr>
          <a:xfrm rot="0">
            <a:off x="534854" y="457200"/>
            <a:ext cx="17218292" cy="9294946"/>
            <a:chOff x="0" y="0"/>
            <a:chExt cx="22957723" cy="12393261"/>
          </a:xfrm>
        </p:grpSpPr>
        <p:grpSp>
          <p:nvGrpSpPr>
            <p:cNvPr name="Group 3" id="3"/>
            <p:cNvGrpSpPr/>
            <p:nvPr/>
          </p:nvGrpSpPr>
          <p:grpSpPr>
            <a:xfrm rot="0">
              <a:off x="0" y="1727243"/>
              <a:ext cx="22957723" cy="10666019"/>
              <a:chOff x="0" y="0"/>
              <a:chExt cx="4777465" cy="2219581"/>
            </a:xfrm>
          </p:grpSpPr>
          <p:sp>
            <p:nvSpPr>
              <p:cNvPr name="Freeform 4" id="4"/>
              <p:cNvSpPr/>
              <p:nvPr/>
            </p:nvSpPr>
            <p:spPr>
              <a:xfrm flipH="false" flipV="false" rot="0">
                <a:off x="0" y="0"/>
                <a:ext cx="4777465" cy="2219581"/>
              </a:xfrm>
              <a:custGeom>
                <a:avLst/>
                <a:gdLst/>
                <a:ahLst/>
                <a:cxnLst/>
                <a:rect r="r" b="b" t="t" l="l"/>
                <a:pathLst>
                  <a:path h="2219581" w="4777465">
                    <a:moveTo>
                      <a:pt x="22931" y="0"/>
                    </a:moveTo>
                    <a:lnTo>
                      <a:pt x="4754534" y="0"/>
                    </a:lnTo>
                    <a:cubicBezTo>
                      <a:pt x="4767199" y="0"/>
                      <a:pt x="4777465" y="10267"/>
                      <a:pt x="4777465" y="22931"/>
                    </a:cubicBezTo>
                    <a:lnTo>
                      <a:pt x="4777465" y="2196650"/>
                    </a:lnTo>
                    <a:cubicBezTo>
                      <a:pt x="4777465" y="2202732"/>
                      <a:pt x="4775049" y="2208564"/>
                      <a:pt x="4770749" y="2212865"/>
                    </a:cubicBezTo>
                    <a:cubicBezTo>
                      <a:pt x="4766449" y="2217165"/>
                      <a:pt x="4760616" y="2219581"/>
                      <a:pt x="4754534" y="2219581"/>
                    </a:cubicBezTo>
                    <a:lnTo>
                      <a:pt x="22931" y="2219581"/>
                    </a:lnTo>
                    <a:cubicBezTo>
                      <a:pt x="10267" y="2219581"/>
                      <a:pt x="0" y="2209315"/>
                      <a:pt x="0" y="2196650"/>
                    </a:cubicBezTo>
                    <a:lnTo>
                      <a:pt x="0" y="22931"/>
                    </a:lnTo>
                    <a:cubicBezTo>
                      <a:pt x="0" y="10267"/>
                      <a:pt x="10267" y="0"/>
                      <a:pt x="22931" y="0"/>
                    </a:cubicBezTo>
                    <a:close/>
                  </a:path>
                </a:pathLst>
              </a:custGeom>
              <a:solidFill>
                <a:srgbClr val="FFFFFF"/>
              </a:solidFill>
              <a:ln cap="rnd">
                <a:noFill/>
                <a:prstDash val="solid"/>
                <a:round/>
              </a:ln>
            </p:spPr>
          </p:sp>
          <p:sp>
            <p:nvSpPr>
              <p:cNvPr name="TextBox 5" id="5"/>
              <p:cNvSpPr txBox="true"/>
              <p:nvPr/>
            </p:nvSpPr>
            <p:spPr>
              <a:xfrm>
                <a:off x="0" y="-38100"/>
                <a:ext cx="4777465" cy="2257681"/>
              </a:xfrm>
              <a:prstGeom prst="rect">
                <a:avLst/>
              </a:prstGeom>
            </p:spPr>
            <p:txBody>
              <a:bodyPr anchor="ctr" rtlCol="false" tIns="48220" lIns="48220" bIns="48220" rIns="48220"/>
              <a:lstStyle/>
              <a:p>
                <a:pPr algn="ctr" marL="0" indent="0" lvl="0">
                  <a:lnSpc>
                    <a:spcPts val="1853"/>
                  </a:lnSpc>
                  <a:spcBef>
                    <a:spcPct val="0"/>
                  </a:spcBef>
                </a:pPr>
              </a:p>
              <a:p>
                <a:pPr algn="ctr" marL="0" indent="0" lvl="0">
                  <a:lnSpc>
                    <a:spcPts val="1853"/>
                  </a:lnSpc>
                  <a:spcBef>
                    <a:spcPct val="0"/>
                  </a:spcBef>
                </a:pPr>
              </a:p>
              <a:p>
                <a:pPr algn="ctr" marL="0" indent="0" lvl="0">
                  <a:lnSpc>
                    <a:spcPts val="1853"/>
                  </a:lnSpc>
                  <a:spcBef>
                    <a:spcPct val="0"/>
                  </a:spcBef>
                </a:pPr>
              </a:p>
            </p:txBody>
          </p:sp>
        </p:grpSp>
        <p:grpSp>
          <p:nvGrpSpPr>
            <p:cNvPr name="Group 6" id="6"/>
            <p:cNvGrpSpPr/>
            <p:nvPr/>
          </p:nvGrpSpPr>
          <p:grpSpPr>
            <a:xfrm rot="0">
              <a:off x="18499830" y="891712"/>
              <a:ext cx="4457893" cy="3397582"/>
              <a:chOff x="0" y="0"/>
              <a:chExt cx="927680" cy="707031"/>
            </a:xfrm>
          </p:grpSpPr>
          <p:sp>
            <p:nvSpPr>
              <p:cNvPr name="Freeform 7" id="7"/>
              <p:cNvSpPr/>
              <p:nvPr/>
            </p:nvSpPr>
            <p:spPr>
              <a:xfrm flipH="false" flipV="false" rot="0">
                <a:off x="0" y="0"/>
                <a:ext cx="927680" cy="707031"/>
              </a:xfrm>
              <a:custGeom>
                <a:avLst/>
                <a:gdLst/>
                <a:ahLst/>
                <a:cxnLst/>
                <a:rect r="r" b="b" t="t" l="l"/>
                <a:pathLst>
                  <a:path h="707031" w="927680">
                    <a:moveTo>
                      <a:pt x="118094" y="0"/>
                    </a:moveTo>
                    <a:lnTo>
                      <a:pt x="809586" y="0"/>
                    </a:lnTo>
                    <a:cubicBezTo>
                      <a:pt x="874808" y="0"/>
                      <a:pt x="927680" y="52872"/>
                      <a:pt x="927680" y="118094"/>
                    </a:cubicBezTo>
                    <a:lnTo>
                      <a:pt x="927680" y="588937"/>
                    </a:lnTo>
                    <a:cubicBezTo>
                      <a:pt x="927680" y="654159"/>
                      <a:pt x="874808" y="707031"/>
                      <a:pt x="809586" y="707031"/>
                    </a:cubicBezTo>
                    <a:lnTo>
                      <a:pt x="118094" y="707031"/>
                    </a:lnTo>
                    <a:cubicBezTo>
                      <a:pt x="52872" y="707031"/>
                      <a:pt x="0" y="654159"/>
                      <a:pt x="0" y="588937"/>
                    </a:cubicBezTo>
                    <a:lnTo>
                      <a:pt x="0" y="118094"/>
                    </a:lnTo>
                    <a:cubicBezTo>
                      <a:pt x="0" y="52872"/>
                      <a:pt x="52872" y="0"/>
                      <a:pt x="118094" y="0"/>
                    </a:cubicBezTo>
                    <a:close/>
                  </a:path>
                </a:pathLst>
              </a:custGeom>
              <a:solidFill>
                <a:srgbClr val="FFFFFF"/>
              </a:solidFill>
              <a:ln cap="rnd">
                <a:noFill/>
                <a:prstDash val="solid"/>
                <a:round/>
              </a:ln>
            </p:spPr>
          </p:sp>
          <p:sp>
            <p:nvSpPr>
              <p:cNvPr name="TextBox 8" id="8"/>
              <p:cNvSpPr txBox="true"/>
              <p:nvPr/>
            </p:nvSpPr>
            <p:spPr>
              <a:xfrm>
                <a:off x="0" y="-38100"/>
                <a:ext cx="927680" cy="745131"/>
              </a:xfrm>
              <a:prstGeom prst="rect">
                <a:avLst/>
              </a:prstGeom>
            </p:spPr>
            <p:txBody>
              <a:bodyPr anchor="ctr" rtlCol="false" tIns="48220" lIns="48220" bIns="48220" rIns="48220"/>
              <a:lstStyle/>
              <a:p>
                <a:pPr algn="ctr" marL="0" indent="0" lvl="0">
                  <a:lnSpc>
                    <a:spcPts val="1853"/>
                  </a:lnSpc>
                  <a:spcBef>
                    <a:spcPct val="0"/>
                  </a:spcBef>
                </a:pPr>
              </a:p>
              <a:p>
                <a:pPr algn="ctr" marL="0" indent="0" lvl="0">
                  <a:lnSpc>
                    <a:spcPts val="1853"/>
                  </a:lnSpc>
                  <a:spcBef>
                    <a:spcPct val="0"/>
                  </a:spcBef>
                </a:pPr>
              </a:p>
              <a:p>
                <a:pPr algn="ctr" marL="0" indent="0" lvl="0">
                  <a:lnSpc>
                    <a:spcPts val="1853"/>
                  </a:lnSpc>
                  <a:spcBef>
                    <a:spcPct val="0"/>
                  </a:spcBef>
                </a:pPr>
              </a:p>
            </p:txBody>
          </p:sp>
        </p:grpSp>
        <p:grpSp>
          <p:nvGrpSpPr>
            <p:cNvPr name="Group 9" id="9"/>
            <p:cNvGrpSpPr/>
            <p:nvPr/>
          </p:nvGrpSpPr>
          <p:grpSpPr>
            <a:xfrm rot="0">
              <a:off x="18064463" y="1334482"/>
              <a:ext cx="2392010" cy="1865053"/>
              <a:chOff x="0" y="0"/>
              <a:chExt cx="497773" cy="388115"/>
            </a:xfrm>
          </p:grpSpPr>
          <p:sp>
            <p:nvSpPr>
              <p:cNvPr name="Freeform 10" id="10"/>
              <p:cNvSpPr/>
              <p:nvPr/>
            </p:nvSpPr>
            <p:spPr>
              <a:xfrm flipH="false" flipV="false" rot="0">
                <a:off x="0" y="0"/>
                <a:ext cx="497773" cy="388115"/>
              </a:xfrm>
              <a:custGeom>
                <a:avLst/>
                <a:gdLst/>
                <a:ahLst/>
                <a:cxnLst/>
                <a:rect r="r" b="b" t="t" l="l"/>
                <a:pathLst>
                  <a:path h="388115" w="497773">
                    <a:moveTo>
                      <a:pt x="0" y="0"/>
                    </a:moveTo>
                    <a:lnTo>
                      <a:pt x="497773" y="0"/>
                    </a:lnTo>
                    <a:lnTo>
                      <a:pt x="497773" y="388115"/>
                    </a:lnTo>
                    <a:lnTo>
                      <a:pt x="0" y="388115"/>
                    </a:lnTo>
                    <a:close/>
                  </a:path>
                </a:pathLst>
              </a:custGeom>
              <a:solidFill>
                <a:srgbClr val="FFFFFF"/>
              </a:solidFill>
              <a:ln cap="sq">
                <a:noFill/>
                <a:prstDash val="solid"/>
                <a:miter/>
              </a:ln>
            </p:spPr>
          </p:sp>
          <p:sp>
            <p:nvSpPr>
              <p:cNvPr name="TextBox 11" id="11"/>
              <p:cNvSpPr txBox="true"/>
              <p:nvPr/>
            </p:nvSpPr>
            <p:spPr>
              <a:xfrm>
                <a:off x="0" y="-38100"/>
                <a:ext cx="497773" cy="426215"/>
              </a:xfrm>
              <a:prstGeom prst="rect">
                <a:avLst/>
              </a:prstGeom>
            </p:spPr>
            <p:txBody>
              <a:bodyPr anchor="ctr" rtlCol="false" tIns="48220" lIns="48220" bIns="48220" rIns="48220"/>
              <a:lstStyle/>
              <a:p>
                <a:pPr algn="ctr" marL="0" indent="0" lvl="0">
                  <a:lnSpc>
                    <a:spcPts val="1853"/>
                  </a:lnSpc>
                  <a:spcBef>
                    <a:spcPct val="0"/>
                  </a:spcBef>
                </a:pPr>
              </a:p>
              <a:p>
                <a:pPr algn="ctr" marL="0" indent="0" lvl="0">
                  <a:lnSpc>
                    <a:spcPts val="1853"/>
                  </a:lnSpc>
                  <a:spcBef>
                    <a:spcPct val="0"/>
                  </a:spcBef>
                </a:pPr>
              </a:p>
              <a:p>
                <a:pPr algn="ctr" marL="0" indent="0" lvl="0">
                  <a:lnSpc>
                    <a:spcPts val="1853"/>
                  </a:lnSpc>
                  <a:spcBef>
                    <a:spcPct val="0"/>
                  </a:spcBef>
                </a:pPr>
              </a:p>
            </p:txBody>
          </p:sp>
        </p:grpSp>
        <p:grpSp>
          <p:nvGrpSpPr>
            <p:cNvPr name="Group 12" id="12"/>
            <p:cNvGrpSpPr/>
            <p:nvPr/>
          </p:nvGrpSpPr>
          <p:grpSpPr>
            <a:xfrm rot="0">
              <a:off x="16059231" y="0"/>
              <a:ext cx="2504831" cy="1727243"/>
              <a:chOff x="0" y="0"/>
              <a:chExt cx="521251" cy="359436"/>
            </a:xfrm>
          </p:grpSpPr>
          <p:sp>
            <p:nvSpPr>
              <p:cNvPr name="Freeform 13" id="13"/>
              <p:cNvSpPr/>
              <p:nvPr/>
            </p:nvSpPr>
            <p:spPr>
              <a:xfrm flipH="false" flipV="false" rot="0">
                <a:off x="0" y="0"/>
                <a:ext cx="521251" cy="359436"/>
              </a:xfrm>
              <a:custGeom>
                <a:avLst/>
                <a:gdLst/>
                <a:ahLst/>
                <a:cxnLst/>
                <a:rect r="r" b="b" t="t" l="l"/>
                <a:pathLst>
                  <a:path h="359436" w="521251">
                    <a:moveTo>
                      <a:pt x="179718" y="0"/>
                    </a:moveTo>
                    <a:lnTo>
                      <a:pt x="341533" y="0"/>
                    </a:lnTo>
                    <a:cubicBezTo>
                      <a:pt x="440789" y="0"/>
                      <a:pt x="521251" y="80463"/>
                      <a:pt x="521251" y="179718"/>
                    </a:cubicBezTo>
                    <a:lnTo>
                      <a:pt x="521251" y="179718"/>
                    </a:lnTo>
                    <a:cubicBezTo>
                      <a:pt x="521251" y="227382"/>
                      <a:pt x="502317" y="273094"/>
                      <a:pt x="468613" y="306798"/>
                    </a:cubicBezTo>
                    <a:cubicBezTo>
                      <a:pt x="434909" y="340502"/>
                      <a:pt x="389197" y="359436"/>
                      <a:pt x="341533" y="359436"/>
                    </a:cubicBezTo>
                    <a:lnTo>
                      <a:pt x="179718" y="359436"/>
                    </a:lnTo>
                    <a:cubicBezTo>
                      <a:pt x="132054" y="359436"/>
                      <a:pt x="86342" y="340502"/>
                      <a:pt x="52638" y="306798"/>
                    </a:cubicBezTo>
                    <a:cubicBezTo>
                      <a:pt x="18935" y="273094"/>
                      <a:pt x="0" y="227382"/>
                      <a:pt x="0" y="179718"/>
                    </a:cubicBezTo>
                    <a:lnTo>
                      <a:pt x="0" y="179718"/>
                    </a:lnTo>
                    <a:cubicBezTo>
                      <a:pt x="0" y="132054"/>
                      <a:pt x="18935" y="86342"/>
                      <a:pt x="52638" y="52638"/>
                    </a:cubicBezTo>
                    <a:cubicBezTo>
                      <a:pt x="86342" y="18935"/>
                      <a:pt x="132054" y="0"/>
                      <a:pt x="179718" y="0"/>
                    </a:cubicBezTo>
                    <a:close/>
                  </a:path>
                </a:pathLst>
              </a:custGeom>
              <a:solidFill>
                <a:srgbClr val="5170FF"/>
              </a:solidFill>
              <a:ln cap="rnd">
                <a:noFill/>
                <a:prstDash val="solid"/>
                <a:round/>
              </a:ln>
            </p:spPr>
          </p:sp>
          <p:sp>
            <p:nvSpPr>
              <p:cNvPr name="TextBox 14" id="14"/>
              <p:cNvSpPr txBox="true"/>
              <p:nvPr/>
            </p:nvSpPr>
            <p:spPr>
              <a:xfrm>
                <a:off x="0" y="-38100"/>
                <a:ext cx="521251" cy="397536"/>
              </a:xfrm>
              <a:prstGeom prst="rect">
                <a:avLst/>
              </a:prstGeom>
            </p:spPr>
            <p:txBody>
              <a:bodyPr anchor="ctr" rtlCol="false" tIns="48220" lIns="48220" bIns="48220" rIns="48220"/>
              <a:lstStyle/>
              <a:p>
                <a:pPr algn="ctr" marL="0" indent="0" lvl="0">
                  <a:lnSpc>
                    <a:spcPts val="1853"/>
                  </a:lnSpc>
                  <a:spcBef>
                    <a:spcPct val="0"/>
                  </a:spcBef>
                </a:pPr>
              </a:p>
              <a:p>
                <a:pPr algn="ctr" marL="0" indent="0" lvl="0">
                  <a:lnSpc>
                    <a:spcPts val="1853"/>
                  </a:lnSpc>
                  <a:spcBef>
                    <a:spcPct val="0"/>
                  </a:spcBef>
                </a:pPr>
              </a:p>
              <a:p>
                <a:pPr algn="ctr" marL="0" indent="0" lvl="0">
                  <a:lnSpc>
                    <a:spcPts val="1853"/>
                  </a:lnSpc>
                  <a:spcBef>
                    <a:spcPct val="0"/>
                  </a:spcBef>
                </a:pPr>
              </a:p>
            </p:txBody>
          </p:sp>
        </p:grpSp>
      </p:grpSp>
      <p:sp>
        <p:nvSpPr>
          <p:cNvPr name="Freeform 15" id="15"/>
          <p:cNvSpPr/>
          <p:nvPr/>
        </p:nvSpPr>
        <p:spPr>
          <a:xfrm flipH="false" flipV="false" rot="0">
            <a:off x="820604" y="843344"/>
            <a:ext cx="334731" cy="334731"/>
          </a:xfrm>
          <a:custGeom>
            <a:avLst/>
            <a:gdLst/>
            <a:ahLst/>
            <a:cxnLst/>
            <a:rect r="r" b="b" t="t" l="l"/>
            <a:pathLst>
              <a:path h="334731" w="334731">
                <a:moveTo>
                  <a:pt x="0" y="0"/>
                </a:moveTo>
                <a:lnTo>
                  <a:pt x="334731" y="0"/>
                </a:lnTo>
                <a:lnTo>
                  <a:pt x="334731" y="334731"/>
                </a:lnTo>
                <a:lnTo>
                  <a:pt x="0" y="334731"/>
                </a:lnTo>
                <a:lnTo>
                  <a:pt x="0" y="0"/>
                </a:lnTo>
                <a:close/>
              </a:path>
            </a:pathLst>
          </a:custGeom>
          <a:blipFill>
            <a:blip r:embed="rId3">
              <a:extLst>
                <a:ext uri="{96DAC541-7B7A-43D3-8B79-37D633B846F1}">
                  <asvg:svgBlip xmlns:asvg="http://schemas.microsoft.com/office/drawing/2016/SVG/main" r:embed="rId4"/>
                </a:ext>
              </a:extLst>
            </a:blip>
            <a:stretch>
              <a:fillRect l="0" t="0" r="0" b="0"/>
            </a:stretch>
          </a:blipFill>
        </p:spPr>
      </p:sp>
      <p:grpSp>
        <p:nvGrpSpPr>
          <p:cNvPr name="Group 16" id="16"/>
          <p:cNvGrpSpPr/>
          <p:nvPr/>
        </p:nvGrpSpPr>
        <p:grpSpPr>
          <a:xfrm rot="0">
            <a:off x="1717296" y="2898323"/>
            <a:ext cx="8207164" cy="5701057"/>
            <a:chOff x="0" y="0"/>
            <a:chExt cx="1170096" cy="812800"/>
          </a:xfrm>
        </p:grpSpPr>
        <p:sp>
          <p:nvSpPr>
            <p:cNvPr name="Freeform 17" id="17" descr="로봇이 계획·실행·검사를 원을 그리며 반복하는 일러스트"/>
            <p:cNvSpPr/>
            <p:nvPr/>
          </p:nvSpPr>
          <p:spPr>
            <a:xfrm flipH="false" flipV="false" rot="0">
              <a:off x="0" y="0"/>
              <a:ext cx="1170096" cy="812800"/>
            </a:xfrm>
            <a:custGeom>
              <a:avLst/>
              <a:gdLst/>
              <a:ahLst/>
              <a:cxnLst/>
              <a:rect r="r" b="b" t="t" l="l"/>
              <a:pathLst>
                <a:path h="812800" w="1170096">
                  <a:moveTo>
                    <a:pt x="14150" y="0"/>
                  </a:moveTo>
                  <a:lnTo>
                    <a:pt x="1155946" y="0"/>
                  </a:lnTo>
                  <a:cubicBezTo>
                    <a:pt x="1163761" y="0"/>
                    <a:pt x="1170096" y="6335"/>
                    <a:pt x="1170096" y="14150"/>
                  </a:cubicBezTo>
                  <a:lnTo>
                    <a:pt x="1170096" y="798650"/>
                  </a:lnTo>
                  <a:cubicBezTo>
                    <a:pt x="1170096" y="806465"/>
                    <a:pt x="1163761" y="812800"/>
                    <a:pt x="1155946" y="812800"/>
                  </a:cubicBezTo>
                  <a:lnTo>
                    <a:pt x="14150" y="812800"/>
                  </a:lnTo>
                  <a:cubicBezTo>
                    <a:pt x="6335" y="812800"/>
                    <a:pt x="0" y="806465"/>
                    <a:pt x="0" y="798650"/>
                  </a:cubicBezTo>
                  <a:lnTo>
                    <a:pt x="0" y="14150"/>
                  </a:lnTo>
                  <a:cubicBezTo>
                    <a:pt x="0" y="6335"/>
                    <a:pt x="6335" y="0"/>
                    <a:pt x="14150" y="0"/>
                  </a:cubicBezTo>
                  <a:close/>
                </a:path>
              </a:pathLst>
            </a:custGeom>
            <a:blipFill>
              <a:blip r:embed="rId5"/>
              <a:stretch>
                <a:fillRect l="-2130" t="0" r="-2130" b="0"/>
              </a:stretch>
            </a:blipFill>
            <a:ln cap="sq">
              <a:noFill/>
              <a:prstDash val="solid"/>
              <a:miter/>
            </a:ln>
          </p:spPr>
        </p:sp>
      </p:grpSp>
      <p:grpSp>
        <p:nvGrpSpPr>
          <p:cNvPr name="Group 18" id="18"/>
          <p:cNvGrpSpPr/>
          <p:nvPr/>
        </p:nvGrpSpPr>
        <p:grpSpPr>
          <a:xfrm rot="0">
            <a:off x="10472784" y="6346709"/>
            <a:ext cx="5384961" cy="2252671"/>
            <a:chOff x="0" y="0"/>
            <a:chExt cx="7179948" cy="3003561"/>
          </a:xfrm>
        </p:grpSpPr>
        <p:grpSp>
          <p:nvGrpSpPr>
            <p:cNvPr name="Group 19" id="19"/>
            <p:cNvGrpSpPr/>
            <p:nvPr/>
          </p:nvGrpSpPr>
          <p:grpSpPr>
            <a:xfrm rot="0">
              <a:off x="0" y="0"/>
              <a:ext cx="7179948" cy="3003561"/>
              <a:chOff x="0" y="0"/>
              <a:chExt cx="1418261" cy="593296"/>
            </a:xfrm>
          </p:grpSpPr>
          <p:sp>
            <p:nvSpPr>
              <p:cNvPr name="Freeform 20" id="20"/>
              <p:cNvSpPr/>
              <p:nvPr/>
            </p:nvSpPr>
            <p:spPr>
              <a:xfrm flipH="false" flipV="false" rot="0">
                <a:off x="0" y="0"/>
                <a:ext cx="1418261" cy="593296"/>
              </a:xfrm>
              <a:custGeom>
                <a:avLst/>
                <a:gdLst/>
                <a:ahLst/>
                <a:cxnLst/>
                <a:rect r="r" b="b" t="t" l="l"/>
                <a:pathLst>
                  <a:path h="593296" w="1418261">
                    <a:moveTo>
                      <a:pt x="21565" y="0"/>
                    </a:moveTo>
                    <a:lnTo>
                      <a:pt x="1396696" y="0"/>
                    </a:lnTo>
                    <a:cubicBezTo>
                      <a:pt x="1408606" y="0"/>
                      <a:pt x="1418261" y="9655"/>
                      <a:pt x="1418261" y="21565"/>
                    </a:cubicBezTo>
                    <a:lnTo>
                      <a:pt x="1418261" y="571731"/>
                    </a:lnTo>
                    <a:cubicBezTo>
                      <a:pt x="1418261" y="577450"/>
                      <a:pt x="1415989" y="582935"/>
                      <a:pt x="1411945" y="586980"/>
                    </a:cubicBezTo>
                    <a:cubicBezTo>
                      <a:pt x="1407901" y="591024"/>
                      <a:pt x="1402415" y="593296"/>
                      <a:pt x="1396696" y="593296"/>
                    </a:cubicBezTo>
                    <a:lnTo>
                      <a:pt x="21565" y="593296"/>
                    </a:lnTo>
                    <a:cubicBezTo>
                      <a:pt x="9655" y="593296"/>
                      <a:pt x="0" y="583641"/>
                      <a:pt x="0" y="571731"/>
                    </a:cubicBezTo>
                    <a:lnTo>
                      <a:pt x="0" y="21565"/>
                    </a:lnTo>
                    <a:cubicBezTo>
                      <a:pt x="0" y="9655"/>
                      <a:pt x="9655" y="0"/>
                      <a:pt x="21565" y="0"/>
                    </a:cubicBezTo>
                    <a:close/>
                  </a:path>
                </a:pathLst>
              </a:custGeom>
              <a:solidFill>
                <a:srgbClr val="EAEAEA"/>
              </a:solidFill>
              <a:ln cap="sq">
                <a:noFill/>
                <a:prstDash val="solid"/>
                <a:miter/>
              </a:ln>
            </p:spPr>
          </p:sp>
          <p:sp>
            <p:nvSpPr>
              <p:cNvPr name="TextBox 21" id="21"/>
              <p:cNvSpPr txBox="true"/>
              <p:nvPr/>
            </p:nvSpPr>
            <p:spPr>
              <a:xfrm>
                <a:off x="0" y="19050"/>
                <a:ext cx="1418261" cy="574246"/>
              </a:xfrm>
              <a:prstGeom prst="rect">
                <a:avLst/>
              </a:prstGeom>
            </p:spPr>
            <p:txBody>
              <a:bodyPr anchor="ctr" rtlCol="false" tIns="50800" lIns="50800" bIns="50800" rIns="50800"/>
              <a:lstStyle/>
              <a:p>
                <a:pPr algn="ctr">
                  <a:lnSpc>
                    <a:spcPts val="2743"/>
                  </a:lnSpc>
                </a:pPr>
              </a:p>
            </p:txBody>
          </p:sp>
        </p:grpSp>
        <p:sp>
          <p:nvSpPr>
            <p:cNvPr name="Freeform 22" id="22"/>
            <p:cNvSpPr/>
            <p:nvPr/>
          </p:nvSpPr>
          <p:spPr>
            <a:xfrm flipH="false" flipV="false" rot="0">
              <a:off x="741639" y="709385"/>
              <a:ext cx="189653" cy="144610"/>
            </a:xfrm>
            <a:custGeom>
              <a:avLst/>
              <a:gdLst/>
              <a:ahLst/>
              <a:cxnLst/>
              <a:rect r="r" b="b" t="t" l="l"/>
              <a:pathLst>
                <a:path h="144610" w="189653">
                  <a:moveTo>
                    <a:pt x="0" y="0"/>
                  </a:moveTo>
                  <a:lnTo>
                    <a:pt x="189653" y="0"/>
                  </a:lnTo>
                  <a:lnTo>
                    <a:pt x="189653" y="144610"/>
                  </a:lnTo>
                  <a:lnTo>
                    <a:pt x="0" y="144610"/>
                  </a:lnTo>
                  <a:lnTo>
                    <a:pt x="0" y="0"/>
                  </a:lnTo>
                  <a:close/>
                </a:path>
              </a:pathLst>
            </a:custGeom>
            <a:blipFill>
              <a:blip r:embed="rId6">
                <a:extLst>
                  <a:ext uri="{96DAC541-7B7A-43D3-8B79-37D633B846F1}">
                    <asvg:svgBlip xmlns:asvg="http://schemas.microsoft.com/office/drawing/2016/SVG/main" r:embed="rId7"/>
                  </a:ext>
                </a:extLst>
              </a:blip>
              <a:stretch>
                <a:fillRect l="0" t="0" r="0" b="0"/>
              </a:stretch>
            </a:blipFill>
          </p:spPr>
        </p:sp>
        <p:sp>
          <p:nvSpPr>
            <p:cNvPr name="TextBox 23" id="23"/>
            <p:cNvSpPr txBox="true"/>
            <p:nvPr/>
          </p:nvSpPr>
          <p:spPr>
            <a:xfrm rot="0">
              <a:off x="1045128" y="502290"/>
              <a:ext cx="6134820" cy="482600"/>
            </a:xfrm>
            <a:prstGeom prst="rect">
              <a:avLst/>
            </a:prstGeom>
          </p:spPr>
          <p:txBody>
            <a:bodyPr anchor="t" rtlCol="false" tIns="0" lIns="0" bIns="0" rIns="0">
              <a:spAutoFit/>
            </a:bodyPr>
            <a:lstStyle/>
            <a:p>
              <a:pPr algn="l" marL="0" indent="0" lvl="0">
                <a:lnSpc>
                  <a:spcPts val="3000"/>
                </a:lnSpc>
                <a:spcBef>
                  <a:spcPct val="0"/>
                </a:spcBef>
              </a:pPr>
              <a:r>
                <a:rPr lang="en-US" b="true" sz="2000" spc="-40" strike="noStrike" u="none">
                  <a:solidFill>
                    <a:srgbClr val="333333">
                      <a:alpha val="89804"/>
                    </a:srgbClr>
                  </a:solidFill>
                  <a:latin typeface="프리젠테이션 Bold"/>
                  <a:ea typeface="프리젠테이션 Bold"/>
                  <a:cs typeface="프리젠테이션 Bold"/>
                  <a:sym typeface="프리젠테이션 Bold"/>
                </a:rPr>
                <a:t>하네스 = 규칙 / 루프 = 반복</a:t>
              </a:r>
            </a:p>
          </p:txBody>
        </p:sp>
        <p:sp>
          <p:nvSpPr>
            <p:cNvPr name="Freeform 24" id="24"/>
            <p:cNvSpPr/>
            <p:nvPr/>
          </p:nvSpPr>
          <p:spPr>
            <a:xfrm flipH="false" flipV="false" rot="0">
              <a:off x="741639" y="1418045"/>
              <a:ext cx="189653" cy="144610"/>
            </a:xfrm>
            <a:custGeom>
              <a:avLst/>
              <a:gdLst/>
              <a:ahLst/>
              <a:cxnLst/>
              <a:rect r="r" b="b" t="t" l="l"/>
              <a:pathLst>
                <a:path h="144610" w="189653">
                  <a:moveTo>
                    <a:pt x="0" y="0"/>
                  </a:moveTo>
                  <a:lnTo>
                    <a:pt x="189653" y="0"/>
                  </a:lnTo>
                  <a:lnTo>
                    <a:pt x="189653" y="144611"/>
                  </a:lnTo>
                  <a:lnTo>
                    <a:pt x="0" y="144611"/>
                  </a:lnTo>
                  <a:lnTo>
                    <a:pt x="0" y="0"/>
                  </a:lnTo>
                  <a:close/>
                </a:path>
              </a:pathLst>
            </a:custGeom>
            <a:blipFill>
              <a:blip r:embed="rId6">
                <a:extLst>
                  <a:ext uri="{96DAC541-7B7A-43D3-8B79-37D633B846F1}">
                    <asvg:svgBlip xmlns:asvg="http://schemas.microsoft.com/office/drawing/2016/SVG/main" r:embed="rId7"/>
                  </a:ext>
                </a:extLst>
              </a:blip>
              <a:stretch>
                <a:fillRect l="0" t="0" r="0" b="0"/>
              </a:stretch>
            </a:blipFill>
          </p:spPr>
        </p:sp>
        <p:sp>
          <p:nvSpPr>
            <p:cNvPr name="TextBox 25" id="25"/>
            <p:cNvSpPr txBox="true"/>
            <p:nvPr/>
          </p:nvSpPr>
          <p:spPr>
            <a:xfrm rot="0">
              <a:off x="1045128" y="1210950"/>
              <a:ext cx="6134820" cy="482600"/>
            </a:xfrm>
            <a:prstGeom prst="rect">
              <a:avLst/>
            </a:prstGeom>
          </p:spPr>
          <p:txBody>
            <a:bodyPr anchor="t" rtlCol="false" tIns="0" lIns="0" bIns="0" rIns="0">
              <a:spAutoFit/>
            </a:bodyPr>
            <a:lstStyle/>
            <a:p>
              <a:pPr algn="l" marL="0" indent="0" lvl="0">
                <a:lnSpc>
                  <a:spcPts val="3000"/>
                </a:lnSpc>
                <a:spcBef>
                  <a:spcPct val="0"/>
                </a:spcBef>
              </a:pPr>
              <a:r>
                <a:rPr lang="en-US" b="true" sz="2000" spc="-40" strike="noStrike" u="none">
                  <a:solidFill>
                    <a:srgbClr val="333333">
                      <a:alpha val="89804"/>
                    </a:srgbClr>
                  </a:solidFill>
                  <a:latin typeface="프리젠테이션 Bold"/>
                  <a:ea typeface="프리젠테이션 Bold"/>
                  <a:cs typeface="프리젠테이션 Bold"/>
                  <a:sym typeface="프리젠테이션 Bold"/>
                </a:rPr>
                <a:t>사람은 목표·승인만 담당</a:t>
              </a:r>
            </a:p>
          </p:txBody>
        </p:sp>
        <p:sp>
          <p:nvSpPr>
            <p:cNvPr name="Freeform 26" id="26"/>
            <p:cNvSpPr/>
            <p:nvPr/>
          </p:nvSpPr>
          <p:spPr>
            <a:xfrm flipH="false" flipV="false" rot="0">
              <a:off x="741639" y="2126706"/>
              <a:ext cx="189653" cy="144610"/>
            </a:xfrm>
            <a:custGeom>
              <a:avLst/>
              <a:gdLst/>
              <a:ahLst/>
              <a:cxnLst/>
              <a:rect r="r" b="b" t="t" l="l"/>
              <a:pathLst>
                <a:path h="144610" w="189653">
                  <a:moveTo>
                    <a:pt x="0" y="0"/>
                  </a:moveTo>
                  <a:lnTo>
                    <a:pt x="189653" y="0"/>
                  </a:lnTo>
                  <a:lnTo>
                    <a:pt x="189653" y="144610"/>
                  </a:lnTo>
                  <a:lnTo>
                    <a:pt x="0" y="144610"/>
                  </a:lnTo>
                  <a:lnTo>
                    <a:pt x="0" y="0"/>
                  </a:lnTo>
                  <a:close/>
                </a:path>
              </a:pathLst>
            </a:custGeom>
            <a:blipFill>
              <a:blip r:embed="rId6">
                <a:extLst>
                  <a:ext uri="{96DAC541-7B7A-43D3-8B79-37D633B846F1}">
                    <asvg:svgBlip xmlns:asvg="http://schemas.microsoft.com/office/drawing/2016/SVG/main" r:embed="rId7"/>
                  </a:ext>
                </a:extLst>
              </a:blip>
              <a:stretch>
                <a:fillRect l="0" t="0" r="0" b="0"/>
              </a:stretch>
            </a:blipFill>
          </p:spPr>
        </p:sp>
        <p:sp>
          <p:nvSpPr>
            <p:cNvPr name="TextBox 27" id="27"/>
            <p:cNvSpPr txBox="true"/>
            <p:nvPr/>
          </p:nvSpPr>
          <p:spPr>
            <a:xfrm rot="0">
              <a:off x="1045128" y="1919611"/>
              <a:ext cx="6134820" cy="482600"/>
            </a:xfrm>
            <a:prstGeom prst="rect">
              <a:avLst/>
            </a:prstGeom>
          </p:spPr>
          <p:txBody>
            <a:bodyPr anchor="t" rtlCol="false" tIns="0" lIns="0" bIns="0" rIns="0">
              <a:spAutoFit/>
            </a:bodyPr>
            <a:lstStyle/>
            <a:p>
              <a:pPr algn="l" marL="0" indent="0" lvl="0">
                <a:lnSpc>
                  <a:spcPts val="3000"/>
                </a:lnSpc>
                <a:spcBef>
                  <a:spcPct val="0"/>
                </a:spcBef>
              </a:pPr>
              <a:r>
                <a:rPr lang="en-US" b="true" sz="2000" spc="-40" strike="noStrike" u="none">
                  <a:solidFill>
                    <a:srgbClr val="333333">
                      <a:alpha val="89804"/>
                    </a:srgbClr>
                  </a:solidFill>
                  <a:latin typeface="프리젠테이션 Bold"/>
                  <a:ea typeface="프리젠테이션 Bold"/>
                  <a:cs typeface="프리젠테이션 Bold"/>
                  <a:sym typeface="프리젠테이션 Bold"/>
                </a:rPr>
                <a:t>무한 반복 방지 = 횟수 제한!</a:t>
              </a:r>
            </a:p>
          </p:txBody>
        </p:sp>
      </p:grpSp>
      <p:grpSp>
        <p:nvGrpSpPr>
          <p:cNvPr name="Group 28" id="28"/>
          <p:cNvGrpSpPr/>
          <p:nvPr/>
        </p:nvGrpSpPr>
        <p:grpSpPr>
          <a:xfrm rot="0">
            <a:off x="10472784" y="2884234"/>
            <a:ext cx="7042754" cy="547878"/>
            <a:chOff x="0" y="0"/>
            <a:chExt cx="9390339" cy="730504"/>
          </a:xfrm>
        </p:grpSpPr>
        <p:sp>
          <p:nvSpPr>
            <p:cNvPr name="Freeform 29" id="29"/>
            <p:cNvSpPr/>
            <p:nvPr/>
          </p:nvSpPr>
          <p:spPr>
            <a:xfrm flipH="false" flipV="false" rot="0">
              <a:off x="0" y="192339"/>
              <a:ext cx="355986" cy="355986"/>
            </a:xfrm>
            <a:custGeom>
              <a:avLst/>
              <a:gdLst/>
              <a:ahLst/>
              <a:cxnLst/>
              <a:rect r="r" b="b" t="t" l="l"/>
              <a:pathLst>
                <a:path h="355986" w="355986">
                  <a:moveTo>
                    <a:pt x="0" y="0"/>
                  </a:moveTo>
                  <a:lnTo>
                    <a:pt x="355986" y="0"/>
                  </a:lnTo>
                  <a:lnTo>
                    <a:pt x="355986" y="355986"/>
                  </a:lnTo>
                  <a:lnTo>
                    <a:pt x="0" y="355986"/>
                  </a:lnTo>
                  <a:lnTo>
                    <a:pt x="0" y="0"/>
                  </a:lnTo>
                  <a:close/>
                </a:path>
              </a:pathLst>
            </a:custGeom>
            <a:blipFill>
              <a:blip r:embed="rId8">
                <a:extLst>
                  <a:ext uri="{96DAC541-7B7A-43D3-8B79-37D633B846F1}">
                    <asvg:svgBlip xmlns:asvg="http://schemas.microsoft.com/office/drawing/2016/SVG/main" r:embed="rId9"/>
                  </a:ext>
                </a:extLst>
              </a:blip>
              <a:stretch>
                <a:fillRect l="0" t="0" r="0" b="0"/>
              </a:stretch>
            </a:blipFill>
          </p:spPr>
        </p:sp>
        <p:sp>
          <p:nvSpPr>
            <p:cNvPr name="TextBox 30" id="30"/>
            <p:cNvSpPr txBox="true"/>
            <p:nvPr/>
          </p:nvSpPr>
          <p:spPr>
            <a:xfrm rot="0">
              <a:off x="500339" y="76200"/>
              <a:ext cx="8890000" cy="654304"/>
            </a:xfrm>
            <a:prstGeom prst="rect">
              <a:avLst/>
            </a:prstGeom>
          </p:spPr>
          <p:txBody>
            <a:bodyPr anchor="t" rtlCol="false" tIns="0" lIns="0" bIns="0" rIns="0">
              <a:spAutoFit/>
            </a:bodyPr>
            <a:lstStyle/>
            <a:p>
              <a:pPr algn="l" marL="0" indent="0" lvl="0">
                <a:lnSpc>
                  <a:spcPts val="3456"/>
                </a:lnSpc>
                <a:spcBef>
                  <a:spcPct val="0"/>
                </a:spcBef>
              </a:pPr>
              <a:r>
                <a:rPr lang="en-US" b="true" sz="3600" spc="-72" strike="noStrike" u="none">
                  <a:solidFill>
                    <a:srgbClr val="333333"/>
                  </a:solidFill>
                  <a:latin typeface="프리젠테이션 Bold"/>
                  <a:ea typeface="프리젠테이션 Bold"/>
                  <a:cs typeface="프리젠테이션 Bold"/>
                  <a:sym typeface="프리젠테이션 Bold"/>
                </a:rPr>
                <a:t>스스로 도는 작업 순환</a:t>
              </a:r>
            </a:p>
          </p:txBody>
        </p:sp>
      </p:grpSp>
      <p:sp>
        <p:nvSpPr>
          <p:cNvPr name="TextBox 31" id="31"/>
          <p:cNvSpPr txBox="true"/>
          <p:nvPr/>
        </p:nvSpPr>
        <p:spPr>
          <a:xfrm rot="0">
            <a:off x="1355167" y="696396"/>
            <a:ext cx="12295240" cy="685800"/>
          </a:xfrm>
          <a:prstGeom prst="rect">
            <a:avLst/>
          </a:prstGeom>
        </p:spPr>
        <p:txBody>
          <a:bodyPr anchor="t" rtlCol="false" tIns="0" lIns="0" bIns="0" rIns="0">
            <a:spAutoFit/>
          </a:bodyPr>
          <a:lstStyle/>
          <a:p>
            <a:pPr algn="l" marL="0" indent="0" lvl="0">
              <a:lnSpc>
                <a:spcPts val="5100"/>
              </a:lnSpc>
              <a:spcBef>
                <a:spcPct val="0"/>
              </a:spcBef>
            </a:pPr>
            <a:r>
              <a:rPr lang="en-US" b="true" sz="5000" spc="-100" strike="noStrike" u="none">
                <a:solidFill>
                  <a:srgbClr val="FFFFFF"/>
                </a:solidFill>
                <a:latin typeface="프리젠테이션 Bold"/>
                <a:ea typeface="프리젠테이션 Bold"/>
                <a:cs typeface="프리젠테이션 Bold"/>
                <a:sym typeface="프리젠테이션 Bold"/>
              </a:rPr>
              <a:t>루프(Loop)란?</a:t>
            </a:r>
          </a:p>
        </p:txBody>
      </p:sp>
      <p:sp>
        <p:nvSpPr>
          <p:cNvPr name="TextBox 32" id="32"/>
          <p:cNvSpPr txBox="true"/>
          <p:nvPr/>
        </p:nvSpPr>
        <p:spPr>
          <a:xfrm rot="0">
            <a:off x="10472784" y="3604117"/>
            <a:ext cx="7086813" cy="1365885"/>
          </a:xfrm>
          <a:prstGeom prst="rect">
            <a:avLst/>
          </a:prstGeom>
        </p:spPr>
        <p:txBody>
          <a:bodyPr anchor="t" rtlCol="false" tIns="0" lIns="0" bIns="0" rIns="0">
            <a:spAutoFit/>
          </a:bodyPr>
          <a:lstStyle/>
          <a:p>
            <a:pPr algn="l" marL="518160" indent="-259080" lvl="1">
              <a:lnSpc>
                <a:spcPts val="3600"/>
              </a:lnSpc>
              <a:buFont typeface="Arial"/>
              <a:buChar char="•"/>
            </a:pPr>
            <a:r>
              <a:rPr lang="en-US" b="true" sz="2400" spc="-48" strike="noStrike" u="none">
                <a:solidFill>
                  <a:srgbClr val="000000">
                    <a:alpha val="69804"/>
                  </a:srgbClr>
                </a:solidFill>
                <a:latin typeface="프리젠테이션 Bold"/>
                <a:ea typeface="프리젠테이션 Bold"/>
                <a:cs typeface="프리젠테이션 Bold"/>
                <a:sym typeface="프리젠테이션 Bold"/>
              </a:rPr>
              <a:t>목표를 주면</a:t>
            </a:r>
          </a:p>
          <a:p>
            <a:pPr algn="l" marL="518160" indent="-259080" lvl="1">
              <a:lnSpc>
                <a:spcPts val="3600"/>
              </a:lnSpc>
              <a:buFont typeface="Arial"/>
              <a:buChar char="•"/>
            </a:pPr>
            <a:r>
              <a:rPr lang="en-US" b="true" sz="2400" spc="-48" strike="noStrike" u="none">
                <a:solidFill>
                  <a:srgbClr val="000000">
                    <a:alpha val="69804"/>
                  </a:srgbClr>
                </a:solidFill>
                <a:latin typeface="프리젠테이션 Bold"/>
                <a:ea typeface="프리젠테이션 Bold"/>
                <a:cs typeface="프리젠테이션 Bold"/>
                <a:sym typeface="프리젠테이션 Bold"/>
              </a:rPr>
              <a:t>AI가 계획 → 실행 → 검사를 반복</a:t>
            </a:r>
          </a:p>
          <a:p>
            <a:pPr algn="l" marL="518160" indent="-259080" lvl="1">
              <a:lnSpc>
                <a:spcPts val="3600"/>
              </a:lnSpc>
              <a:buFont typeface="Arial"/>
              <a:buChar char="•"/>
            </a:pPr>
            <a:r>
              <a:rPr lang="en-US" b="true" sz="2400" spc="-48" strike="noStrike" u="none">
                <a:solidFill>
                  <a:srgbClr val="000000">
                    <a:alpha val="69804"/>
                  </a:srgbClr>
                </a:solidFill>
                <a:latin typeface="프리젠테이션 Bold"/>
                <a:ea typeface="프리젠테이션 Bold"/>
                <a:cs typeface="프리젠테이션 Bold"/>
                <a:sym typeface="프리젠테이션 Bold"/>
              </a:rPr>
              <a:t>끝날 때까지 돌고 스스로 멈춤</a:t>
            </a:r>
          </a:p>
        </p:txBody>
      </p:sp>
      <p:sp>
        <p:nvSpPr>
          <p:cNvPr name="TextBox 33" id="33"/>
          <p:cNvSpPr txBox="true"/>
          <p:nvPr/>
        </p:nvSpPr>
        <p:spPr>
          <a:xfrm rot="0">
            <a:off x="14694520" y="1353621"/>
            <a:ext cx="2865076" cy="325120"/>
          </a:xfrm>
          <a:prstGeom prst="rect">
            <a:avLst/>
          </a:prstGeom>
        </p:spPr>
        <p:txBody>
          <a:bodyPr anchor="t" rtlCol="false" tIns="0" lIns="0" bIns="0" rIns="0">
            <a:spAutoFit/>
          </a:bodyPr>
          <a:lstStyle/>
          <a:p>
            <a:pPr algn="ctr" marL="0" indent="0" lvl="0">
              <a:lnSpc>
                <a:spcPts val="2540"/>
              </a:lnSpc>
              <a:spcBef>
                <a:spcPct val="0"/>
              </a:spcBef>
            </a:pPr>
            <a:r>
              <a:rPr lang="en-US" b="true" sz="2000" spc="122" strike="noStrike" u="none">
                <a:solidFill>
                  <a:srgbClr val="5170FF"/>
                </a:solidFill>
                <a:latin typeface="프리젠테이션 Bold"/>
                <a:ea typeface="프리젠테이션 Bold"/>
                <a:cs typeface="프리젠테이션 Bold"/>
                <a:sym typeface="프리젠테이션 Bold"/>
              </a:rPr>
              <a:t>해달 바이브코딩 기초반</a:t>
            </a:r>
          </a:p>
        </p:txBody>
      </p:sp>
      <p:sp>
        <p:nvSpPr>
          <p:cNvPr name="TextBox 34" id="34"/>
          <p:cNvSpPr txBox="true"/>
          <p:nvPr/>
        </p:nvSpPr>
        <p:spPr>
          <a:xfrm rot="0">
            <a:off x="8382000" y="8899525"/>
            <a:ext cx="1524000" cy="358775"/>
          </a:xfrm>
          <a:prstGeom prst="rect">
            <a:avLst/>
          </a:prstGeom>
        </p:spPr>
        <p:txBody>
          <a:bodyPr anchor="t" rtlCol="false" tIns="0" lIns="0" bIns="0" rIns="0">
            <a:spAutoFit/>
          </a:bodyPr>
          <a:lstStyle/>
          <a:p>
            <a:pPr algn="ctr" marL="0" indent="0" lvl="0">
              <a:lnSpc>
                <a:spcPts val="2800"/>
              </a:lnSpc>
              <a:spcBef>
                <a:spcPct val="0"/>
              </a:spcBef>
            </a:pPr>
            <a:r>
              <a:rPr lang="en-US" b="true" sz="2000" strike="noStrike" u="none">
                <a:solidFill>
                  <a:srgbClr val="4165C1"/>
                </a:solidFill>
                <a:latin typeface="프리젠테이션 Bold"/>
                <a:ea typeface="프리젠테이션 Bold"/>
                <a:cs typeface="프리젠테이션 Bold"/>
                <a:sym typeface="프리젠테이션 Bold"/>
              </a:rPr>
              <a:t>- 37 -</a:t>
            </a:r>
          </a:p>
        </p:txBody>
      </p:sp>
    </p:spTree>
  </p:cSld>
  <p:clrMapOvr>
    <a:masterClrMapping/>
  </p:clrMapOvr>
</p:sld>
</file>

<file path=ppt/slides/slide38.xml><?xml version="1.0" encoding="utf-8"?>
<p:sld xmlns:p="http://schemas.openxmlformats.org/presentationml/2006/main" xmlns:a="http://schemas.openxmlformats.org/drawingml/2006/main" xmlns:r="http://schemas.openxmlformats.org/officeDocument/2006/relationships">
  <p:cSld>
    <p:bg>
      <p:bgPr>
        <a:solidFill>
          <a:srgbClr val="5170FF"/>
        </a:solidFill>
      </p:bgPr>
    </p:bg>
    <p:spTree>
      <p:nvGrpSpPr>
        <p:cNvPr id="1" name=""/>
        <p:cNvGrpSpPr/>
        <p:nvPr/>
      </p:nvGrpSpPr>
      <p:grpSpPr>
        <a:xfrm>
          <a:off x="0" y="0"/>
          <a:ext cx="0" cy="0"/>
          <a:chOff x="0" y="0"/>
          <a:chExt cx="0" cy="0"/>
        </a:xfrm>
      </p:grpSpPr>
      <p:grpSp>
        <p:nvGrpSpPr>
          <p:cNvPr name="Group 2" id="2"/>
          <p:cNvGrpSpPr/>
          <p:nvPr/>
        </p:nvGrpSpPr>
        <p:grpSpPr>
          <a:xfrm rot="0">
            <a:off x="534854" y="457200"/>
            <a:ext cx="17218292" cy="9294946"/>
            <a:chOff x="0" y="0"/>
            <a:chExt cx="22957723" cy="12393261"/>
          </a:xfrm>
        </p:grpSpPr>
        <p:grpSp>
          <p:nvGrpSpPr>
            <p:cNvPr name="Group 3" id="3"/>
            <p:cNvGrpSpPr/>
            <p:nvPr/>
          </p:nvGrpSpPr>
          <p:grpSpPr>
            <a:xfrm rot="0">
              <a:off x="0" y="1727243"/>
              <a:ext cx="22957723" cy="10666019"/>
              <a:chOff x="0" y="0"/>
              <a:chExt cx="4777465" cy="2219581"/>
            </a:xfrm>
          </p:grpSpPr>
          <p:sp>
            <p:nvSpPr>
              <p:cNvPr name="Freeform 4" id="4"/>
              <p:cNvSpPr/>
              <p:nvPr/>
            </p:nvSpPr>
            <p:spPr>
              <a:xfrm flipH="false" flipV="false" rot="0">
                <a:off x="0" y="0"/>
                <a:ext cx="4777465" cy="2219581"/>
              </a:xfrm>
              <a:custGeom>
                <a:avLst/>
                <a:gdLst/>
                <a:ahLst/>
                <a:cxnLst/>
                <a:rect r="r" b="b" t="t" l="l"/>
                <a:pathLst>
                  <a:path h="2219581" w="4777465">
                    <a:moveTo>
                      <a:pt x="22931" y="0"/>
                    </a:moveTo>
                    <a:lnTo>
                      <a:pt x="4754534" y="0"/>
                    </a:lnTo>
                    <a:cubicBezTo>
                      <a:pt x="4767199" y="0"/>
                      <a:pt x="4777465" y="10267"/>
                      <a:pt x="4777465" y="22931"/>
                    </a:cubicBezTo>
                    <a:lnTo>
                      <a:pt x="4777465" y="2196650"/>
                    </a:lnTo>
                    <a:cubicBezTo>
                      <a:pt x="4777465" y="2202732"/>
                      <a:pt x="4775049" y="2208564"/>
                      <a:pt x="4770749" y="2212865"/>
                    </a:cubicBezTo>
                    <a:cubicBezTo>
                      <a:pt x="4766449" y="2217165"/>
                      <a:pt x="4760616" y="2219581"/>
                      <a:pt x="4754534" y="2219581"/>
                    </a:cubicBezTo>
                    <a:lnTo>
                      <a:pt x="22931" y="2219581"/>
                    </a:lnTo>
                    <a:cubicBezTo>
                      <a:pt x="10267" y="2219581"/>
                      <a:pt x="0" y="2209315"/>
                      <a:pt x="0" y="2196650"/>
                    </a:cubicBezTo>
                    <a:lnTo>
                      <a:pt x="0" y="22931"/>
                    </a:lnTo>
                    <a:cubicBezTo>
                      <a:pt x="0" y="10267"/>
                      <a:pt x="10267" y="0"/>
                      <a:pt x="22931" y="0"/>
                    </a:cubicBezTo>
                    <a:close/>
                  </a:path>
                </a:pathLst>
              </a:custGeom>
              <a:solidFill>
                <a:srgbClr val="FFFFFF"/>
              </a:solidFill>
              <a:ln cap="rnd">
                <a:noFill/>
                <a:prstDash val="solid"/>
                <a:round/>
              </a:ln>
            </p:spPr>
          </p:sp>
          <p:sp>
            <p:nvSpPr>
              <p:cNvPr name="TextBox 5" id="5"/>
              <p:cNvSpPr txBox="true"/>
              <p:nvPr/>
            </p:nvSpPr>
            <p:spPr>
              <a:xfrm>
                <a:off x="0" y="-38100"/>
                <a:ext cx="4777465" cy="2257681"/>
              </a:xfrm>
              <a:prstGeom prst="rect">
                <a:avLst/>
              </a:prstGeom>
            </p:spPr>
            <p:txBody>
              <a:bodyPr anchor="ctr" rtlCol="false" tIns="48220" lIns="48220" bIns="48220" rIns="48220"/>
              <a:lstStyle/>
              <a:p>
                <a:pPr algn="ctr" marL="0" indent="0" lvl="0">
                  <a:lnSpc>
                    <a:spcPts val="1853"/>
                  </a:lnSpc>
                  <a:spcBef>
                    <a:spcPct val="0"/>
                  </a:spcBef>
                </a:pPr>
              </a:p>
              <a:p>
                <a:pPr algn="ctr" marL="0" indent="0" lvl="0">
                  <a:lnSpc>
                    <a:spcPts val="1853"/>
                  </a:lnSpc>
                  <a:spcBef>
                    <a:spcPct val="0"/>
                  </a:spcBef>
                </a:pPr>
              </a:p>
              <a:p>
                <a:pPr algn="ctr" marL="0" indent="0" lvl="0">
                  <a:lnSpc>
                    <a:spcPts val="1853"/>
                  </a:lnSpc>
                  <a:spcBef>
                    <a:spcPct val="0"/>
                  </a:spcBef>
                </a:pPr>
              </a:p>
            </p:txBody>
          </p:sp>
        </p:grpSp>
        <p:grpSp>
          <p:nvGrpSpPr>
            <p:cNvPr name="Group 6" id="6"/>
            <p:cNvGrpSpPr/>
            <p:nvPr/>
          </p:nvGrpSpPr>
          <p:grpSpPr>
            <a:xfrm rot="0">
              <a:off x="18499830" y="891712"/>
              <a:ext cx="4457893" cy="3397582"/>
              <a:chOff x="0" y="0"/>
              <a:chExt cx="927680" cy="707031"/>
            </a:xfrm>
          </p:grpSpPr>
          <p:sp>
            <p:nvSpPr>
              <p:cNvPr name="Freeform 7" id="7"/>
              <p:cNvSpPr/>
              <p:nvPr/>
            </p:nvSpPr>
            <p:spPr>
              <a:xfrm flipH="false" flipV="false" rot="0">
                <a:off x="0" y="0"/>
                <a:ext cx="927680" cy="707031"/>
              </a:xfrm>
              <a:custGeom>
                <a:avLst/>
                <a:gdLst/>
                <a:ahLst/>
                <a:cxnLst/>
                <a:rect r="r" b="b" t="t" l="l"/>
                <a:pathLst>
                  <a:path h="707031" w="927680">
                    <a:moveTo>
                      <a:pt x="118094" y="0"/>
                    </a:moveTo>
                    <a:lnTo>
                      <a:pt x="809586" y="0"/>
                    </a:lnTo>
                    <a:cubicBezTo>
                      <a:pt x="874808" y="0"/>
                      <a:pt x="927680" y="52872"/>
                      <a:pt x="927680" y="118094"/>
                    </a:cubicBezTo>
                    <a:lnTo>
                      <a:pt x="927680" y="588937"/>
                    </a:lnTo>
                    <a:cubicBezTo>
                      <a:pt x="927680" y="654159"/>
                      <a:pt x="874808" y="707031"/>
                      <a:pt x="809586" y="707031"/>
                    </a:cubicBezTo>
                    <a:lnTo>
                      <a:pt x="118094" y="707031"/>
                    </a:lnTo>
                    <a:cubicBezTo>
                      <a:pt x="52872" y="707031"/>
                      <a:pt x="0" y="654159"/>
                      <a:pt x="0" y="588937"/>
                    </a:cubicBezTo>
                    <a:lnTo>
                      <a:pt x="0" y="118094"/>
                    </a:lnTo>
                    <a:cubicBezTo>
                      <a:pt x="0" y="52872"/>
                      <a:pt x="52872" y="0"/>
                      <a:pt x="118094" y="0"/>
                    </a:cubicBezTo>
                    <a:close/>
                  </a:path>
                </a:pathLst>
              </a:custGeom>
              <a:solidFill>
                <a:srgbClr val="FFFFFF"/>
              </a:solidFill>
              <a:ln cap="rnd">
                <a:noFill/>
                <a:prstDash val="solid"/>
                <a:round/>
              </a:ln>
            </p:spPr>
          </p:sp>
          <p:sp>
            <p:nvSpPr>
              <p:cNvPr name="TextBox 8" id="8"/>
              <p:cNvSpPr txBox="true"/>
              <p:nvPr/>
            </p:nvSpPr>
            <p:spPr>
              <a:xfrm>
                <a:off x="0" y="-38100"/>
                <a:ext cx="927680" cy="745131"/>
              </a:xfrm>
              <a:prstGeom prst="rect">
                <a:avLst/>
              </a:prstGeom>
            </p:spPr>
            <p:txBody>
              <a:bodyPr anchor="ctr" rtlCol="false" tIns="48220" lIns="48220" bIns="48220" rIns="48220"/>
              <a:lstStyle/>
              <a:p>
                <a:pPr algn="ctr" marL="0" indent="0" lvl="0">
                  <a:lnSpc>
                    <a:spcPts val="1853"/>
                  </a:lnSpc>
                  <a:spcBef>
                    <a:spcPct val="0"/>
                  </a:spcBef>
                </a:pPr>
              </a:p>
              <a:p>
                <a:pPr algn="ctr" marL="0" indent="0" lvl="0">
                  <a:lnSpc>
                    <a:spcPts val="1853"/>
                  </a:lnSpc>
                  <a:spcBef>
                    <a:spcPct val="0"/>
                  </a:spcBef>
                </a:pPr>
              </a:p>
              <a:p>
                <a:pPr algn="ctr" marL="0" indent="0" lvl="0">
                  <a:lnSpc>
                    <a:spcPts val="1853"/>
                  </a:lnSpc>
                  <a:spcBef>
                    <a:spcPct val="0"/>
                  </a:spcBef>
                </a:pPr>
              </a:p>
            </p:txBody>
          </p:sp>
        </p:grpSp>
        <p:grpSp>
          <p:nvGrpSpPr>
            <p:cNvPr name="Group 9" id="9"/>
            <p:cNvGrpSpPr/>
            <p:nvPr/>
          </p:nvGrpSpPr>
          <p:grpSpPr>
            <a:xfrm rot="0">
              <a:off x="18064463" y="1334482"/>
              <a:ext cx="2392010" cy="1865053"/>
              <a:chOff x="0" y="0"/>
              <a:chExt cx="497773" cy="388115"/>
            </a:xfrm>
          </p:grpSpPr>
          <p:sp>
            <p:nvSpPr>
              <p:cNvPr name="Freeform 10" id="10"/>
              <p:cNvSpPr/>
              <p:nvPr/>
            </p:nvSpPr>
            <p:spPr>
              <a:xfrm flipH="false" flipV="false" rot="0">
                <a:off x="0" y="0"/>
                <a:ext cx="497773" cy="388115"/>
              </a:xfrm>
              <a:custGeom>
                <a:avLst/>
                <a:gdLst/>
                <a:ahLst/>
                <a:cxnLst/>
                <a:rect r="r" b="b" t="t" l="l"/>
                <a:pathLst>
                  <a:path h="388115" w="497773">
                    <a:moveTo>
                      <a:pt x="0" y="0"/>
                    </a:moveTo>
                    <a:lnTo>
                      <a:pt x="497773" y="0"/>
                    </a:lnTo>
                    <a:lnTo>
                      <a:pt x="497773" y="388115"/>
                    </a:lnTo>
                    <a:lnTo>
                      <a:pt x="0" y="388115"/>
                    </a:lnTo>
                    <a:close/>
                  </a:path>
                </a:pathLst>
              </a:custGeom>
              <a:solidFill>
                <a:srgbClr val="FFFFFF"/>
              </a:solidFill>
              <a:ln cap="sq">
                <a:noFill/>
                <a:prstDash val="solid"/>
                <a:miter/>
              </a:ln>
            </p:spPr>
          </p:sp>
          <p:sp>
            <p:nvSpPr>
              <p:cNvPr name="TextBox 11" id="11"/>
              <p:cNvSpPr txBox="true"/>
              <p:nvPr/>
            </p:nvSpPr>
            <p:spPr>
              <a:xfrm>
                <a:off x="0" y="-38100"/>
                <a:ext cx="497773" cy="426215"/>
              </a:xfrm>
              <a:prstGeom prst="rect">
                <a:avLst/>
              </a:prstGeom>
            </p:spPr>
            <p:txBody>
              <a:bodyPr anchor="ctr" rtlCol="false" tIns="48220" lIns="48220" bIns="48220" rIns="48220"/>
              <a:lstStyle/>
              <a:p>
                <a:pPr algn="ctr" marL="0" indent="0" lvl="0">
                  <a:lnSpc>
                    <a:spcPts val="1853"/>
                  </a:lnSpc>
                  <a:spcBef>
                    <a:spcPct val="0"/>
                  </a:spcBef>
                </a:pPr>
              </a:p>
              <a:p>
                <a:pPr algn="ctr" marL="0" indent="0" lvl="0">
                  <a:lnSpc>
                    <a:spcPts val="1853"/>
                  </a:lnSpc>
                  <a:spcBef>
                    <a:spcPct val="0"/>
                  </a:spcBef>
                </a:pPr>
              </a:p>
              <a:p>
                <a:pPr algn="ctr" marL="0" indent="0" lvl="0">
                  <a:lnSpc>
                    <a:spcPts val="1853"/>
                  </a:lnSpc>
                  <a:spcBef>
                    <a:spcPct val="0"/>
                  </a:spcBef>
                </a:pPr>
              </a:p>
            </p:txBody>
          </p:sp>
        </p:grpSp>
        <p:grpSp>
          <p:nvGrpSpPr>
            <p:cNvPr name="Group 12" id="12"/>
            <p:cNvGrpSpPr/>
            <p:nvPr/>
          </p:nvGrpSpPr>
          <p:grpSpPr>
            <a:xfrm rot="0">
              <a:off x="16059231" y="0"/>
              <a:ext cx="2504831" cy="1727243"/>
              <a:chOff x="0" y="0"/>
              <a:chExt cx="521251" cy="359436"/>
            </a:xfrm>
          </p:grpSpPr>
          <p:sp>
            <p:nvSpPr>
              <p:cNvPr name="Freeform 13" id="13"/>
              <p:cNvSpPr/>
              <p:nvPr/>
            </p:nvSpPr>
            <p:spPr>
              <a:xfrm flipH="false" flipV="false" rot="0">
                <a:off x="0" y="0"/>
                <a:ext cx="521251" cy="359436"/>
              </a:xfrm>
              <a:custGeom>
                <a:avLst/>
                <a:gdLst/>
                <a:ahLst/>
                <a:cxnLst/>
                <a:rect r="r" b="b" t="t" l="l"/>
                <a:pathLst>
                  <a:path h="359436" w="521251">
                    <a:moveTo>
                      <a:pt x="179718" y="0"/>
                    </a:moveTo>
                    <a:lnTo>
                      <a:pt x="341533" y="0"/>
                    </a:lnTo>
                    <a:cubicBezTo>
                      <a:pt x="440789" y="0"/>
                      <a:pt x="521251" y="80463"/>
                      <a:pt x="521251" y="179718"/>
                    </a:cubicBezTo>
                    <a:lnTo>
                      <a:pt x="521251" y="179718"/>
                    </a:lnTo>
                    <a:cubicBezTo>
                      <a:pt x="521251" y="227382"/>
                      <a:pt x="502317" y="273094"/>
                      <a:pt x="468613" y="306798"/>
                    </a:cubicBezTo>
                    <a:cubicBezTo>
                      <a:pt x="434909" y="340502"/>
                      <a:pt x="389197" y="359436"/>
                      <a:pt x="341533" y="359436"/>
                    </a:cubicBezTo>
                    <a:lnTo>
                      <a:pt x="179718" y="359436"/>
                    </a:lnTo>
                    <a:cubicBezTo>
                      <a:pt x="132054" y="359436"/>
                      <a:pt x="86342" y="340502"/>
                      <a:pt x="52638" y="306798"/>
                    </a:cubicBezTo>
                    <a:cubicBezTo>
                      <a:pt x="18935" y="273094"/>
                      <a:pt x="0" y="227382"/>
                      <a:pt x="0" y="179718"/>
                    </a:cubicBezTo>
                    <a:lnTo>
                      <a:pt x="0" y="179718"/>
                    </a:lnTo>
                    <a:cubicBezTo>
                      <a:pt x="0" y="132054"/>
                      <a:pt x="18935" y="86342"/>
                      <a:pt x="52638" y="52638"/>
                    </a:cubicBezTo>
                    <a:cubicBezTo>
                      <a:pt x="86342" y="18935"/>
                      <a:pt x="132054" y="0"/>
                      <a:pt x="179718" y="0"/>
                    </a:cubicBezTo>
                    <a:close/>
                  </a:path>
                </a:pathLst>
              </a:custGeom>
              <a:solidFill>
                <a:srgbClr val="5170FF"/>
              </a:solidFill>
              <a:ln cap="rnd">
                <a:noFill/>
                <a:prstDash val="solid"/>
                <a:round/>
              </a:ln>
            </p:spPr>
          </p:sp>
          <p:sp>
            <p:nvSpPr>
              <p:cNvPr name="TextBox 14" id="14"/>
              <p:cNvSpPr txBox="true"/>
              <p:nvPr/>
            </p:nvSpPr>
            <p:spPr>
              <a:xfrm>
                <a:off x="0" y="-38100"/>
                <a:ext cx="521251" cy="397536"/>
              </a:xfrm>
              <a:prstGeom prst="rect">
                <a:avLst/>
              </a:prstGeom>
            </p:spPr>
            <p:txBody>
              <a:bodyPr anchor="ctr" rtlCol="false" tIns="48220" lIns="48220" bIns="48220" rIns="48220"/>
              <a:lstStyle/>
              <a:p>
                <a:pPr algn="ctr" marL="0" indent="0" lvl="0">
                  <a:lnSpc>
                    <a:spcPts val="1853"/>
                  </a:lnSpc>
                  <a:spcBef>
                    <a:spcPct val="0"/>
                  </a:spcBef>
                </a:pPr>
              </a:p>
              <a:p>
                <a:pPr algn="ctr" marL="0" indent="0" lvl="0">
                  <a:lnSpc>
                    <a:spcPts val="1853"/>
                  </a:lnSpc>
                  <a:spcBef>
                    <a:spcPct val="0"/>
                  </a:spcBef>
                </a:pPr>
              </a:p>
              <a:p>
                <a:pPr algn="ctr" marL="0" indent="0" lvl="0">
                  <a:lnSpc>
                    <a:spcPts val="1853"/>
                  </a:lnSpc>
                  <a:spcBef>
                    <a:spcPct val="0"/>
                  </a:spcBef>
                </a:pPr>
              </a:p>
            </p:txBody>
          </p:sp>
        </p:grpSp>
      </p:grpSp>
      <p:grpSp>
        <p:nvGrpSpPr>
          <p:cNvPr name="Group 15" id="15"/>
          <p:cNvGrpSpPr/>
          <p:nvPr/>
        </p:nvGrpSpPr>
        <p:grpSpPr>
          <a:xfrm rot="0">
            <a:off x="820604" y="768468"/>
            <a:ext cx="12829802" cy="762000"/>
            <a:chOff x="0" y="0"/>
            <a:chExt cx="17106403" cy="1016000"/>
          </a:xfrm>
        </p:grpSpPr>
        <p:sp>
          <p:nvSpPr>
            <p:cNvPr name="TextBox 16" id="16"/>
            <p:cNvSpPr txBox="true"/>
            <p:nvPr/>
          </p:nvSpPr>
          <p:spPr>
            <a:xfrm rot="0">
              <a:off x="712750" y="76200"/>
              <a:ext cx="16393653" cy="939800"/>
            </a:xfrm>
            <a:prstGeom prst="rect">
              <a:avLst/>
            </a:prstGeom>
          </p:spPr>
          <p:txBody>
            <a:bodyPr anchor="t" rtlCol="false" tIns="0" lIns="0" bIns="0" rIns="0">
              <a:spAutoFit/>
            </a:bodyPr>
            <a:lstStyle/>
            <a:p>
              <a:pPr algn="l" marL="0" indent="0" lvl="0">
                <a:lnSpc>
                  <a:spcPts val="5100"/>
                </a:lnSpc>
                <a:spcBef>
                  <a:spcPct val="0"/>
                </a:spcBef>
              </a:pPr>
              <a:r>
                <a:rPr lang="en-US" b="true" sz="5000" spc="-100" strike="noStrike" u="none">
                  <a:solidFill>
                    <a:srgbClr val="FFFFFF"/>
                  </a:solidFill>
                  <a:latin typeface="프리젠테이션 Bold"/>
                  <a:ea typeface="프리젠테이션 Bold"/>
                  <a:cs typeface="프리젠테이션 Bold"/>
                  <a:sym typeface="프리젠테이션 Bold"/>
                </a:rPr>
                <a:t>루프의 6가지 요소</a:t>
              </a:r>
            </a:p>
          </p:txBody>
        </p:sp>
        <p:sp>
          <p:nvSpPr>
            <p:cNvPr name="Freeform 17" id="17"/>
            <p:cNvSpPr/>
            <p:nvPr/>
          </p:nvSpPr>
          <p:spPr>
            <a:xfrm flipH="false" flipV="false" rot="0">
              <a:off x="0" y="284846"/>
              <a:ext cx="446308" cy="446308"/>
            </a:xfrm>
            <a:custGeom>
              <a:avLst/>
              <a:gdLst/>
              <a:ahLst/>
              <a:cxnLst/>
              <a:rect r="r" b="b" t="t" l="l"/>
              <a:pathLst>
                <a:path h="446308" w="446308">
                  <a:moveTo>
                    <a:pt x="0" y="0"/>
                  </a:moveTo>
                  <a:lnTo>
                    <a:pt x="446308" y="0"/>
                  </a:lnTo>
                  <a:lnTo>
                    <a:pt x="446308" y="446308"/>
                  </a:lnTo>
                  <a:lnTo>
                    <a:pt x="0" y="446308"/>
                  </a:lnTo>
                  <a:lnTo>
                    <a:pt x="0" y="0"/>
                  </a:lnTo>
                  <a:close/>
                </a:path>
              </a:pathLst>
            </a:custGeom>
            <a:blipFill>
              <a:blip r:embed="rId3">
                <a:extLst>
                  <a:ext uri="{96DAC541-7B7A-43D3-8B79-37D633B846F1}">
                    <asvg:svgBlip xmlns:asvg="http://schemas.microsoft.com/office/drawing/2016/SVG/main" r:embed="rId4"/>
                  </a:ext>
                </a:extLst>
              </a:blip>
              <a:stretch>
                <a:fillRect l="0" t="0" r="0" b="0"/>
              </a:stretch>
            </a:blipFill>
          </p:spPr>
        </p:sp>
      </p:grpSp>
      <p:sp>
        <p:nvSpPr>
          <p:cNvPr name="Freeform 18" id="18"/>
          <p:cNvSpPr/>
          <p:nvPr/>
        </p:nvSpPr>
        <p:spPr>
          <a:xfrm flipH="false" flipV="false" rot="0">
            <a:off x="2944444" y="3048665"/>
            <a:ext cx="1906863" cy="1756697"/>
          </a:xfrm>
          <a:custGeom>
            <a:avLst/>
            <a:gdLst/>
            <a:ahLst/>
            <a:cxnLst/>
            <a:rect r="r" b="b" t="t" l="l"/>
            <a:pathLst>
              <a:path h="1756697" w="1906863">
                <a:moveTo>
                  <a:pt x="0" y="0"/>
                </a:moveTo>
                <a:lnTo>
                  <a:pt x="1906863" y="0"/>
                </a:lnTo>
                <a:lnTo>
                  <a:pt x="1906863" y="1756697"/>
                </a:lnTo>
                <a:lnTo>
                  <a:pt x="0" y="1756697"/>
                </a:lnTo>
                <a:lnTo>
                  <a:pt x="0" y="0"/>
                </a:lnTo>
                <a:close/>
              </a:path>
            </a:pathLst>
          </a:custGeom>
          <a:blipFill>
            <a:blip r:embed="rId5">
              <a:extLst>
                <a:ext uri="{96DAC541-7B7A-43D3-8B79-37D633B846F1}">
                  <asvg:svgBlip xmlns:asvg="http://schemas.microsoft.com/office/drawing/2016/SVG/main" r:embed="rId6"/>
                </a:ext>
              </a:extLst>
            </a:blip>
            <a:stretch>
              <a:fillRect l="0" t="0" r="0" b="0"/>
            </a:stretch>
          </a:blipFill>
        </p:spPr>
      </p:sp>
      <p:sp>
        <p:nvSpPr>
          <p:cNvPr name="Freeform 19" id="19"/>
          <p:cNvSpPr/>
          <p:nvPr/>
        </p:nvSpPr>
        <p:spPr>
          <a:xfrm flipH="false" flipV="false" rot="0">
            <a:off x="8176076" y="3176873"/>
            <a:ext cx="1935847" cy="1500282"/>
          </a:xfrm>
          <a:custGeom>
            <a:avLst/>
            <a:gdLst/>
            <a:ahLst/>
            <a:cxnLst/>
            <a:rect r="r" b="b" t="t" l="l"/>
            <a:pathLst>
              <a:path h="1500282" w="1935847">
                <a:moveTo>
                  <a:pt x="0" y="0"/>
                </a:moveTo>
                <a:lnTo>
                  <a:pt x="1935848" y="0"/>
                </a:lnTo>
                <a:lnTo>
                  <a:pt x="1935848" y="1500282"/>
                </a:lnTo>
                <a:lnTo>
                  <a:pt x="0" y="1500282"/>
                </a:lnTo>
                <a:lnTo>
                  <a:pt x="0" y="0"/>
                </a:lnTo>
                <a:close/>
              </a:path>
            </a:pathLst>
          </a:custGeom>
          <a:blipFill>
            <a:blip r:embed="rId7">
              <a:extLst>
                <a:ext uri="{96DAC541-7B7A-43D3-8B79-37D633B846F1}">
                  <asvg:svgBlip xmlns:asvg="http://schemas.microsoft.com/office/drawing/2016/SVG/main" r:embed="rId8"/>
                </a:ext>
              </a:extLst>
            </a:blip>
            <a:stretch>
              <a:fillRect l="0" t="0" r="0" b="0"/>
            </a:stretch>
          </a:blipFill>
        </p:spPr>
      </p:sp>
      <p:sp>
        <p:nvSpPr>
          <p:cNvPr name="Freeform 20" id="20"/>
          <p:cNvSpPr/>
          <p:nvPr/>
        </p:nvSpPr>
        <p:spPr>
          <a:xfrm flipH="false" flipV="false" rot="0">
            <a:off x="13580283" y="3112769"/>
            <a:ext cx="1638732" cy="1628490"/>
          </a:xfrm>
          <a:custGeom>
            <a:avLst/>
            <a:gdLst/>
            <a:ahLst/>
            <a:cxnLst/>
            <a:rect r="r" b="b" t="t" l="l"/>
            <a:pathLst>
              <a:path h="1628490" w="1638732">
                <a:moveTo>
                  <a:pt x="0" y="0"/>
                </a:moveTo>
                <a:lnTo>
                  <a:pt x="1638732" y="0"/>
                </a:lnTo>
                <a:lnTo>
                  <a:pt x="1638732" y="1628489"/>
                </a:lnTo>
                <a:lnTo>
                  <a:pt x="0" y="1628489"/>
                </a:lnTo>
                <a:lnTo>
                  <a:pt x="0" y="0"/>
                </a:lnTo>
                <a:close/>
              </a:path>
            </a:pathLst>
          </a:custGeom>
          <a:blipFill>
            <a:blip r:embed="rId9">
              <a:extLst>
                <a:ext uri="{96DAC541-7B7A-43D3-8B79-37D633B846F1}">
                  <asvg:svgBlip xmlns:asvg="http://schemas.microsoft.com/office/drawing/2016/SVG/main" r:embed="rId10"/>
                </a:ext>
              </a:extLst>
            </a:blip>
            <a:stretch>
              <a:fillRect l="0" t="0" r="0" b="0"/>
            </a:stretch>
          </a:blipFill>
        </p:spPr>
      </p:sp>
      <p:grpSp>
        <p:nvGrpSpPr>
          <p:cNvPr name="Group 21" id="21"/>
          <p:cNvGrpSpPr/>
          <p:nvPr/>
        </p:nvGrpSpPr>
        <p:grpSpPr>
          <a:xfrm rot="0">
            <a:off x="1845660" y="5336790"/>
            <a:ext cx="4104431" cy="2926074"/>
            <a:chOff x="0" y="0"/>
            <a:chExt cx="5472575" cy="3901432"/>
          </a:xfrm>
        </p:grpSpPr>
        <p:sp>
          <p:nvSpPr>
            <p:cNvPr name="TextBox 22" id="22"/>
            <p:cNvSpPr txBox="true"/>
            <p:nvPr/>
          </p:nvSpPr>
          <p:spPr>
            <a:xfrm rot="0">
              <a:off x="326998" y="2375527"/>
              <a:ext cx="4818580" cy="1525905"/>
            </a:xfrm>
            <a:prstGeom prst="rect">
              <a:avLst/>
            </a:prstGeom>
          </p:spPr>
          <p:txBody>
            <a:bodyPr anchor="t" rtlCol="false" tIns="0" lIns="0" bIns="0" rIns="0">
              <a:spAutoFit/>
            </a:bodyPr>
            <a:lstStyle/>
            <a:p>
              <a:pPr algn="ctr" marL="0" indent="0" lvl="0">
                <a:lnSpc>
                  <a:spcPts val="3037"/>
                </a:lnSpc>
                <a:spcBef>
                  <a:spcPct val="0"/>
                </a:spcBef>
              </a:pPr>
              <a:r>
                <a:rPr lang="en-US" b="true" sz="2025" spc="-40" strike="noStrike" u="none">
                  <a:solidFill>
                    <a:srgbClr val="333333"/>
                  </a:solidFill>
                  <a:latin typeface="프리젠테이션 Bold"/>
                  <a:ea typeface="프리젠테이션 Bold"/>
                  <a:cs typeface="프리젠테이션 Bold"/>
                  <a:sym typeface="프리젠테이션 Bold"/>
                </a:rPr>
                <a:t>Automation · Worktrees</a:t>
              </a:r>
            </a:p>
            <a:p>
              <a:pPr algn="ctr" marL="0" indent="0" lvl="0">
                <a:lnSpc>
                  <a:spcPts val="3037"/>
                </a:lnSpc>
                <a:spcBef>
                  <a:spcPct val="0"/>
                </a:spcBef>
              </a:pPr>
              <a:r>
                <a:rPr lang="en-US" b="true" sz="2025" spc="-40" strike="noStrike" u="none">
                  <a:solidFill>
                    <a:srgbClr val="333333"/>
                  </a:solidFill>
                  <a:latin typeface="프리젠테이션 Bold"/>
                  <a:ea typeface="프리젠테이션 Bold"/>
                  <a:cs typeface="프리젠테이션 Bold"/>
                  <a:sym typeface="프리젠테이션 Bold"/>
                </a:rPr>
                <a:t>정해진 때 알아서 실행</a:t>
              </a:r>
            </a:p>
            <a:p>
              <a:pPr algn="ctr" marL="0" indent="0" lvl="0">
                <a:lnSpc>
                  <a:spcPts val="3037"/>
                </a:lnSpc>
                <a:spcBef>
                  <a:spcPct val="0"/>
                </a:spcBef>
              </a:pPr>
              <a:r>
                <a:rPr lang="en-US" b="true" sz="2025" spc="-40" strike="noStrike" u="none">
                  <a:solidFill>
                    <a:srgbClr val="333333"/>
                  </a:solidFill>
                  <a:latin typeface="프리젠테이션 Bold"/>
                  <a:ea typeface="프리젠테이션 Bold"/>
                  <a:cs typeface="프리젠테이션 Bold"/>
                  <a:sym typeface="프리젠테이션 Bold"/>
                </a:rPr>
                <a:t>작업끼리 안 섞이게 분리</a:t>
              </a:r>
            </a:p>
          </p:txBody>
        </p:sp>
        <p:sp>
          <p:nvSpPr>
            <p:cNvPr name="TextBox 23" id="23"/>
            <p:cNvSpPr txBox="true"/>
            <p:nvPr/>
          </p:nvSpPr>
          <p:spPr>
            <a:xfrm rot="0">
              <a:off x="0" y="0"/>
              <a:ext cx="5472575" cy="1280837"/>
            </a:xfrm>
            <a:prstGeom prst="rect">
              <a:avLst/>
            </a:prstGeom>
          </p:spPr>
          <p:txBody>
            <a:bodyPr anchor="t" rtlCol="false" tIns="0" lIns="0" bIns="0" rIns="0">
              <a:spAutoFit/>
            </a:bodyPr>
            <a:lstStyle/>
            <a:p>
              <a:pPr algn="ctr" marL="0" indent="0" lvl="0">
                <a:lnSpc>
                  <a:spcPts val="3776"/>
                </a:lnSpc>
                <a:spcBef>
                  <a:spcPct val="0"/>
                </a:spcBef>
              </a:pPr>
              <a:r>
                <a:rPr lang="en-US" b="true" sz="3200" spc="-64" strike="noStrike" u="none">
                  <a:solidFill>
                    <a:srgbClr val="333333"/>
                  </a:solidFill>
                  <a:latin typeface="프리젠테이션 Bold"/>
                  <a:ea typeface="프리젠테이션 Bold"/>
                  <a:cs typeface="프리젠테이션 Bold"/>
                  <a:sym typeface="프리젠테이션 Bold"/>
                </a:rPr>
                <a:t>① 자동화</a:t>
              </a:r>
            </a:p>
            <a:p>
              <a:pPr algn="ctr" marL="0" indent="0" lvl="0">
                <a:lnSpc>
                  <a:spcPts val="3776"/>
                </a:lnSpc>
                <a:spcBef>
                  <a:spcPct val="0"/>
                </a:spcBef>
              </a:pPr>
              <a:r>
                <a:rPr lang="en-US" b="true" sz="3200" spc="-64" strike="noStrike" u="none">
                  <a:solidFill>
                    <a:srgbClr val="333333"/>
                  </a:solidFill>
                  <a:latin typeface="프리젠테이션 Bold"/>
                  <a:ea typeface="프리젠테이션 Bold"/>
                  <a:cs typeface="프리젠테이션 Bold"/>
                  <a:sym typeface="프리젠테이션 Bold"/>
                </a:rPr>
                <a:t>② 작업공간 분리</a:t>
              </a:r>
            </a:p>
          </p:txBody>
        </p:sp>
        <p:sp>
          <p:nvSpPr>
            <p:cNvPr name="Freeform 24" id="24"/>
            <p:cNvSpPr/>
            <p:nvPr/>
          </p:nvSpPr>
          <p:spPr>
            <a:xfrm flipH="false" flipV="false" rot="5400000">
              <a:off x="2619394" y="1804646"/>
              <a:ext cx="233786" cy="228526"/>
            </a:xfrm>
            <a:custGeom>
              <a:avLst/>
              <a:gdLst/>
              <a:ahLst/>
              <a:cxnLst/>
              <a:rect r="r" b="b" t="t" l="l"/>
              <a:pathLst>
                <a:path h="228526" w="233786">
                  <a:moveTo>
                    <a:pt x="0" y="0"/>
                  </a:moveTo>
                  <a:lnTo>
                    <a:pt x="233787" y="0"/>
                  </a:lnTo>
                  <a:lnTo>
                    <a:pt x="233787" y="228526"/>
                  </a:lnTo>
                  <a:lnTo>
                    <a:pt x="0" y="228526"/>
                  </a:lnTo>
                  <a:lnTo>
                    <a:pt x="0" y="0"/>
                  </a:lnTo>
                  <a:close/>
                </a:path>
              </a:pathLst>
            </a:custGeom>
            <a:blipFill>
              <a:blip r:embed="rId11">
                <a:extLst>
                  <a:ext uri="{96DAC541-7B7A-43D3-8B79-37D633B846F1}">
                    <asvg:svgBlip xmlns:asvg="http://schemas.microsoft.com/office/drawing/2016/SVG/main" r:embed="rId12"/>
                  </a:ext>
                </a:extLst>
              </a:blip>
              <a:stretch>
                <a:fillRect l="0" t="0" r="0" b="0"/>
              </a:stretch>
            </a:blipFill>
          </p:spPr>
        </p:sp>
      </p:grpSp>
      <p:grpSp>
        <p:nvGrpSpPr>
          <p:cNvPr name="Group 25" id="25"/>
          <p:cNvGrpSpPr/>
          <p:nvPr/>
        </p:nvGrpSpPr>
        <p:grpSpPr>
          <a:xfrm rot="0">
            <a:off x="7091784" y="5336790"/>
            <a:ext cx="4104431" cy="2926074"/>
            <a:chOff x="0" y="0"/>
            <a:chExt cx="5472575" cy="3901432"/>
          </a:xfrm>
        </p:grpSpPr>
        <p:sp>
          <p:nvSpPr>
            <p:cNvPr name="TextBox 26" id="26"/>
            <p:cNvSpPr txBox="true"/>
            <p:nvPr/>
          </p:nvSpPr>
          <p:spPr>
            <a:xfrm rot="0">
              <a:off x="275465" y="2375527"/>
              <a:ext cx="4921645" cy="1525905"/>
            </a:xfrm>
            <a:prstGeom prst="rect">
              <a:avLst/>
            </a:prstGeom>
          </p:spPr>
          <p:txBody>
            <a:bodyPr anchor="t" rtlCol="false" tIns="0" lIns="0" bIns="0" rIns="0">
              <a:spAutoFit/>
            </a:bodyPr>
            <a:lstStyle/>
            <a:p>
              <a:pPr algn="ctr" marL="0" indent="0" lvl="0">
                <a:lnSpc>
                  <a:spcPts val="3037"/>
                </a:lnSpc>
                <a:spcBef>
                  <a:spcPct val="0"/>
                </a:spcBef>
              </a:pPr>
              <a:r>
                <a:rPr lang="en-US" b="true" sz="2025" spc="-40" strike="noStrike" u="none">
                  <a:solidFill>
                    <a:srgbClr val="333333"/>
                  </a:solidFill>
                  <a:latin typeface="프리젠테이션 Bold"/>
                  <a:ea typeface="프리젠테이션 Bold"/>
                  <a:cs typeface="프리젠테이션 Bold"/>
                  <a:sym typeface="프리젠테이션 Bold"/>
                </a:rPr>
                <a:t>Skill · Connectors</a:t>
              </a:r>
            </a:p>
            <a:p>
              <a:pPr algn="ctr" marL="0" indent="0" lvl="0">
                <a:lnSpc>
                  <a:spcPts val="3037"/>
                </a:lnSpc>
                <a:spcBef>
                  <a:spcPct val="0"/>
                </a:spcBef>
              </a:pPr>
              <a:r>
                <a:rPr lang="en-US" b="true" sz="2025" spc="-40" strike="noStrike" u="none">
                  <a:solidFill>
                    <a:srgbClr val="333333"/>
                  </a:solidFill>
                  <a:latin typeface="프리젠테이션 Bold"/>
                  <a:ea typeface="프리젠테이션 Bold"/>
                  <a:cs typeface="프리젠테이션 Bold"/>
                  <a:sym typeface="프리젠테이션 Bold"/>
                </a:rPr>
                <a:t>자주 쓰는 방법 저장·재사용</a:t>
              </a:r>
            </a:p>
            <a:p>
              <a:pPr algn="ctr" marL="0" indent="0" lvl="0">
                <a:lnSpc>
                  <a:spcPts val="3037"/>
                </a:lnSpc>
                <a:spcBef>
                  <a:spcPct val="0"/>
                </a:spcBef>
              </a:pPr>
              <a:r>
                <a:rPr lang="en-US" b="true" sz="2025" spc="-40" strike="noStrike" u="none">
                  <a:solidFill>
                    <a:srgbClr val="333333"/>
                  </a:solidFill>
                  <a:latin typeface="프리젠테이션 Bold"/>
                  <a:ea typeface="프리젠테이션 Bold"/>
                  <a:cs typeface="프리젠테이션 Bold"/>
                  <a:sym typeface="프리젠테이션 Bold"/>
                </a:rPr>
                <a:t>메일·캘린더 등 외부 연결</a:t>
              </a:r>
            </a:p>
          </p:txBody>
        </p:sp>
        <p:sp>
          <p:nvSpPr>
            <p:cNvPr name="TextBox 27" id="27"/>
            <p:cNvSpPr txBox="true"/>
            <p:nvPr/>
          </p:nvSpPr>
          <p:spPr>
            <a:xfrm rot="0">
              <a:off x="0" y="0"/>
              <a:ext cx="5472575" cy="1280837"/>
            </a:xfrm>
            <a:prstGeom prst="rect">
              <a:avLst/>
            </a:prstGeom>
          </p:spPr>
          <p:txBody>
            <a:bodyPr anchor="t" rtlCol="false" tIns="0" lIns="0" bIns="0" rIns="0">
              <a:spAutoFit/>
            </a:bodyPr>
            <a:lstStyle/>
            <a:p>
              <a:pPr algn="ctr" marL="0" indent="0" lvl="0">
                <a:lnSpc>
                  <a:spcPts val="3776"/>
                </a:lnSpc>
                <a:spcBef>
                  <a:spcPct val="0"/>
                </a:spcBef>
              </a:pPr>
              <a:r>
                <a:rPr lang="en-US" b="true" sz="3200" spc="-64" strike="noStrike" u="none">
                  <a:solidFill>
                    <a:srgbClr val="333333"/>
                  </a:solidFill>
                  <a:latin typeface="프리젠테이션 Bold"/>
                  <a:ea typeface="프리젠테이션 Bold"/>
                  <a:cs typeface="프리젠테이션 Bold"/>
                  <a:sym typeface="프리젠테이션 Bold"/>
                </a:rPr>
                <a:t>③ 스킬</a:t>
              </a:r>
            </a:p>
            <a:p>
              <a:pPr algn="ctr" marL="0" indent="0" lvl="0">
                <a:lnSpc>
                  <a:spcPts val="3776"/>
                </a:lnSpc>
                <a:spcBef>
                  <a:spcPct val="0"/>
                </a:spcBef>
              </a:pPr>
              <a:r>
                <a:rPr lang="en-US" b="true" sz="3200" spc="-64" strike="noStrike" u="none">
                  <a:solidFill>
                    <a:srgbClr val="333333"/>
                  </a:solidFill>
                  <a:latin typeface="프리젠테이션 Bold"/>
                  <a:ea typeface="프리젠테이션 Bold"/>
                  <a:cs typeface="프리젠테이션 Bold"/>
                  <a:sym typeface="프리젠테이션 Bold"/>
                </a:rPr>
                <a:t>④ 커넥터</a:t>
              </a:r>
            </a:p>
          </p:txBody>
        </p:sp>
        <p:sp>
          <p:nvSpPr>
            <p:cNvPr name="Freeform 28" id="28"/>
            <p:cNvSpPr/>
            <p:nvPr/>
          </p:nvSpPr>
          <p:spPr>
            <a:xfrm flipH="false" flipV="false" rot="5400000">
              <a:off x="2619394" y="1804646"/>
              <a:ext cx="233786" cy="228526"/>
            </a:xfrm>
            <a:custGeom>
              <a:avLst/>
              <a:gdLst/>
              <a:ahLst/>
              <a:cxnLst/>
              <a:rect r="r" b="b" t="t" l="l"/>
              <a:pathLst>
                <a:path h="228526" w="233786">
                  <a:moveTo>
                    <a:pt x="0" y="0"/>
                  </a:moveTo>
                  <a:lnTo>
                    <a:pt x="233787" y="0"/>
                  </a:lnTo>
                  <a:lnTo>
                    <a:pt x="233787" y="228526"/>
                  </a:lnTo>
                  <a:lnTo>
                    <a:pt x="0" y="228526"/>
                  </a:lnTo>
                  <a:lnTo>
                    <a:pt x="0" y="0"/>
                  </a:lnTo>
                  <a:close/>
                </a:path>
              </a:pathLst>
            </a:custGeom>
            <a:blipFill>
              <a:blip r:embed="rId11">
                <a:extLst>
                  <a:ext uri="{96DAC541-7B7A-43D3-8B79-37D633B846F1}">
                    <asvg:svgBlip xmlns:asvg="http://schemas.microsoft.com/office/drawing/2016/SVG/main" r:embed="rId12"/>
                  </a:ext>
                </a:extLst>
              </a:blip>
              <a:stretch>
                <a:fillRect l="0" t="0" r="0" b="0"/>
              </a:stretch>
            </a:blipFill>
          </p:spPr>
        </p:sp>
      </p:grpSp>
      <p:grpSp>
        <p:nvGrpSpPr>
          <p:cNvPr name="Group 29" id="29"/>
          <p:cNvGrpSpPr/>
          <p:nvPr/>
        </p:nvGrpSpPr>
        <p:grpSpPr>
          <a:xfrm rot="0">
            <a:off x="12347433" y="5336790"/>
            <a:ext cx="4104431" cy="2926074"/>
            <a:chOff x="0" y="0"/>
            <a:chExt cx="5472575" cy="3901432"/>
          </a:xfrm>
        </p:grpSpPr>
        <p:sp>
          <p:nvSpPr>
            <p:cNvPr name="TextBox 30" id="30"/>
            <p:cNvSpPr txBox="true"/>
            <p:nvPr/>
          </p:nvSpPr>
          <p:spPr>
            <a:xfrm rot="0">
              <a:off x="344175" y="2375527"/>
              <a:ext cx="4784225" cy="1525905"/>
            </a:xfrm>
            <a:prstGeom prst="rect">
              <a:avLst/>
            </a:prstGeom>
          </p:spPr>
          <p:txBody>
            <a:bodyPr anchor="t" rtlCol="false" tIns="0" lIns="0" bIns="0" rIns="0">
              <a:spAutoFit/>
            </a:bodyPr>
            <a:lstStyle/>
            <a:p>
              <a:pPr algn="ctr" marL="0" indent="0" lvl="0">
                <a:lnSpc>
                  <a:spcPts val="3037"/>
                </a:lnSpc>
                <a:spcBef>
                  <a:spcPct val="0"/>
                </a:spcBef>
              </a:pPr>
              <a:r>
                <a:rPr lang="en-US" b="true" sz="2025" spc="-40" strike="noStrike" u="none">
                  <a:solidFill>
                    <a:srgbClr val="333333"/>
                  </a:solidFill>
                  <a:latin typeface="프리젠테이션 Bold"/>
                  <a:ea typeface="프리젠테이션 Bold"/>
                  <a:cs typeface="프리젠테이션 Bold"/>
                  <a:sym typeface="프리젠테이션 Bold"/>
                </a:rPr>
                <a:t>Sub-agents · State</a:t>
              </a:r>
            </a:p>
            <a:p>
              <a:pPr algn="ctr" marL="0" indent="0" lvl="0">
                <a:lnSpc>
                  <a:spcPts val="3037"/>
                </a:lnSpc>
                <a:spcBef>
                  <a:spcPct val="0"/>
                </a:spcBef>
              </a:pPr>
              <a:r>
                <a:rPr lang="en-US" b="true" sz="2025" spc="-40" strike="noStrike" u="none">
                  <a:solidFill>
                    <a:srgbClr val="333333"/>
                  </a:solidFill>
                  <a:latin typeface="프리젠테이션 Bold"/>
                  <a:ea typeface="프리젠테이션 Bold"/>
                  <a:cs typeface="프리젠테이션 Bold"/>
                  <a:sym typeface="프리젠테이션 Bold"/>
                </a:rPr>
                <a:t>일을 나눠 맡는 보조 AI</a:t>
              </a:r>
            </a:p>
            <a:p>
              <a:pPr algn="ctr" marL="0" indent="0" lvl="0">
                <a:lnSpc>
                  <a:spcPts val="3037"/>
                </a:lnSpc>
                <a:spcBef>
                  <a:spcPct val="0"/>
                </a:spcBef>
              </a:pPr>
              <a:r>
                <a:rPr lang="en-US" b="true" sz="2025" spc="-40" strike="noStrike" u="none">
                  <a:solidFill>
                    <a:srgbClr val="333333"/>
                  </a:solidFill>
                  <a:latin typeface="프리젠테이션 Bold"/>
                  <a:ea typeface="프리젠테이션 Bold"/>
                  <a:cs typeface="프리젠테이션 Bold"/>
                  <a:sym typeface="프리젠테이션 Bold"/>
                </a:rPr>
                <a:t>어디까지 했는지 기록</a:t>
              </a:r>
            </a:p>
          </p:txBody>
        </p:sp>
        <p:sp>
          <p:nvSpPr>
            <p:cNvPr name="TextBox 31" id="31"/>
            <p:cNvSpPr txBox="true"/>
            <p:nvPr/>
          </p:nvSpPr>
          <p:spPr>
            <a:xfrm rot="0">
              <a:off x="0" y="0"/>
              <a:ext cx="5472575" cy="1280837"/>
            </a:xfrm>
            <a:prstGeom prst="rect">
              <a:avLst/>
            </a:prstGeom>
          </p:spPr>
          <p:txBody>
            <a:bodyPr anchor="t" rtlCol="false" tIns="0" lIns="0" bIns="0" rIns="0">
              <a:spAutoFit/>
            </a:bodyPr>
            <a:lstStyle/>
            <a:p>
              <a:pPr algn="ctr" marL="0" indent="0" lvl="0">
                <a:lnSpc>
                  <a:spcPts val="3776"/>
                </a:lnSpc>
                <a:spcBef>
                  <a:spcPct val="0"/>
                </a:spcBef>
              </a:pPr>
              <a:r>
                <a:rPr lang="en-US" b="true" sz="3200" spc="-64" strike="noStrike" u="none">
                  <a:solidFill>
                    <a:srgbClr val="333333"/>
                  </a:solidFill>
                  <a:latin typeface="프리젠테이션 Bold"/>
                  <a:ea typeface="프리젠테이션 Bold"/>
                  <a:cs typeface="프리젠테이션 Bold"/>
                  <a:sym typeface="프리젠테이션 Bold"/>
                </a:rPr>
                <a:t>⑤ 하위 에이전트</a:t>
              </a:r>
            </a:p>
            <a:p>
              <a:pPr algn="ctr" marL="0" indent="0" lvl="0">
                <a:lnSpc>
                  <a:spcPts val="3776"/>
                </a:lnSpc>
                <a:spcBef>
                  <a:spcPct val="0"/>
                </a:spcBef>
              </a:pPr>
              <a:r>
                <a:rPr lang="en-US" b="true" sz="3200" spc="-64" strike="noStrike" u="none">
                  <a:solidFill>
                    <a:srgbClr val="333333"/>
                  </a:solidFill>
                  <a:latin typeface="프리젠테이션 Bold"/>
                  <a:ea typeface="프리젠테이션 Bold"/>
                  <a:cs typeface="프리젠테이션 Bold"/>
                  <a:sym typeface="프리젠테이션 Bold"/>
                </a:rPr>
                <a:t>⑥ 상태 기록</a:t>
              </a:r>
            </a:p>
          </p:txBody>
        </p:sp>
        <p:sp>
          <p:nvSpPr>
            <p:cNvPr name="Freeform 32" id="32"/>
            <p:cNvSpPr/>
            <p:nvPr/>
          </p:nvSpPr>
          <p:spPr>
            <a:xfrm flipH="false" flipV="false" rot="5400000">
              <a:off x="2619394" y="1804646"/>
              <a:ext cx="233786" cy="228526"/>
            </a:xfrm>
            <a:custGeom>
              <a:avLst/>
              <a:gdLst/>
              <a:ahLst/>
              <a:cxnLst/>
              <a:rect r="r" b="b" t="t" l="l"/>
              <a:pathLst>
                <a:path h="228526" w="233786">
                  <a:moveTo>
                    <a:pt x="0" y="0"/>
                  </a:moveTo>
                  <a:lnTo>
                    <a:pt x="233787" y="0"/>
                  </a:lnTo>
                  <a:lnTo>
                    <a:pt x="233787" y="228526"/>
                  </a:lnTo>
                  <a:lnTo>
                    <a:pt x="0" y="228526"/>
                  </a:lnTo>
                  <a:lnTo>
                    <a:pt x="0" y="0"/>
                  </a:lnTo>
                  <a:close/>
                </a:path>
              </a:pathLst>
            </a:custGeom>
            <a:blipFill>
              <a:blip r:embed="rId11">
                <a:extLst>
                  <a:ext uri="{96DAC541-7B7A-43D3-8B79-37D633B846F1}">
                    <asvg:svgBlip xmlns:asvg="http://schemas.microsoft.com/office/drawing/2016/SVG/main" r:embed="rId12"/>
                  </a:ext>
                </a:extLst>
              </a:blip>
              <a:stretch>
                <a:fillRect l="0" t="0" r="0" b="0"/>
              </a:stretch>
            </a:blipFill>
          </p:spPr>
        </p:sp>
      </p:grpSp>
      <p:sp>
        <p:nvSpPr>
          <p:cNvPr name="TextBox 33" id="33"/>
          <p:cNvSpPr txBox="true"/>
          <p:nvPr/>
        </p:nvSpPr>
        <p:spPr>
          <a:xfrm rot="0">
            <a:off x="14694520" y="1353621"/>
            <a:ext cx="2865076" cy="325120"/>
          </a:xfrm>
          <a:prstGeom prst="rect">
            <a:avLst/>
          </a:prstGeom>
        </p:spPr>
        <p:txBody>
          <a:bodyPr anchor="t" rtlCol="false" tIns="0" lIns="0" bIns="0" rIns="0">
            <a:spAutoFit/>
          </a:bodyPr>
          <a:lstStyle/>
          <a:p>
            <a:pPr algn="ctr" marL="0" indent="0" lvl="0">
              <a:lnSpc>
                <a:spcPts val="2540"/>
              </a:lnSpc>
              <a:spcBef>
                <a:spcPct val="0"/>
              </a:spcBef>
            </a:pPr>
            <a:r>
              <a:rPr lang="en-US" b="true" sz="2000" spc="122" strike="noStrike" u="none">
                <a:solidFill>
                  <a:srgbClr val="5170FF"/>
                </a:solidFill>
                <a:latin typeface="프리젠테이션 Bold"/>
                <a:ea typeface="프리젠테이션 Bold"/>
                <a:cs typeface="프리젠테이션 Bold"/>
                <a:sym typeface="프리젠테이션 Bold"/>
              </a:rPr>
              <a:t>해달 바이브코딩 기초반</a:t>
            </a:r>
          </a:p>
        </p:txBody>
      </p:sp>
      <p:sp>
        <p:nvSpPr>
          <p:cNvPr name="TextBox 34" id="34"/>
          <p:cNvSpPr txBox="true"/>
          <p:nvPr/>
        </p:nvSpPr>
        <p:spPr>
          <a:xfrm rot="0">
            <a:off x="8382000" y="8899525"/>
            <a:ext cx="1524000" cy="358775"/>
          </a:xfrm>
          <a:prstGeom prst="rect">
            <a:avLst/>
          </a:prstGeom>
        </p:spPr>
        <p:txBody>
          <a:bodyPr anchor="t" rtlCol="false" tIns="0" lIns="0" bIns="0" rIns="0">
            <a:spAutoFit/>
          </a:bodyPr>
          <a:lstStyle/>
          <a:p>
            <a:pPr algn="ctr" marL="0" indent="0" lvl="0">
              <a:lnSpc>
                <a:spcPts val="2800"/>
              </a:lnSpc>
              <a:spcBef>
                <a:spcPct val="0"/>
              </a:spcBef>
            </a:pPr>
            <a:r>
              <a:rPr lang="en-US" b="true" sz="2000" strike="noStrike" u="none">
                <a:solidFill>
                  <a:srgbClr val="4165C1"/>
                </a:solidFill>
                <a:latin typeface="프리젠테이션 Bold"/>
                <a:ea typeface="프리젠테이션 Bold"/>
                <a:cs typeface="프리젠테이션 Bold"/>
                <a:sym typeface="프리젠테이션 Bold"/>
              </a:rPr>
              <a:t>- 38 -</a:t>
            </a:r>
          </a:p>
        </p:txBody>
      </p:sp>
    </p:spTree>
  </p:cSld>
  <p:clrMapOvr>
    <a:masterClrMapping/>
  </p:clrMapOvr>
</p:sld>
</file>

<file path=ppt/slides/slide39.xml><?xml version="1.0" encoding="utf-8"?>
<p:sld xmlns:p="http://schemas.openxmlformats.org/presentationml/2006/main" xmlns:a="http://schemas.openxmlformats.org/drawingml/2006/main" xmlns:r="http://schemas.openxmlformats.org/officeDocument/2006/relationships">
  <p:cSld>
    <p:bg>
      <p:bgPr>
        <a:solidFill>
          <a:srgbClr val="5170FF"/>
        </a:solidFill>
      </p:bgPr>
    </p:bg>
    <p:spTree>
      <p:nvGrpSpPr>
        <p:cNvPr id="1" name=""/>
        <p:cNvGrpSpPr/>
        <p:nvPr/>
      </p:nvGrpSpPr>
      <p:grpSpPr>
        <a:xfrm>
          <a:off x="0" y="0"/>
          <a:ext cx="0" cy="0"/>
          <a:chOff x="0" y="0"/>
          <a:chExt cx="0" cy="0"/>
        </a:xfrm>
      </p:grpSpPr>
      <p:grpSp>
        <p:nvGrpSpPr>
          <p:cNvPr name="Group 2" id="2"/>
          <p:cNvGrpSpPr/>
          <p:nvPr/>
        </p:nvGrpSpPr>
        <p:grpSpPr>
          <a:xfrm rot="0">
            <a:off x="534854" y="457200"/>
            <a:ext cx="17218292" cy="9294946"/>
            <a:chOff x="0" y="0"/>
            <a:chExt cx="22957723" cy="12393261"/>
          </a:xfrm>
        </p:grpSpPr>
        <p:grpSp>
          <p:nvGrpSpPr>
            <p:cNvPr name="Group 3" id="3"/>
            <p:cNvGrpSpPr/>
            <p:nvPr/>
          </p:nvGrpSpPr>
          <p:grpSpPr>
            <a:xfrm rot="0">
              <a:off x="0" y="1727243"/>
              <a:ext cx="22957723" cy="10666019"/>
              <a:chOff x="0" y="0"/>
              <a:chExt cx="4777465" cy="2219581"/>
            </a:xfrm>
          </p:grpSpPr>
          <p:sp>
            <p:nvSpPr>
              <p:cNvPr name="Freeform 4" id="4"/>
              <p:cNvSpPr/>
              <p:nvPr/>
            </p:nvSpPr>
            <p:spPr>
              <a:xfrm flipH="false" flipV="false" rot="0">
                <a:off x="0" y="0"/>
                <a:ext cx="4777465" cy="2219581"/>
              </a:xfrm>
              <a:custGeom>
                <a:avLst/>
                <a:gdLst/>
                <a:ahLst/>
                <a:cxnLst/>
                <a:rect r="r" b="b" t="t" l="l"/>
                <a:pathLst>
                  <a:path h="2219581" w="4777465">
                    <a:moveTo>
                      <a:pt x="22931" y="0"/>
                    </a:moveTo>
                    <a:lnTo>
                      <a:pt x="4754534" y="0"/>
                    </a:lnTo>
                    <a:cubicBezTo>
                      <a:pt x="4767199" y="0"/>
                      <a:pt x="4777465" y="10267"/>
                      <a:pt x="4777465" y="22931"/>
                    </a:cubicBezTo>
                    <a:lnTo>
                      <a:pt x="4777465" y="2196650"/>
                    </a:lnTo>
                    <a:cubicBezTo>
                      <a:pt x="4777465" y="2202732"/>
                      <a:pt x="4775049" y="2208564"/>
                      <a:pt x="4770749" y="2212865"/>
                    </a:cubicBezTo>
                    <a:cubicBezTo>
                      <a:pt x="4766449" y="2217165"/>
                      <a:pt x="4760616" y="2219581"/>
                      <a:pt x="4754534" y="2219581"/>
                    </a:cubicBezTo>
                    <a:lnTo>
                      <a:pt x="22931" y="2219581"/>
                    </a:lnTo>
                    <a:cubicBezTo>
                      <a:pt x="10267" y="2219581"/>
                      <a:pt x="0" y="2209315"/>
                      <a:pt x="0" y="2196650"/>
                    </a:cubicBezTo>
                    <a:lnTo>
                      <a:pt x="0" y="22931"/>
                    </a:lnTo>
                    <a:cubicBezTo>
                      <a:pt x="0" y="10267"/>
                      <a:pt x="10267" y="0"/>
                      <a:pt x="22931" y="0"/>
                    </a:cubicBezTo>
                    <a:close/>
                  </a:path>
                </a:pathLst>
              </a:custGeom>
              <a:solidFill>
                <a:srgbClr val="FFFFFF"/>
              </a:solidFill>
              <a:ln cap="rnd">
                <a:noFill/>
                <a:prstDash val="solid"/>
                <a:round/>
              </a:ln>
            </p:spPr>
          </p:sp>
          <p:sp>
            <p:nvSpPr>
              <p:cNvPr name="TextBox 5" id="5"/>
              <p:cNvSpPr txBox="true"/>
              <p:nvPr/>
            </p:nvSpPr>
            <p:spPr>
              <a:xfrm>
                <a:off x="0" y="-38100"/>
                <a:ext cx="4777465" cy="2257681"/>
              </a:xfrm>
              <a:prstGeom prst="rect">
                <a:avLst/>
              </a:prstGeom>
            </p:spPr>
            <p:txBody>
              <a:bodyPr anchor="ctr" rtlCol="false" tIns="48220" lIns="48220" bIns="48220" rIns="48220"/>
              <a:lstStyle/>
              <a:p>
                <a:pPr algn="ctr" marL="0" indent="0" lvl="0">
                  <a:lnSpc>
                    <a:spcPts val="1853"/>
                  </a:lnSpc>
                  <a:spcBef>
                    <a:spcPct val="0"/>
                  </a:spcBef>
                </a:pPr>
              </a:p>
              <a:p>
                <a:pPr algn="ctr" marL="0" indent="0" lvl="0">
                  <a:lnSpc>
                    <a:spcPts val="1853"/>
                  </a:lnSpc>
                  <a:spcBef>
                    <a:spcPct val="0"/>
                  </a:spcBef>
                </a:pPr>
              </a:p>
              <a:p>
                <a:pPr algn="ctr" marL="0" indent="0" lvl="0">
                  <a:lnSpc>
                    <a:spcPts val="1853"/>
                  </a:lnSpc>
                  <a:spcBef>
                    <a:spcPct val="0"/>
                  </a:spcBef>
                </a:pPr>
              </a:p>
            </p:txBody>
          </p:sp>
        </p:grpSp>
        <p:grpSp>
          <p:nvGrpSpPr>
            <p:cNvPr name="Group 6" id="6"/>
            <p:cNvGrpSpPr/>
            <p:nvPr/>
          </p:nvGrpSpPr>
          <p:grpSpPr>
            <a:xfrm rot="0">
              <a:off x="18499830" y="891712"/>
              <a:ext cx="4457893" cy="3397582"/>
              <a:chOff x="0" y="0"/>
              <a:chExt cx="927680" cy="707031"/>
            </a:xfrm>
          </p:grpSpPr>
          <p:sp>
            <p:nvSpPr>
              <p:cNvPr name="Freeform 7" id="7"/>
              <p:cNvSpPr/>
              <p:nvPr/>
            </p:nvSpPr>
            <p:spPr>
              <a:xfrm flipH="false" flipV="false" rot="0">
                <a:off x="0" y="0"/>
                <a:ext cx="927680" cy="707031"/>
              </a:xfrm>
              <a:custGeom>
                <a:avLst/>
                <a:gdLst/>
                <a:ahLst/>
                <a:cxnLst/>
                <a:rect r="r" b="b" t="t" l="l"/>
                <a:pathLst>
                  <a:path h="707031" w="927680">
                    <a:moveTo>
                      <a:pt x="118094" y="0"/>
                    </a:moveTo>
                    <a:lnTo>
                      <a:pt x="809586" y="0"/>
                    </a:lnTo>
                    <a:cubicBezTo>
                      <a:pt x="874808" y="0"/>
                      <a:pt x="927680" y="52872"/>
                      <a:pt x="927680" y="118094"/>
                    </a:cubicBezTo>
                    <a:lnTo>
                      <a:pt x="927680" y="588937"/>
                    </a:lnTo>
                    <a:cubicBezTo>
                      <a:pt x="927680" y="654159"/>
                      <a:pt x="874808" y="707031"/>
                      <a:pt x="809586" y="707031"/>
                    </a:cubicBezTo>
                    <a:lnTo>
                      <a:pt x="118094" y="707031"/>
                    </a:lnTo>
                    <a:cubicBezTo>
                      <a:pt x="52872" y="707031"/>
                      <a:pt x="0" y="654159"/>
                      <a:pt x="0" y="588937"/>
                    </a:cubicBezTo>
                    <a:lnTo>
                      <a:pt x="0" y="118094"/>
                    </a:lnTo>
                    <a:cubicBezTo>
                      <a:pt x="0" y="52872"/>
                      <a:pt x="52872" y="0"/>
                      <a:pt x="118094" y="0"/>
                    </a:cubicBezTo>
                    <a:close/>
                  </a:path>
                </a:pathLst>
              </a:custGeom>
              <a:solidFill>
                <a:srgbClr val="FFFFFF"/>
              </a:solidFill>
              <a:ln cap="rnd">
                <a:noFill/>
                <a:prstDash val="solid"/>
                <a:round/>
              </a:ln>
            </p:spPr>
          </p:sp>
          <p:sp>
            <p:nvSpPr>
              <p:cNvPr name="TextBox 8" id="8"/>
              <p:cNvSpPr txBox="true"/>
              <p:nvPr/>
            </p:nvSpPr>
            <p:spPr>
              <a:xfrm>
                <a:off x="0" y="-38100"/>
                <a:ext cx="927680" cy="745131"/>
              </a:xfrm>
              <a:prstGeom prst="rect">
                <a:avLst/>
              </a:prstGeom>
            </p:spPr>
            <p:txBody>
              <a:bodyPr anchor="ctr" rtlCol="false" tIns="48220" lIns="48220" bIns="48220" rIns="48220"/>
              <a:lstStyle/>
              <a:p>
                <a:pPr algn="ctr" marL="0" indent="0" lvl="0">
                  <a:lnSpc>
                    <a:spcPts val="1853"/>
                  </a:lnSpc>
                  <a:spcBef>
                    <a:spcPct val="0"/>
                  </a:spcBef>
                </a:pPr>
              </a:p>
              <a:p>
                <a:pPr algn="ctr" marL="0" indent="0" lvl="0">
                  <a:lnSpc>
                    <a:spcPts val="1853"/>
                  </a:lnSpc>
                  <a:spcBef>
                    <a:spcPct val="0"/>
                  </a:spcBef>
                </a:pPr>
              </a:p>
              <a:p>
                <a:pPr algn="ctr" marL="0" indent="0" lvl="0">
                  <a:lnSpc>
                    <a:spcPts val="1853"/>
                  </a:lnSpc>
                  <a:spcBef>
                    <a:spcPct val="0"/>
                  </a:spcBef>
                </a:pPr>
              </a:p>
            </p:txBody>
          </p:sp>
        </p:grpSp>
        <p:grpSp>
          <p:nvGrpSpPr>
            <p:cNvPr name="Group 9" id="9"/>
            <p:cNvGrpSpPr/>
            <p:nvPr/>
          </p:nvGrpSpPr>
          <p:grpSpPr>
            <a:xfrm rot="0">
              <a:off x="18064463" y="1334482"/>
              <a:ext cx="2392010" cy="1865053"/>
              <a:chOff x="0" y="0"/>
              <a:chExt cx="497773" cy="388115"/>
            </a:xfrm>
          </p:grpSpPr>
          <p:sp>
            <p:nvSpPr>
              <p:cNvPr name="Freeform 10" id="10"/>
              <p:cNvSpPr/>
              <p:nvPr/>
            </p:nvSpPr>
            <p:spPr>
              <a:xfrm flipH="false" flipV="false" rot="0">
                <a:off x="0" y="0"/>
                <a:ext cx="497773" cy="388115"/>
              </a:xfrm>
              <a:custGeom>
                <a:avLst/>
                <a:gdLst/>
                <a:ahLst/>
                <a:cxnLst/>
                <a:rect r="r" b="b" t="t" l="l"/>
                <a:pathLst>
                  <a:path h="388115" w="497773">
                    <a:moveTo>
                      <a:pt x="0" y="0"/>
                    </a:moveTo>
                    <a:lnTo>
                      <a:pt x="497773" y="0"/>
                    </a:lnTo>
                    <a:lnTo>
                      <a:pt x="497773" y="388115"/>
                    </a:lnTo>
                    <a:lnTo>
                      <a:pt x="0" y="388115"/>
                    </a:lnTo>
                    <a:close/>
                  </a:path>
                </a:pathLst>
              </a:custGeom>
              <a:solidFill>
                <a:srgbClr val="FFFFFF"/>
              </a:solidFill>
              <a:ln cap="sq">
                <a:noFill/>
                <a:prstDash val="solid"/>
                <a:miter/>
              </a:ln>
            </p:spPr>
          </p:sp>
          <p:sp>
            <p:nvSpPr>
              <p:cNvPr name="TextBox 11" id="11"/>
              <p:cNvSpPr txBox="true"/>
              <p:nvPr/>
            </p:nvSpPr>
            <p:spPr>
              <a:xfrm>
                <a:off x="0" y="-38100"/>
                <a:ext cx="497773" cy="426215"/>
              </a:xfrm>
              <a:prstGeom prst="rect">
                <a:avLst/>
              </a:prstGeom>
            </p:spPr>
            <p:txBody>
              <a:bodyPr anchor="ctr" rtlCol="false" tIns="48220" lIns="48220" bIns="48220" rIns="48220"/>
              <a:lstStyle/>
              <a:p>
                <a:pPr algn="ctr" marL="0" indent="0" lvl="0">
                  <a:lnSpc>
                    <a:spcPts val="1853"/>
                  </a:lnSpc>
                  <a:spcBef>
                    <a:spcPct val="0"/>
                  </a:spcBef>
                </a:pPr>
              </a:p>
              <a:p>
                <a:pPr algn="ctr" marL="0" indent="0" lvl="0">
                  <a:lnSpc>
                    <a:spcPts val="1853"/>
                  </a:lnSpc>
                  <a:spcBef>
                    <a:spcPct val="0"/>
                  </a:spcBef>
                </a:pPr>
              </a:p>
              <a:p>
                <a:pPr algn="ctr" marL="0" indent="0" lvl="0">
                  <a:lnSpc>
                    <a:spcPts val="1853"/>
                  </a:lnSpc>
                  <a:spcBef>
                    <a:spcPct val="0"/>
                  </a:spcBef>
                </a:pPr>
              </a:p>
            </p:txBody>
          </p:sp>
        </p:grpSp>
        <p:grpSp>
          <p:nvGrpSpPr>
            <p:cNvPr name="Group 12" id="12"/>
            <p:cNvGrpSpPr/>
            <p:nvPr/>
          </p:nvGrpSpPr>
          <p:grpSpPr>
            <a:xfrm rot="0">
              <a:off x="16059231" y="0"/>
              <a:ext cx="2504831" cy="1727243"/>
              <a:chOff x="0" y="0"/>
              <a:chExt cx="521251" cy="359436"/>
            </a:xfrm>
          </p:grpSpPr>
          <p:sp>
            <p:nvSpPr>
              <p:cNvPr name="Freeform 13" id="13"/>
              <p:cNvSpPr/>
              <p:nvPr/>
            </p:nvSpPr>
            <p:spPr>
              <a:xfrm flipH="false" flipV="false" rot="0">
                <a:off x="0" y="0"/>
                <a:ext cx="521251" cy="359436"/>
              </a:xfrm>
              <a:custGeom>
                <a:avLst/>
                <a:gdLst/>
                <a:ahLst/>
                <a:cxnLst/>
                <a:rect r="r" b="b" t="t" l="l"/>
                <a:pathLst>
                  <a:path h="359436" w="521251">
                    <a:moveTo>
                      <a:pt x="179718" y="0"/>
                    </a:moveTo>
                    <a:lnTo>
                      <a:pt x="341533" y="0"/>
                    </a:lnTo>
                    <a:cubicBezTo>
                      <a:pt x="440789" y="0"/>
                      <a:pt x="521251" y="80463"/>
                      <a:pt x="521251" y="179718"/>
                    </a:cubicBezTo>
                    <a:lnTo>
                      <a:pt x="521251" y="179718"/>
                    </a:lnTo>
                    <a:cubicBezTo>
                      <a:pt x="521251" y="227382"/>
                      <a:pt x="502317" y="273094"/>
                      <a:pt x="468613" y="306798"/>
                    </a:cubicBezTo>
                    <a:cubicBezTo>
                      <a:pt x="434909" y="340502"/>
                      <a:pt x="389197" y="359436"/>
                      <a:pt x="341533" y="359436"/>
                    </a:cubicBezTo>
                    <a:lnTo>
                      <a:pt x="179718" y="359436"/>
                    </a:lnTo>
                    <a:cubicBezTo>
                      <a:pt x="132054" y="359436"/>
                      <a:pt x="86342" y="340502"/>
                      <a:pt x="52638" y="306798"/>
                    </a:cubicBezTo>
                    <a:cubicBezTo>
                      <a:pt x="18935" y="273094"/>
                      <a:pt x="0" y="227382"/>
                      <a:pt x="0" y="179718"/>
                    </a:cubicBezTo>
                    <a:lnTo>
                      <a:pt x="0" y="179718"/>
                    </a:lnTo>
                    <a:cubicBezTo>
                      <a:pt x="0" y="132054"/>
                      <a:pt x="18935" y="86342"/>
                      <a:pt x="52638" y="52638"/>
                    </a:cubicBezTo>
                    <a:cubicBezTo>
                      <a:pt x="86342" y="18935"/>
                      <a:pt x="132054" y="0"/>
                      <a:pt x="179718" y="0"/>
                    </a:cubicBezTo>
                    <a:close/>
                  </a:path>
                </a:pathLst>
              </a:custGeom>
              <a:solidFill>
                <a:srgbClr val="5170FF"/>
              </a:solidFill>
              <a:ln cap="rnd">
                <a:noFill/>
                <a:prstDash val="solid"/>
                <a:round/>
              </a:ln>
            </p:spPr>
          </p:sp>
          <p:sp>
            <p:nvSpPr>
              <p:cNvPr name="TextBox 14" id="14"/>
              <p:cNvSpPr txBox="true"/>
              <p:nvPr/>
            </p:nvSpPr>
            <p:spPr>
              <a:xfrm>
                <a:off x="0" y="-38100"/>
                <a:ext cx="521251" cy="397536"/>
              </a:xfrm>
              <a:prstGeom prst="rect">
                <a:avLst/>
              </a:prstGeom>
            </p:spPr>
            <p:txBody>
              <a:bodyPr anchor="ctr" rtlCol="false" tIns="48220" lIns="48220" bIns="48220" rIns="48220"/>
              <a:lstStyle/>
              <a:p>
                <a:pPr algn="ctr" marL="0" indent="0" lvl="0">
                  <a:lnSpc>
                    <a:spcPts val="1853"/>
                  </a:lnSpc>
                  <a:spcBef>
                    <a:spcPct val="0"/>
                  </a:spcBef>
                </a:pPr>
              </a:p>
              <a:p>
                <a:pPr algn="ctr" marL="0" indent="0" lvl="0">
                  <a:lnSpc>
                    <a:spcPts val="1853"/>
                  </a:lnSpc>
                  <a:spcBef>
                    <a:spcPct val="0"/>
                  </a:spcBef>
                </a:pPr>
              </a:p>
              <a:p>
                <a:pPr algn="ctr" marL="0" indent="0" lvl="0">
                  <a:lnSpc>
                    <a:spcPts val="1853"/>
                  </a:lnSpc>
                  <a:spcBef>
                    <a:spcPct val="0"/>
                  </a:spcBef>
                </a:pPr>
              </a:p>
            </p:txBody>
          </p:sp>
        </p:grpSp>
      </p:grpSp>
      <p:sp>
        <p:nvSpPr>
          <p:cNvPr name="Freeform 15" id="15"/>
          <p:cNvSpPr/>
          <p:nvPr/>
        </p:nvSpPr>
        <p:spPr>
          <a:xfrm flipH="false" flipV="false" rot="0">
            <a:off x="820604" y="843344"/>
            <a:ext cx="334731" cy="334731"/>
          </a:xfrm>
          <a:custGeom>
            <a:avLst/>
            <a:gdLst/>
            <a:ahLst/>
            <a:cxnLst/>
            <a:rect r="r" b="b" t="t" l="l"/>
            <a:pathLst>
              <a:path h="334731" w="334731">
                <a:moveTo>
                  <a:pt x="0" y="0"/>
                </a:moveTo>
                <a:lnTo>
                  <a:pt x="334731" y="0"/>
                </a:lnTo>
                <a:lnTo>
                  <a:pt x="334731" y="334731"/>
                </a:lnTo>
                <a:lnTo>
                  <a:pt x="0" y="334731"/>
                </a:lnTo>
                <a:lnTo>
                  <a:pt x="0" y="0"/>
                </a:lnTo>
                <a:close/>
              </a:path>
            </a:pathLst>
          </a:custGeom>
          <a:blipFill>
            <a:blip r:embed="rId3">
              <a:extLst>
                <a:ext uri="{96DAC541-7B7A-43D3-8B79-37D633B846F1}">
                  <asvg:svgBlip xmlns:asvg="http://schemas.microsoft.com/office/drawing/2016/SVG/main" r:embed="rId4"/>
                </a:ext>
              </a:extLst>
            </a:blip>
            <a:stretch>
              <a:fillRect l="0" t="0" r="0" b="0"/>
            </a:stretch>
          </a:blipFill>
        </p:spPr>
      </p:sp>
      <p:sp>
        <p:nvSpPr>
          <p:cNvPr name="TextBox 16" id="16"/>
          <p:cNvSpPr txBox="true"/>
          <p:nvPr/>
        </p:nvSpPr>
        <p:spPr>
          <a:xfrm rot="0">
            <a:off x="1355167" y="696396"/>
            <a:ext cx="12295240" cy="685800"/>
          </a:xfrm>
          <a:prstGeom prst="rect">
            <a:avLst/>
          </a:prstGeom>
        </p:spPr>
        <p:txBody>
          <a:bodyPr anchor="t" rtlCol="false" tIns="0" lIns="0" bIns="0" rIns="0">
            <a:spAutoFit/>
          </a:bodyPr>
          <a:lstStyle/>
          <a:p>
            <a:pPr algn="l" marL="0" indent="0" lvl="0">
              <a:lnSpc>
                <a:spcPts val="5100"/>
              </a:lnSpc>
              <a:spcBef>
                <a:spcPct val="0"/>
              </a:spcBef>
            </a:pPr>
            <a:r>
              <a:rPr lang="en-US" b="true" sz="5000" spc="-100" strike="noStrike" u="none">
                <a:solidFill>
                  <a:srgbClr val="FFFFFF"/>
                </a:solidFill>
                <a:latin typeface="프리젠테이션 Bold"/>
                <a:ea typeface="프리젠테이션 Bold"/>
                <a:cs typeface="프리젠테이션 Bold"/>
                <a:sym typeface="프리젠테이션 Bold"/>
              </a:rPr>
              <a:t>루프의 5단계 동작 방식</a:t>
            </a:r>
          </a:p>
        </p:txBody>
      </p:sp>
      <p:sp>
        <p:nvSpPr>
          <p:cNvPr name="TextBox 17" id="17"/>
          <p:cNvSpPr txBox="true"/>
          <p:nvPr/>
        </p:nvSpPr>
        <p:spPr>
          <a:xfrm rot="0">
            <a:off x="14694520" y="1353621"/>
            <a:ext cx="2865076" cy="325120"/>
          </a:xfrm>
          <a:prstGeom prst="rect">
            <a:avLst/>
          </a:prstGeom>
        </p:spPr>
        <p:txBody>
          <a:bodyPr anchor="t" rtlCol="false" tIns="0" lIns="0" bIns="0" rIns="0">
            <a:spAutoFit/>
          </a:bodyPr>
          <a:lstStyle/>
          <a:p>
            <a:pPr algn="ctr" marL="0" indent="0" lvl="0">
              <a:lnSpc>
                <a:spcPts val="2540"/>
              </a:lnSpc>
              <a:spcBef>
                <a:spcPct val="0"/>
              </a:spcBef>
            </a:pPr>
            <a:r>
              <a:rPr lang="en-US" b="true" sz="2000" spc="122" strike="noStrike" u="none">
                <a:solidFill>
                  <a:srgbClr val="5170FF"/>
                </a:solidFill>
                <a:latin typeface="프리젠테이션 Bold"/>
                <a:ea typeface="프리젠테이션 Bold"/>
                <a:cs typeface="프리젠테이션 Bold"/>
                <a:sym typeface="프리젠테이션 Bold"/>
              </a:rPr>
              <a:t>해달 바이브코딩 기초반</a:t>
            </a:r>
          </a:p>
        </p:txBody>
      </p:sp>
      <p:sp>
        <p:nvSpPr>
          <p:cNvPr name="TextBox 18" id="18"/>
          <p:cNvSpPr txBox="true"/>
          <p:nvPr/>
        </p:nvSpPr>
        <p:spPr>
          <a:xfrm rot="0">
            <a:off x="8382000" y="9280525"/>
            <a:ext cx="1524000" cy="358775"/>
          </a:xfrm>
          <a:prstGeom prst="rect">
            <a:avLst/>
          </a:prstGeom>
        </p:spPr>
        <p:txBody>
          <a:bodyPr anchor="t" rtlCol="false" tIns="0" lIns="0" bIns="0" rIns="0">
            <a:spAutoFit/>
          </a:bodyPr>
          <a:lstStyle/>
          <a:p>
            <a:pPr algn="ctr" marL="0" indent="0" lvl="0">
              <a:lnSpc>
                <a:spcPts val="2800"/>
              </a:lnSpc>
              <a:spcBef>
                <a:spcPct val="0"/>
              </a:spcBef>
            </a:pPr>
            <a:r>
              <a:rPr lang="en-US" b="true" sz="2000" strike="noStrike" u="none">
                <a:solidFill>
                  <a:srgbClr val="4165C1"/>
                </a:solidFill>
                <a:latin typeface="프리젠테이션 Bold"/>
                <a:ea typeface="프리젠테이션 Bold"/>
                <a:cs typeface="프리젠테이션 Bold"/>
                <a:sym typeface="프리젠테이션 Bold"/>
              </a:rPr>
              <a:t>- 39 -</a:t>
            </a:r>
          </a:p>
        </p:txBody>
      </p:sp>
      <p:grpSp>
        <p:nvGrpSpPr>
          <p:cNvPr name="Group 19" id="19"/>
          <p:cNvGrpSpPr/>
          <p:nvPr/>
        </p:nvGrpSpPr>
        <p:grpSpPr>
          <a:xfrm rot="0">
            <a:off x="1428750" y="3143250"/>
            <a:ext cx="2667000" cy="3143250"/>
            <a:chOff x="0" y="0"/>
            <a:chExt cx="3556000" cy="4191000"/>
          </a:xfrm>
        </p:grpSpPr>
        <p:sp>
          <p:nvSpPr>
            <p:cNvPr name="Freeform 20" id="20"/>
            <p:cNvSpPr/>
            <p:nvPr/>
          </p:nvSpPr>
          <p:spPr>
            <a:xfrm flipH="false" flipV="false" rot="0">
              <a:off x="0" y="0"/>
              <a:ext cx="3556000" cy="4191000"/>
            </a:xfrm>
            <a:custGeom>
              <a:avLst/>
              <a:gdLst/>
              <a:ahLst/>
              <a:cxnLst/>
              <a:rect r="r" b="b" t="t" l="l"/>
              <a:pathLst>
                <a:path h="4191000" w="3556000">
                  <a:moveTo>
                    <a:pt x="108857" y="0"/>
                  </a:moveTo>
                  <a:lnTo>
                    <a:pt x="3447143" y="0"/>
                  </a:lnTo>
                  <a:cubicBezTo>
                    <a:pt x="3476013" y="0"/>
                    <a:pt x="3503702" y="11469"/>
                    <a:pt x="3524117" y="31884"/>
                  </a:cubicBezTo>
                  <a:cubicBezTo>
                    <a:pt x="3544531" y="52298"/>
                    <a:pt x="3556000" y="79986"/>
                    <a:pt x="3556000" y="108857"/>
                  </a:cubicBezTo>
                  <a:lnTo>
                    <a:pt x="3556000" y="4082143"/>
                  </a:lnTo>
                  <a:cubicBezTo>
                    <a:pt x="3556000" y="4111013"/>
                    <a:pt x="3544531" y="4138702"/>
                    <a:pt x="3524117" y="4159117"/>
                  </a:cubicBezTo>
                  <a:cubicBezTo>
                    <a:pt x="3503702" y="4179531"/>
                    <a:pt x="3476013" y="4191000"/>
                    <a:pt x="3447143" y="4191000"/>
                  </a:cubicBezTo>
                  <a:lnTo>
                    <a:pt x="108857" y="4191000"/>
                  </a:lnTo>
                  <a:cubicBezTo>
                    <a:pt x="79986" y="4191000"/>
                    <a:pt x="52298" y="4179531"/>
                    <a:pt x="31884" y="4159117"/>
                  </a:cubicBezTo>
                  <a:cubicBezTo>
                    <a:pt x="11469" y="4138702"/>
                    <a:pt x="0" y="4111013"/>
                    <a:pt x="0" y="4082143"/>
                  </a:cubicBezTo>
                  <a:lnTo>
                    <a:pt x="0" y="108857"/>
                  </a:lnTo>
                  <a:cubicBezTo>
                    <a:pt x="0" y="79986"/>
                    <a:pt x="11469" y="52298"/>
                    <a:pt x="31884" y="31884"/>
                  </a:cubicBezTo>
                  <a:cubicBezTo>
                    <a:pt x="52298" y="11469"/>
                    <a:pt x="79986" y="0"/>
                    <a:pt x="108857" y="0"/>
                  </a:cubicBezTo>
                  <a:close/>
                </a:path>
              </a:pathLst>
            </a:custGeom>
            <a:solidFill>
              <a:srgbClr val="EEF1FF"/>
            </a:solidFill>
          </p:spPr>
        </p:sp>
        <p:sp>
          <p:nvSpPr>
            <p:cNvPr name="TextBox 21" id="21"/>
            <p:cNvSpPr txBox="true"/>
            <p:nvPr/>
          </p:nvSpPr>
          <p:spPr>
            <a:xfrm>
              <a:off x="0" y="-38100"/>
              <a:ext cx="3556000" cy="4229100"/>
            </a:xfrm>
            <a:prstGeom prst="rect">
              <a:avLst/>
            </a:prstGeom>
          </p:spPr>
          <p:txBody>
            <a:bodyPr anchor="ctr" rtlCol="false" tIns="50800" lIns="50800" bIns="50800" rIns="50800"/>
            <a:lstStyle/>
            <a:p>
              <a:pPr algn="l">
                <a:lnSpc>
                  <a:spcPts val="1679"/>
                </a:lnSpc>
              </a:pPr>
            </a:p>
          </p:txBody>
        </p:sp>
      </p:grpSp>
      <p:grpSp>
        <p:nvGrpSpPr>
          <p:cNvPr name="Group 22" id="22"/>
          <p:cNvGrpSpPr/>
          <p:nvPr/>
        </p:nvGrpSpPr>
        <p:grpSpPr>
          <a:xfrm rot="0">
            <a:off x="4572000" y="3143250"/>
            <a:ext cx="2667000" cy="3143250"/>
            <a:chOff x="0" y="0"/>
            <a:chExt cx="3556000" cy="4191000"/>
          </a:xfrm>
        </p:grpSpPr>
        <p:sp>
          <p:nvSpPr>
            <p:cNvPr name="Freeform 23" id="23"/>
            <p:cNvSpPr/>
            <p:nvPr/>
          </p:nvSpPr>
          <p:spPr>
            <a:xfrm flipH="false" flipV="false" rot="0">
              <a:off x="0" y="0"/>
              <a:ext cx="3556000" cy="4191000"/>
            </a:xfrm>
            <a:custGeom>
              <a:avLst/>
              <a:gdLst/>
              <a:ahLst/>
              <a:cxnLst/>
              <a:rect r="r" b="b" t="t" l="l"/>
              <a:pathLst>
                <a:path h="4191000" w="3556000">
                  <a:moveTo>
                    <a:pt x="108857" y="0"/>
                  </a:moveTo>
                  <a:lnTo>
                    <a:pt x="3447143" y="0"/>
                  </a:lnTo>
                  <a:cubicBezTo>
                    <a:pt x="3476013" y="0"/>
                    <a:pt x="3503702" y="11469"/>
                    <a:pt x="3524117" y="31884"/>
                  </a:cubicBezTo>
                  <a:cubicBezTo>
                    <a:pt x="3544531" y="52298"/>
                    <a:pt x="3556000" y="79986"/>
                    <a:pt x="3556000" y="108857"/>
                  </a:cubicBezTo>
                  <a:lnTo>
                    <a:pt x="3556000" y="4082143"/>
                  </a:lnTo>
                  <a:cubicBezTo>
                    <a:pt x="3556000" y="4111013"/>
                    <a:pt x="3544531" y="4138702"/>
                    <a:pt x="3524117" y="4159117"/>
                  </a:cubicBezTo>
                  <a:cubicBezTo>
                    <a:pt x="3503702" y="4179531"/>
                    <a:pt x="3476013" y="4191000"/>
                    <a:pt x="3447143" y="4191000"/>
                  </a:cubicBezTo>
                  <a:lnTo>
                    <a:pt x="108857" y="4191000"/>
                  </a:lnTo>
                  <a:cubicBezTo>
                    <a:pt x="79986" y="4191000"/>
                    <a:pt x="52298" y="4179531"/>
                    <a:pt x="31884" y="4159117"/>
                  </a:cubicBezTo>
                  <a:cubicBezTo>
                    <a:pt x="11469" y="4138702"/>
                    <a:pt x="0" y="4111013"/>
                    <a:pt x="0" y="4082143"/>
                  </a:cubicBezTo>
                  <a:lnTo>
                    <a:pt x="0" y="108857"/>
                  </a:lnTo>
                  <a:cubicBezTo>
                    <a:pt x="0" y="79986"/>
                    <a:pt x="11469" y="52298"/>
                    <a:pt x="31884" y="31884"/>
                  </a:cubicBezTo>
                  <a:cubicBezTo>
                    <a:pt x="52298" y="11469"/>
                    <a:pt x="79986" y="0"/>
                    <a:pt x="108857" y="0"/>
                  </a:cubicBezTo>
                  <a:close/>
                </a:path>
              </a:pathLst>
            </a:custGeom>
            <a:solidFill>
              <a:srgbClr val="EEF1FF"/>
            </a:solidFill>
          </p:spPr>
        </p:sp>
        <p:sp>
          <p:nvSpPr>
            <p:cNvPr name="TextBox 24" id="24"/>
            <p:cNvSpPr txBox="true"/>
            <p:nvPr/>
          </p:nvSpPr>
          <p:spPr>
            <a:xfrm>
              <a:off x="0" y="-38100"/>
              <a:ext cx="3556000" cy="4229100"/>
            </a:xfrm>
            <a:prstGeom prst="rect">
              <a:avLst/>
            </a:prstGeom>
          </p:spPr>
          <p:txBody>
            <a:bodyPr anchor="ctr" rtlCol="false" tIns="50800" lIns="50800" bIns="50800" rIns="50800"/>
            <a:lstStyle/>
            <a:p>
              <a:pPr algn="l">
                <a:lnSpc>
                  <a:spcPts val="1679"/>
                </a:lnSpc>
              </a:pPr>
            </a:p>
          </p:txBody>
        </p:sp>
      </p:grpSp>
      <p:grpSp>
        <p:nvGrpSpPr>
          <p:cNvPr name="Group 25" id="25"/>
          <p:cNvGrpSpPr/>
          <p:nvPr/>
        </p:nvGrpSpPr>
        <p:grpSpPr>
          <a:xfrm rot="0">
            <a:off x="7715250" y="3143250"/>
            <a:ext cx="2667000" cy="3143250"/>
            <a:chOff x="0" y="0"/>
            <a:chExt cx="3556000" cy="4191000"/>
          </a:xfrm>
        </p:grpSpPr>
        <p:sp>
          <p:nvSpPr>
            <p:cNvPr name="Freeform 26" id="26"/>
            <p:cNvSpPr/>
            <p:nvPr/>
          </p:nvSpPr>
          <p:spPr>
            <a:xfrm flipH="false" flipV="false" rot="0">
              <a:off x="0" y="0"/>
              <a:ext cx="3556000" cy="4191000"/>
            </a:xfrm>
            <a:custGeom>
              <a:avLst/>
              <a:gdLst/>
              <a:ahLst/>
              <a:cxnLst/>
              <a:rect r="r" b="b" t="t" l="l"/>
              <a:pathLst>
                <a:path h="4191000" w="3556000">
                  <a:moveTo>
                    <a:pt x="108857" y="0"/>
                  </a:moveTo>
                  <a:lnTo>
                    <a:pt x="3447143" y="0"/>
                  </a:lnTo>
                  <a:cubicBezTo>
                    <a:pt x="3476013" y="0"/>
                    <a:pt x="3503702" y="11469"/>
                    <a:pt x="3524117" y="31884"/>
                  </a:cubicBezTo>
                  <a:cubicBezTo>
                    <a:pt x="3544531" y="52298"/>
                    <a:pt x="3556000" y="79986"/>
                    <a:pt x="3556000" y="108857"/>
                  </a:cubicBezTo>
                  <a:lnTo>
                    <a:pt x="3556000" y="4082143"/>
                  </a:lnTo>
                  <a:cubicBezTo>
                    <a:pt x="3556000" y="4111013"/>
                    <a:pt x="3544531" y="4138702"/>
                    <a:pt x="3524117" y="4159117"/>
                  </a:cubicBezTo>
                  <a:cubicBezTo>
                    <a:pt x="3503702" y="4179531"/>
                    <a:pt x="3476013" y="4191000"/>
                    <a:pt x="3447143" y="4191000"/>
                  </a:cubicBezTo>
                  <a:lnTo>
                    <a:pt x="108857" y="4191000"/>
                  </a:lnTo>
                  <a:cubicBezTo>
                    <a:pt x="79986" y="4191000"/>
                    <a:pt x="52298" y="4179531"/>
                    <a:pt x="31884" y="4159117"/>
                  </a:cubicBezTo>
                  <a:cubicBezTo>
                    <a:pt x="11469" y="4138702"/>
                    <a:pt x="0" y="4111013"/>
                    <a:pt x="0" y="4082143"/>
                  </a:cubicBezTo>
                  <a:lnTo>
                    <a:pt x="0" y="108857"/>
                  </a:lnTo>
                  <a:cubicBezTo>
                    <a:pt x="0" y="79986"/>
                    <a:pt x="11469" y="52298"/>
                    <a:pt x="31884" y="31884"/>
                  </a:cubicBezTo>
                  <a:cubicBezTo>
                    <a:pt x="52298" y="11469"/>
                    <a:pt x="79986" y="0"/>
                    <a:pt x="108857" y="0"/>
                  </a:cubicBezTo>
                  <a:close/>
                </a:path>
              </a:pathLst>
            </a:custGeom>
            <a:solidFill>
              <a:srgbClr val="EEF1FF"/>
            </a:solidFill>
          </p:spPr>
        </p:sp>
        <p:sp>
          <p:nvSpPr>
            <p:cNvPr name="TextBox 27" id="27"/>
            <p:cNvSpPr txBox="true"/>
            <p:nvPr/>
          </p:nvSpPr>
          <p:spPr>
            <a:xfrm>
              <a:off x="0" y="-38100"/>
              <a:ext cx="3556000" cy="4229100"/>
            </a:xfrm>
            <a:prstGeom prst="rect">
              <a:avLst/>
            </a:prstGeom>
          </p:spPr>
          <p:txBody>
            <a:bodyPr anchor="ctr" rtlCol="false" tIns="50800" lIns="50800" bIns="50800" rIns="50800"/>
            <a:lstStyle/>
            <a:p>
              <a:pPr algn="l">
                <a:lnSpc>
                  <a:spcPts val="1679"/>
                </a:lnSpc>
              </a:pPr>
            </a:p>
          </p:txBody>
        </p:sp>
      </p:grpSp>
      <p:grpSp>
        <p:nvGrpSpPr>
          <p:cNvPr name="Group 28" id="28"/>
          <p:cNvGrpSpPr/>
          <p:nvPr/>
        </p:nvGrpSpPr>
        <p:grpSpPr>
          <a:xfrm rot="0">
            <a:off x="10858500" y="3143250"/>
            <a:ext cx="2667000" cy="3143250"/>
            <a:chOff x="0" y="0"/>
            <a:chExt cx="3556000" cy="4191000"/>
          </a:xfrm>
        </p:grpSpPr>
        <p:sp>
          <p:nvSpPr>
            <p:cNvPr name="Freeform 29" id="29"/>
            <p:cNvSpPr/>
            <p:nvPr/>
          </p:nvSpPr>
          <p:spPr>
            <a:xfrm flipH="false" flipV="false" rot="0">
              <a:off x="0" y="0"/>
              <a:ext cx="3556000" cy="4191000"/>
            </a:xfrm>
            <a:custGeom>
              <a:avLst/>
              <a:gdLst/>
              <a:ahLst/>
              <a:cxnLst/>
              <a:rect r="r" b="b" t="t" l="l"/>
              <a:pathLst>
                <a:path h="4191000" w="3556000">
                  <a:moveTo>
                    <a:pt x="108857" y="0"/>
                  </a:moveTo>
                  <a:lnTo>
                    <a:pt x="3447143" y="0"/>
                  </a:lnTo>
                  <a:cubicBezTo>
                    <a:pt x="3476013" y="0"/>
                    <a:pt x="3503702" y="11469"/>
                    <a:pt x="3524117" y="31884"/>
                  </a:cubicBezTo>
                  <a:cubicBezTo>
                    <a:pt x="3544531" y="52298"/>
                    <a:pt x="3556000" y="79986"/>
                    <a:pt x="3556000" y="108857"/>
                  </a:cubicBezTo>
                  <a:lnTo>
                    <a:pt x="3556000" y="4082143"/>
                  </a:lnTo>
                  <a:cubicBezTo>
                    <a:pt x="3556000" y="4111013"/>
                    <a:pt x="3544531" y="4138702"/>
                    <a:pt x="3524117" y="4159117"/>
                  </a:cubicBezTo>
                  <a:cubicBezTo>
                    <a:pt x="3503702" y="4179531"/>
                    <a:pt x="3476013" y="4191000"/>
                    <a:pt x="3447143" y="4191000"/>
                  </a:cubicBezTo>
                  <a:lnTo>
                    <a:pt x="108857" y="4191000"/>
                  </a:lnTo>
                  <a:cubicBezTo>
                    <a:pt x="79986" y="4191000"/>
                    <a:pt x="52298" y="4179531"/>
                    <a:pt x="31884" y="4159117"/>
                  </a:cubicBezTo>
                  <a:cubicBezTo>
                    <a:pt x="11469" y="4138702"/>
                    <a:pt x="0" y="4111013"/>
                    <a:pt x="0" y="4082143"/>
                  </a:cubicBezTo>
                  <a:lnTo>
                    <a:pt x="0" y="108857"/>
                  </a:lnTo>
                  <a:cubicBezTo>
                    <a:pt x="0" y="79986"/>
                    <a:pt x="11469" y="52298"/>
                    <a:pt x="31884" y="31884"/>
                  </a:cubicBezTo>
                  <a:cubicBezTo>
                    <a:pt x="52298" y="11469"/>
                    <a:pt x="79986" y="0"/>
                    <a:pt x="108857" y="0"/>
                  </a:cubicBezTo>
                  <a:close/>
                </a:path>
              </a:pathLst>
            </a:custGeom>
            <a:solidFill>
              <a:srgbClr val="EEF1FF"/>
            </a:solidFill>
          </p:spPr>
        </p:sp>
        <p:sp>
          <p:nvSpPr>
            <p:cNvPr name="TextBox 30" id="30"/>
            <p:cNvSpPr txBox="true"/>
            <p:nvPr/>
          </p:nvSpPr>
          <p:spPr>
            <a:xfrm>
              <a:off x="0" y="-38100"/>
              <a:ext cx="3556000" cy="4229100"/>
            </a:xfrm>
            <a:prstGeom prst="rect">
              <a:avLst/>
            </a:prstGeom>
          </p:spPr>
          <p:txBody>
            <a:bodyPr anchor="ctr" rtlCol="false" tIns="50800" lIns="50800" bIns="50800" rIns="50800"/>
            <a:lstStyle/>
            <a:p>
              <a:pPr algn="l">
                <a:lnSpc>
                  <a:spcPts val="1679"/>
                </a:lnSpc>
              </a:pPr>
            </a:p>
          </p:txBody>
        </p:sp>
      </p:grpSp>
      <p:grpSp>
        <p:nvGrpSpPr>
          <p:cNvPr name="Group 31" id="31"/>
          <p:cNvGrpSpPr/>
          <p:nvPr/>
        </p:nvGrpSpPr>
        <p:grpSpPr>
          <a:xfrm rot="0">
            <a:off x="14001750" y="3143250"/>
            <a:ext cx="2667000" cy="3143250"/>
            <a:chOff x="0" y="0"/>
            <a:chExt cx="3556000" cy="4191000"/>
          </a:xfrm>
        </p:grpSpPr>
        <p:sp>
          <p:nvSpPr>
            <p:cNvPr name="Freeform 32" id="32"/>
            <p:cNvSpPr/>
            <p:nvPr/>
          </p:nvSpPr>
          <p:spPr>
            <a:xfrm flipH="false" flipV="false" rot="0">
              <a:off x="0" y="0"/>
              <a:ext cx="3556000" cy="4191000"/>
            </a:xfrm>
            <a:custGeom>
              <a:avLst/>
              <a:gdLst/>
              <a:ahLst/>
              <a:cxnLst/>
              <a:rect r="r" b="b" t="t" l="l"/>
              <a:pathLst>
                <a:path h="4191000" w="3556000">
                  <a:moveTo>
                    <a:pt x="108857" y="0"/>
                  </a:moveTo>
                  <a:lnTo>
                    <a:pt x="3447143" y="0"/>
                  </a:lnTo>
                  <a:cubicBezTo>
                    <a:pt x="3476013" y="0"/>
                    <a:pt x="3503702" y="11469"/>
                    <a:pt x="3524117" y="31884"/>
                  </a:cubicBezTo>
                  <a:cubicBezTo>
                    <a:pt x="3544531" y="52298"/>
                    <a:pt x="3556000" y="79986"/>
                    <a:pt x="3556000" y="108857"/>
                  </a:cubicBezTo>
                  <a:lnTo>
                    <a:pt x="3556000" y="4082143"/>
                  </a:lnTo>
                  <a:cubicBezTo>
                    <a:pt x="3556000" y="4111013"/>
                    <a:pt x="3544531" y="4138702"/>
                    <a:pt x="3524117" y="4159117"/>
                  </a:cubicBezTo>
                  <a:cubicBezTo>
                    <a:pt x="3503702" y="4179531"/>
                    <a:pt x="3476013" y="4191000"/>
                    <a:pt x="3447143" y="4191000"/>
                  </a:cubicBezTo>
                  <a:lnTo>
                    <a:pt x="108857" y="4191000"/>
                  </a:lnTo>
                  <a:cubicBezTo>
                    <a:pt x="79986" y="4191000"/>
                    <a:pt x="52298" y="4179531"/>
                    <a:pt x="31884" y="4159117"/>
                  </a:cubicBezTo>
                  <a:cubicBezTo>
                    <a:pt x="11469" y="4138702"/>
                    <a:pt x="0" y="4111013"/>
                    <a:pt x="0" y="4082143"/>
                  </a:cubicBezTo>
                  <a:lnTo>
                    <a:pt x="0" y="108857"/>
                  </a:lnTo>
                  <a:cubicBezTo>
                    <a:pt x="0" y="79986"/>
                    <a:pt x="11469" y="52298"/>
                    <a:pt x="31884" y="31884"/>
                  </a:cubicBezTo>
                  <a:cubicBezTo>
                    <a:pt x="52298" y="11469"/>
                    <a:pt x="79986" y="0"/>
                    <a:pt x="108857" y="0"/>
                  </a:cubicBezTo>
                  <a:close/>
                </a:path>
              </a:pathLst>
            </a:custGeom>
            <a:solidFill>
              <a:srgbClr val="5170FF"/>
            </a:solidFill>
          </p:spPr>
        </p:sp>
        <p:sp>
          <p:nvSpPr>
            <p:cNvPr name="TextBox 33" id="33"/>
            <p:cNvSpPr txBox="true"/>
            <p:nvPr/>
          </p:nvSpPr>
          <p:spPr>
            <a:xfrm>
              <a:off x="0" y="-38100"/>
              <a:ext cx="3556000" cy="4229100"/>
            </a:xfrm>
            <a:prstGeom prst="rect">
              <a:avLst/>
            </a:prstGeom>
          </p:spPr>
          <p:txBody>
            <a:bodyPr anchor="ctr" rtlCol="false" tIns="50800" lIns="50800" bIns="50800" rIns="50800"/>
            <a:lstStyle/>
            <a:p>
              <a:pPr algn="l">
                <a:lnSpc>
                  <a:spcPts val="1679"/>
                </a:lnSpc>
              </a:pPr>
            </a:p>
          </p:txBody>
        </p:sp>
      </p:grpSp>
      <p:sp>
        <p:nvSpPr>
          <p:cNvPr name="TextBox 34" id="34"/>
          <p:cNvSpPr txBox="true"/>
          <p:nvPr/>
        </p:nvSpPr>
        <p:spPr>
          <a:xfrm rot="0">
            <a:off x="1428750" y="3267075"/>
            <a:ext cx="2667000" cy="840105"/>
          </a:xfrm>
          <a:prstGeom prst="rect">
            <a:avLst/>
          </a:prstGeom>
        </p:spPr>
        <p:txBody>
          <a:bodyPr anchor="t" rtlCol="false" tIns="0" lIns="0" bIns="0" rIns="0">
            <a:spAutoFit/>
          </a:bodyPr>
          <a:lstStyle/>
          <a:p>
            <a:pPr algn="ctr">
              <a:lnSpc>
                <a:spcPts val="6719"/>
              </a:lnSpc>
            </a:pPr>
            <a:r>
              <a:rPr lang="en-US" sz="4800">
                <a:solidFill>
                  <a:srgbClr val="000000"/>
                </a:solidFill>
                <a:latin typeface="Arimo"/>
                <a:ea typeface="Arimo"/>
                <a:cs typeface="Arimo"/>
                <a:sym typeface="Arimo"/>
              </a:rPr>
              <a:t>🔍</a:t>
            </a:r>
          </a:p>
        </p:txBody>
      </p:sp>
      <p:sp>
        <p:nvSpPr>
          <p:cNvPr name="TextBox 35" id="35"/>
          <p:cNvSpPr txBox="true"/>
          <p:nvPr/>
        </p:nvSpPr>
        <p:spPr>
          <a:xfrm rot="0">
            <a:off x="4572000" y="3267075"/>
            <a:ext cx="2667000" cy="840105"/>
          </a:xfrm>
          <a:prstGeom prst="rect">
            <a:avLst/>
          </a:prstGeom>
        </p:spPr>
        <p:txBody>
          <a:bodyPr anchor="t" rtlCol="false" tIns="0" lIns="0" bIns="0" rIns="0">
            <a:spAutoFit/>
          </a:bodyPr>
          <a:lstStyle/>
          <a:p>
            <a:pPr algn="ctr">
              <a:lnSpc>
                <a:spcPts val="6719"/>
              </a:lnSpc>
            </a:pPr>
            <a:r>
              <a:rPr lang="en-US" sz="4800">
                <a:solidFill>
                  <a:srgbClr val="000000"/>
                </a:solidFill>
                <a:latin typeface="Arimo"/>
                <a:ea typeface="Arimo"/>
                <a:cs typeface="Arimo"/>
                <a:sym typeface="Arimo"/>
              </a:rPr>
              <a:t>📝</a:t>
            </a:r>
          </a:p>
        </p:txBody>
      </p:sp>
      <p:sp>
        <p:nvSpPr>
          <p:cNvPr name="TextBox 36" id="36"/>
          <p:cNvSpPr txBox="true"/>
          <p:nvPr/>
        </p:nvSpPr>
        <p:spPr>
          <a:xfrm rot="0">
            <a:off x="7715250" y="3267075"/>
            <a:ext cx="2667000" cy="840105"/>
          </a:xfrm>
          <a:prstGeom prst="rect">
            <a:avLst/>
          </a:prstGeom>
        </p:spPr>
        <p:txBody>
          <a:bodyPr anchor="t" rtlCol="false" tIns="0" lIns="0" bIns="0" rIns="0">
            <a:spAutoFit/>
          </a:bodyPr>
          <a:lstStyle/>
          <a:p>
            <a:pPr algn="ctr">
              <a:lnSpc>
                <a:spcPts val="6719"/>
              </a:lnSpc>
            </a:pPr>
            <a:r>
              <a:rPr lang="en-US" sz="4800">
                <a:solidFill>
                  <a:srgbClr val="000000"/>
                </a:solidFill>
                <a:latin typeface="Arimo"/>
                <a:ea typeface="Arimo"/>
                <a:cs typeface="Arimo"/>
                <a:sym typeface="Arimo"/>
              </a:rPr>
              <a:t>🛠️</a:t>
            </a:r>
          </a:p>
        </p:txBody>
      </p:sp>
      <p:sp>
        <p:nvSpPr>
          <p:cNvPr name="TextBox 37" id="37"/>
          <p:cNvSpPr txBox="true"/>
          <p:nvPr/>
        </p:nvSpPr>
        <p:spPr>
          <a:xfrm rot="0">
            <a:off x="10858500" y="3267075"/>
            <a:ext cx="2667000" cy="840105"/>
          </a:xfrm>
          <a:prstGeom prst="rect">
            <a:avLst/>
          </a:prstGeom>
        </p:spPr>
        <p:txBody>
          <a:bodyPr anchor="t" rtlCol="false" tIns="0" lIns="0" bIns="0" rIns="0">
            <a:spAutoFit/>
          </a:bodyPr>
          <a:lstStyle/>
          <a:p>
            <a:pPr algn="ctr">
              <a:lnSpc>
                <a:spcPts val="6719"/>
              </a:lnSpc>
            </a:pPr>
            <a:r>
              <a:rPr lang="en-US" sz="4800">
                <a:solidFill>
                  <a:srgbClr val="000000"/>
                </a:solidFill>
                <a:latin typeface="Arimo"/>
                <a:ea typeface="Arimo"/>
                <a:cs typeface="Arimo"/>
                <a:sym typeface="Arimo"/>
              </a:rPr>
              <a:t>✅</a:t>
            </a:r>
          </a:p>
        </p:txBody>
      </p:sp>
      <p:sp>
        <p:nvSpPr>
          <p:cNvPr name="TextBox 38" id="38"/>
          <p:cNvSpPr txBox="true"/>
          <p:nvPr/>
        </p:nvSpPr>
        <p:spPr>
          <a:xfrm rot="0">
            <a:off x="14001750" y="3267075"/>
            <a:ext cx="2667000" cy="840105"/>
          </a:xfrm>
          <a:prstGeom prst="rect">
            <a:avLst/>
          </a:prstGeom>
        </p:spPr>
        <p:txBody>
          <a:bodyPr anchor="t" rtlCol="false" tIns="0" lIns="0" bIns="0" rIns="0">
            <a:spAutoFit/>
          </a:bodyPr>
          <a:lstStyle/>
          <a:p>
            <a:pPr algn="ctr">
              <a:lnSpc>
                <a:spcPts val="6719"/>
              </a:lnSpc>
            </a:pPr>
            <a:r>
              <a:rPr lang="en-US" sz="4800">
                <a:solidFill>
                  <a:srgbClr val="000000"/>
                </a:solidFill>
                <a:latin typeface="Arimo"/>
                <a:ea typeface="Arimo"/>
                <a:cs typeface="Arimo"/>
                <a:sym typeface="Arimo"/>
              </a:rPr>
              <a:t>🔁</a:t>
            </a:r>
          </a:p>
        </p:txBody>
      </p:sp>
      <p:sp>
        <p:nvSpPr>
          <p:cNvPr name="TextBox 39" id="39"/>
          <p:cNvSpPr txBox="true"/>
          <p:nvPr/>
        </p:nvSpPr>
        <p:spPr>
          <a:xfrm rot="0">
            <a:off x="1428750" y="4324350"/>
            <a:ext cx="2667000" cy="440055"/>
          </a:xfrm>
          <a:prstGeom prst="rect">
            <a:avLst/>
          </a:prstGeom>
        </p:spPr>
        <p:txBody>
          <a:bodyPr anchor="t" rtlCol="false" tIns="0" lIns="0" bIns="0" rIns="0">
            <a:spAutoFit/>
          </a:bodyPr>
          <a:lstStyle/>
          <a:p>
            <a:pPr algn="ctr">
              <a:lnSpc>
                <a:spcPts val="3569"/>
              </a:lnSpc>
            </a:pPr>
            <a:r>
              <a:rPr lang="en-US" sz="2550" b="true">
                <a:solidFill>
                  <a:srgbClr val="5170FF"/>
                </a:solidFill>
                <a:latin typeface="Arimo Bold"/>
                <a:ea typeface="Arimo Bold"/>
                <a:cs typeface="Arimo Bold"/>
                <a:sym typeface="Arimo Bold"/>
              </a:rPr>
              <a:t>① Discover</a:t>
            </a:r>
          </a:p>
        </p:txBody>
      </p:sp>
      <p:sp>
        <p:nvSpPr>
          <p:cNvPr name="TextBox 40" id="40"/>
          <p:cNvSpPr txBox="true"/>
          <p:nvPr/>
        </p:nvSpPr>
        <p:spPr>
          <a:xfrm rot="0">
            <a:off x="4572000" y="4324350"/>
            <a:ext cx="2667000" cy="440055"/>
          </a:xfrm>
          <a:prstGeom prst="rect">
            <a:avLst/>
          </a:prstGeom>
        </p:spPr>
        <p:txBody>
          <a:bodyPr anchor="t" rtlCol="false" tIns="0" lIns="0" bIns="0" rIns="0">
            <a:spAutoFit/>
          </a:bodyPr>
          <a:lstStyle/>
          <a:p>
            <a:pPr algn="ctr">
              <a:lnSpc>
                <a:spcPts val="3569"/>
              </a:lnSpc>
            </a:pPr>
            <a:r>
              <a:rPr lang="en-US" sz="2550" b="true">
                <a:solidFill>
                  <a:srgbClr val="5170FF"/>
                </a:solidFill>
                <a:latin typeface="Arimo Bold"/>
                <a:ea typeface="Arimo Bold"/>
                <a:cs typeface="Arimo Bold"/>
                <a:sym typeface="Arimo Bold"/>
              </a:rPr>
              <a:t>② Plan</a:t>
            </a:r>
          </a:p>
        </p:txBody>
      </p:sp>
      <p:sp>
        <p:nvSpPr>
          <p:cNvPr name="TextBox 41" id="41"/>
          <p:cNvSpPr txBox="true"/>
          <p:nvPr/>
        </p:nvSpPr>
        <p:spPr>
          <a:xfrm rot="0">
            <a:off x="7715250" y="4324350"/>
            <a:ext cx="2667000" cy="440055"/>
          </a:xfrm>
          <a:prstGeom prst="rect">
            <a:avLst/>
          </a:prstGeom>
        </p:spPr>
        <p:txBody>
          <a:bodyPr anchor="t" rtlCol="false" tIns="0" lIns="0" bIns="0" rIns="0">
            <a:spAutoFit/>
          </a:bodyPr>
          <a:lstStyle/>
          <a:p>
            <a:pPr algn="ctr">
              <a:lnSpc>
                <a:spcPts val="3569"/>
              </a:lnSpc>
            </a:pPr>
            <a:r>
              <a:rPr lang="en-US" sz="2550" b="true">
                <a:solidFill>
                  <a:srgbClr val="5170FF"/>
                </a:solidFill>
                <a:latin typeface="Arimo Bold"/>
                <a:ea typeface="Arimo Bold"/>
                <a:cs typeface="Arimo Bold"/>
                <a:sym typeface="Arimo Bold"/>
              </a:rPr>
              <a:t>③ Execute</a:t>
            </a:r>
          </a:p>
        </p:txBody>
      </p:sp>
      <p:sp>
        <p:nvSpPr>
          <p:cNvPr name="TextBox 42" id="42"/>
          <p:cNvSpPr txBox="true"/>
          <p:nvPr/>
        </p:nvSpPr>
        <p:spPr>
          <a:xfrm rot="0">
            <a:off x="10858500" y="4324350"/>
            <a:ext cx="2667000" cy="440055"/>
          </a:xfrm>
          <a:prstGeom prst="rect">
            <a:avLst/>
          </a:prstGeom>
        </p:spPr>
        <p:txBody>
          <a:bodyPr anchor="t" rtlCol="false" tIns="0" lIns="0" bIns="0" rIns="0">
            <a:spAutoFit/>
          </a:bodyPr>
          <a:lstStyle/>
          <a:p>
            <a:pPr algn="ctr">
              <a:lnSpc>
                <a:spcPts val="3569"/>
              </a:lnSpc>
            </a:pPr>
            <a:r>
              <a:rPr lang="en-US" sz="2550" b="true">
                <a:solidFill>
                  <a:srgbClr val="5170FF"/>
                </a:solidFill>
                <a:latin typeface="Arimo Bold"/>
                <a:ea typeface="Arimo Bold"/>
                <a:cs typeface="Arimo Bold"/>
                <a:sym typeface="Arimo Bold"/>
              </a:rPr>
              <a:t>④ Verify</a:t>
            </a:r>
          </a:p>
        </p:txBody>
      </p:sp>
      <p:sp>
        <p:nvSpPr>
          <p:cNvPr name="TextBox 43" id="43"/>
          <p:cNvSpPr txBox="true"/>
          <p:nvPr/>
        </p:nvSpPr>
        <p:spPr>
          <a:xfrm rot="0">
            <a:off x="14001750" y="4324350"/>
            <a:ext cx="2667000" cy="440055"/>
          </a:xfrm>
          <a:prstGeom prst="rect">
            <a:avLst/>
          </a:prstGeom>
        </p:spPr>
        <p:txBody>
          <a:bodyPr anchor="t" rtlCol="false" tIns="0" lIns="0" bIns="0" rIns="0">
            <a:spAutoFit/>
          </a:bodyPr>
          <a:lstStyle/>
          <a:p>
            <a:pPr algn="ctr">
              <a:lnSpc>
                <a:spcPts val="3569"/>
              </a:lnSpc>
            </a:pPr>
            <a:r>
              <a:rPr lang="en-US" sz="2550" b="true">
                <a:solidFill>
                  <a:srgbClr val="FFFFFF"/>
                </a:solidFill>
                <a:latin typeface="Arimo Bold"/>
                <a:ea typeface="Arimo Bold"/>
                <a:cs typeface="Arimo Bold"/>
                <a:sym typeface="Arimo Bold"/>
              </a:rPr>
              <a:t>⑤ Iterate</a:t>
            </a:r>
          </a:p>
        </p:txBody>
      </p:sp>
      <p:sp>
        <p:nvSpPr>
          <p:cNvPr name="TextBox 44" id="44"/>
          <p:cNvSpPr txBox="true"/>
          <p:nvPr/>
        </p:nvSpPr>
        <p:spPr>
          <a:xfrm rot="0">
            <a:off x="1428750" y="4981575"/>
            <a:ext cx="2667000" cy="786765"/>
          </a:xfrm>
          <a:prstGeom prst="rect">
            <a:avLst/>
          </a:prstGeom>
        </p:spPr>
        <p:txBody>
          <a:bodyPr anchor="t" rtlCol="false" tIns="0" lIns="0" bIns="0" rIns="0">
            <a:spAutoFit/>
          </a:bodyPr>
          <a:lstStyle/>
          <a:p>
            <a:pPr algn="ctr">
              <a:lnSpc>
                <a:spcPts val="3150"/>
              </a:lnSpc>
            </a:pPr>
            <a:r>
              <a:rPr lang="en-US" sz="2100" b="true">
                <a:solidFill>
                  <a:srgbClr val="2D3350"/>
                </a:solidFill>
                <a:latin typeface="Arimo Bold"/>
                <a:ea typeface="Arimo Bold"/>
                <a:cs typeface="Arimo Bold"/>
                <a:sym typeface="Arimo Bold"/>
              </a:rPr>
              <a:t>목표 탐색</a:t>
            </a:r>
          </a:p>
          <a:p>
            <a:pPr algn="ctr">
              <a:lnSpc>
                <a:spcPts val="3150"/>
              </a:lnSpc>
            </a:pPr>
            <a:r>
              <a:rPr lang="en-US" sz="2100" b="true">
                <a:solidFill>
                  <a:srgbClr val="2D3350"/>
                </a:solidFill>
                <a:latin typeface="Arimo Bold"/>
                <a:ea typeface="Arimo Bold"/>
                <a:cs typeface="Arimo Bold"/>
                <a:sym typeface="Arimo Bold"/>
              </a:rPr>
              <a:t>개선점 찾기</a:t>
            </a:r>
          </a:p>
        </p:txBody>
      </p:sp>
      <p:sp>
        <p:nvSpPr>
          <p:cNvPr name="TextBox 45" id="45"/>
          <p:cNvSpPr txBox="true"/>
          <p:nvPr/>
        </p:nvSpPr>
        <p:spPr>
          <a:xfrm rot="0">
            <a:off x="4572000" y="4981575"/>
            <a:ext cx="2667000" cy="786765"/>
          </a:xfrm>
          <a:prstGeom prst="rect">
            <a:avLst/>
          </a:prstGeom>
        </p:spPr>
        <p:txBody>
          <a:bodyPr anchor="t" rtlCol="false" tIns="0" lIns="0" bIns="0" rIns="0">
            <a:spAutoFit/>
          </a:bodyPr>
          <a:lstStyle/>
          <a:p>
            <a:pPr algn="ctr">
              <a:lnSpc>
                <a:spcPts val="3150"/>
              </a:lnSpc>
            </a:pPr>
            <a:r>
              <a:rPr lang="en-US" sz="2100" b="true">
                <a:solidFill>
                  <a:srgbClr val="2D3350"/>
                </a:solidFill>
                <a:latin typeface="Arimo Bold"/>
                <a:ea typeface="Arimo Bold"/>
                <a:cs typeface="Arimo Bold"/>
                <a:sym typeface="Arimo Bold"/>
              </a:rPr>
              <a:t>계획 수립</a:t>
            </a:r>
          </a:p>
          <a:p>
            <a:pPr algn="ctr">
              <a:lnSpc>
                <a:spcPts val="3150"/>
              </a:lnSpc>
            </a:pPr>
            <a:r>
              <a:rPr lang="en-US" sz="2100" b="true">
                <a:solidFill>
                  <a:srgbClr val="2D3350"/>
                </a:solidFill>
                <a:latin typeface="Arimo Bold"/>
                <a:ea typeface="Arimo Bold"/>
                <a:cs typeface="Arimo Bold"/>
                <a:sym typeface="Arimo Bold"/>
              </a:rPr>
              <a:t>순서 정하기</a:t>
            </a:r>
          </a:p>
        </p:txBody>
      </p:sp>
      <p:sp>
        <p:nvSpPr>
          <p:cNvPr name="TextBox 46" id="46"/>
          <p:cNvSpPr txBox="true"/>
          <p:nvPr/>
        </p:nvSpPr>
        <p:spPr>
          <a:xfrm rot="0">
            <a:off x="7715250" y="4981575"/>
            <a:ext cx="2667000" cy="786765"/>
          </a:xfrm>
          <a:prstGeom prst="rect">
            <a:avLst/>
          </a:prstGeom>
        </p:spPr>
        <p:txBody>
          <a:bodyPr anchor="t" rtlCol="false" tIns="0" lIns="0" bIns="0" rIns="0">
            <a:spAutoFit/>
          </a:bodyPr>
          <a:lstStyle/>
          <a:p>
            <a:pPr algn="ctr">
              <a:lnSpc>
                <a:spcPts val="3150"/>
              </a:lnSpc>
            </a:pPr>
            <a:r>
              <a:rPr lang="en-US" sz="2100" b="true">
                <a:solidFill>
                  <a:srgbClr val="2D3350"/>
                </a:solidFill>
                <a:latin typeface="Arimo Bold"/>
                <a:ea typeface="Arimo Bold"/>
                <a:cs typeface="Arimo Bold"/>
                <a:sym typeface="Arimo Bold"/>
              </a:rPr>
              <a:t>실행</a:t>
            </a:r>
          </a:p>
          <a:p>
            <a:pPr algn="ctr">
              <a:lnSpc>
                <a:spcPts val="3150"/>
              </a:lnSpc>
            </a:pPr>
            <a:r>
              <a:rPr lang="en-US" sz="2100" b="true">
                <a:solidFill>
                  <a:srgbClr val="2D3350"/>
                </a:solidFill>
                <a:latin typeface="Arimo Bold"/>
                <a:ea typeface="Arimo Bold"/>
                <a:cs typeface="Arimo Bold"/>
                <a:sym typeface="Arimo Bold"/>
              </a:rPr>
              <a:t>실제로 수정</a:t>
            </a:r>
          </a:p>
        </p:txBody>
      </p:sp>
      <p:sp>
        <p:nvSpPr>
          <p:cNvPr name="TextBox 47" id="47"/>
          <p:cNvSpPr txBox="true"/>
          <p:nvPr/>
        </p:nvSpPr>
        <p:spPr>
          <a:xfrm rot="0">
            <a:off x="10858500" y="4981575"/>
            <a:ext cx="2667000" cy="786765"/>
          </a:xfrm>
          <a:prstGeom prst="rect">
            <a:avLst/>
          </a:prstGeom>
        </p:spPr>
        <p:txBody>
          <a:bodyPr anchor="t" rtlCol="false" tIns="0" lIns="0" bIns="0" rIns="0">
            <a:spAutoFit/>
          </a:bodyPr>
          <a:lstStyle/>
          <a:p>
            <a:pPr algn="ctr">
              <a:lnSpc>
                <a:spcPts val="3150"/>
              </a:lnSpc>
            </a:pPr>
            <a:r>
              <a:rPr lang="en-US" sz="2100" b="true">
                <a:solidFill>
                  <a:srgbClr val="2D3350"/>
                </a:solidFill>
                <a:latin typeface="Arimo Bold"/>
                <a:ea typeface="Arimo Bold"/>
                <a:cs typeface="Arimo Bold"/>
                <a:sym typeface="Arimo Bold"/>
              </a:rPr>
              <a:t>검증</a:t>
            </a:r>
          </a:p>
          <a:p>
            <a:pPr algn="ctr">
              <a:lnSpc>
                <a:spcPts val="3150"/>
              </a:lnSpc>
            </a:pPr>
            <a:r>
              <a:rPr lang="en-US" sz="2100" b="true">
                <a:solidFill>
                  <a:srgbClr val="2D3350"/>
                </a:solidFill>
                <a:latin typeface="Arimo Bold"/>
                <a:ea typeface="Arimo Bold"/>
                <a:cs typeface="Arimo Bold"/>
                <a:sym typeface="Arimo Bold"/>
              </a:rPr>
              <a:t>규칙·결과 점검</a:t>
            </a:r>
          </a:p>
        </p:txBody>
      </p:sp>
      <p:sp>
        <p:nvSpPr>
          <p:cNvPr name="TextBox 48" id="48"/>
          <p:cNvSpPr txBox="true"/>
          <p:nvPr/>
        </p:nvSpPr>
        <p:spPr>
          <a:xfrm rot="0">
            <a:off x="14001750" y="4981575"/>
            <a:ext cx="2667000" cy="786765"/>
          </a:xfrm>
          <a:prstGeom prst="rect">
            <a:avLst/>
          </a:prstGeom>
        </p:spPr>
        <p:txBody>
          <a:bodyPr anchor="t" rtlCol="false" tIns="0" lIns="0" bIns="0" rIns="0">
            <a:spAutoFit/>
          </a:bodyPr>
          <a:lstStyle/>
          <a:p>
            <a:pPr algn="ctr">
              <a:lnSpc>
                <a:spcPts val="3150"/>
              </a:lnSpc>
            </a:pPr>
            <a:r>
              <a:rPr lang="en-US" sz="2100" b="true">
                <a:solidFill>
                  <a:srgbClr val="FFFFFF"/>
                </a:solidFill>
                <a:latin typeface="Arimo Bold"/>
                <a:ea typeface="Arimo Bold"/>
                <a:cs typeface="Arimo Bold"/>
                <a:sym typeface="Arimo Bold"/>
              </a:rPr>
              <a:t>반복·완료</a:t>
            </a:r>
          </a:p>
          <a:p>
            <a:pPr algn="ctr">
              <a:lnSpc>
                <a:spcPts val="3150"/>
              </a:lnSpc>
            </a:pPr>
            <a:r>
              <a:rPr lang="en-US" sz="2100" b="true">
                <a:solidFill>
                  <a:srgbClr val="FFFFFF"/>
                </a:solidFill>
                <a:latin typeface="Arimo Bold"/>
                <a:ea typeface="Arimo Bold"/>
                <a:cs typeface="Arimo Bold"/>
                <a:sym typeface="Arimo Bold"/>
              </a:rPr>
              <a:t>고치거나 멈추기</a:t>
            </a:r>
          </a:p>
        </p:txBody>
      </p:sp>
      <p:sp>
        <p:nvSpPr>
          <p:cNvPr name="TextBox 49" id="49"/>
          <p:cNvSpPr txBox="true"/>
          <p:nvPr/>
        </p:nvSpPr>
        <p:spPr>
          <a:xfrm rot="0">
            <a:off x="4114800" y="4419600"/>
            <a:ext cx="438150" cy="415290"/>
          </a:xfrm>
          <a:prstGeom prst="rect">
            <a:avLst/>
          </a:prstGeom>
        </p:spPr>
        <p:txBody>
          <a:bodyPr anchor="t" rtlCol="false" tIns="0" lIns="0" bIns="0" rIns="0">
            <a:spAutoFit/>
          </a:bodyPr>
          <a:lstStyle/>
          <a:p>
            <a:pPr algn="ctr">
              <a:lnSpc>
                <a:spcPts val="3359"/>
              </a:lnSpc>
            </a:pPr>
            <a:r>
              <a:rPr lang="en-US" sz="2400">
                <a:solidFill>
                  <a:srgbClr val="A9B8FF"/>
                </a:solidFill>
                <a:latin typeface="Arimo"/>
                <a:ea typeface="Arimo"/>
                <a:cs typeface="Arimo"/>
                <a:sym typeface="Arimo"/>
              </a:rPr>
              <a:t>▶</a:t>
            </a:r>
          </a:p>
        </p:txBody>
      </p:sp>
      <p:sp>
        <p:nvSpPr>
          <p:cNvPr name="TextBox 50" id="50"/>
          <p:cNvSpPr txBox="true"/>
          <p:nvPr/>
        </p:nvSpPr>
        <p:spPr>
          <a:xfrm rot="0">
            <a:off x="7258050" y="4419600"/>
            <a:ext cx="438150" cy="415290"/>
          </a:xfrm>
          <a:prstGeom prst="rect">
            <a:avLst/>
          </a:prstGeom>
        </p:spPr>
        <p:txBody>
          <a:bodyPr anchor="t" rtlCol="false" tIns="0" lIns="0" bIns="0" rIns="0">
            <a:spAutoFit/>
          </a:bodyPr>
          <a:lstStyle/>
          <a:p>
            <a:pPr algn="ctr">
              <a:lnSpc>
                <a:spcPts val="3359"/>
              </a:lnSpc>
            </a:pPr>
            <a:r>
              <a:rPr lang="en-US" sz="2400">
                <a:solidFill>
                  <a:srgbClr val="A9B8FF"/>
                </a:solidFill>
                <a:latin typeface="Arimo"/>
                <a:ea typeface="Arimo"/>
                <a:cs typeface="Arimo"/>
                <a:sym typeface="Arimo"/>
              </a:rPr>
              <a:t>▶</a:t>
            </a:r>
          </a:p>
        </p:txBody>
      </p:sp>
      <p:sp>
        <p:nvSpPr>
          <p:cNvPr name="TextBox 51" id="51"/>
          <p:cNvSpPr txBox="true"/>
          <p:nvPr/>
        </p:nvSpPr>
        <p:spPr>
          <a:xfrm rot="0">
            <a:off x="10401300" y="4419600"/>
            <a:ext cx="438150" cy="415290"/>
          </a:xfrm>
          <a:prstGeom prst="rect">
            <a:avLst/>
          </a:prstGeom>
        </p:spPr>
        <p:txBody>
          <a:bodyPr anchor="t" rtlCol="false" tIns="0" lIns="0" bIns="0" rIns="0">
            <a:spAutoFit/>
          </a:bodyPr>
          <a:lstStyle/>
          <a:p>
            <a:pPr algn="ctr">
              <a:lnSpc>
                <a:spcPts val="3359"/>
              </a:lnSpc>
            </a:pPr>
            <a:r>
              <a:rPr lang="en-US" sz="2400">
                <a:solidFill>
                  <a:srgbClr val="A9B8FF"/>
                </a:solidFill>
                <a:latin typeface="Arimo"/>
                <a:ea typeface="Arimo"/>
                <a:cs typeface="Arimo"/>
                <a:sym typeface="Arimo"/>
              </a:rPr>
              <a:t>▶</a:t>
            </a:r>
          </a:p>
        </p:txBody>
      </p:sp>
      <p:sp>
        <p:nvSpPr>
          <p:cNvPr name="TextBox 52" id="52"/>
          <p:cNvSpPr txBox="true"/>
          <p:nvPr/>
        </p:nvSpPr>
        <p:spPr>
          <a:xfrm rot="0">
            <a:off x="13544550" y="4419600"/>
            <a:ext cx="438150" cy="415290"/>
          </a:xfrm>
          <a:prstGeom prst="rect">
            <a:avLst/>
          </a:prstGeom>
        </p:spPr>
        <p:txBody>
          <a:bodyPr anchor="t" rtlCol="false" tIns="0" lIns="0" bIns="0" rIns="0">
            <a:spAutoFit/>
          </a:bodyPr>
          <a:lstStyle/>
          <a:p>
            <a:pPr algn="ctr">
              <a:lnSpc>
                <a:spcPts val="3359"/>
              </a:lnSpc>
            </a:pPr>
            <a:r>
              <a:rPr lang="en-US" sz="2400">
                <a:solidFill>
                  <a:srgbClr val="A9B8FF"/>
                </a:solidFill>
                <a:latin typeface="Arimo"/>
                <a:ea typeface="Arimo"/>
                <a:cs typeface="Arimo"/>
                <a:sym typeface="Arimo"/>
              </a:rPr>
              <a:t>▶</a:t>
            </a:r>
          </a:p>
        </p:txBody>
      </p:sp>
      <p:grpSp>
        <p:nvGrpSpPr>
          <p:cNvPr name="Group 53" id="53"/>
          <p:cNvGrpSpPr/>
          <p:nvPr/>
        </p:nvGrpSpPr>
        <p:grpSpPr>
          <a:xfrm rot="0">
            <a:off x="3429000" y="6762750"/>
            <a:ext cx="11430000" cy="857250"/>
            <a:chOff x="0" y="0"/>
            <a:chExt cx="15240000" cy="1143000"/>
          </a:xfrm>
        </p:grpSpPr>
        <p:sp>
          <p:nvSpPr>
            <p:cNvPr name="Freeform 54" id="54"/>
            <p:cNvSpPr/>
            <p:nvPr/>
          </p:nvSpPr>
          <p:spPr>
            <a:xfrm flipH="false" flipV="false" rot="0">
              <a:off x="0" y="0"/>
              <a:ext cx="15240000" cy="1143000"/>
            </a:xfrm>
            <a:custGeom>
              <a:avLst/>
              <a:gdLst/>
              <a:ahLst/>
              <a:cxnLst/>
              <a:rect r="r" b="b" t="t" l="l"/>
              <a:pathLst>
                <a:path h="1143000" w="15240000">
                  <a:moveTo>
                    <a:pt x="47625" y="0"/>
                  </a:moveTo>
                  <a:lnTo>
                    <a:pt x="15192375" y="0"/>
                  </a:lnTo>
                  <a:cubicBezTo>
                    <a:pt x="15218677" y="0"/>
                    <a:pt x="15240000" y="21322"/>
                    <a:pt x="15240000" y="47625"/>
                  </a:cubicBezTo>
                  <a:lnTo>
                    <a:pt x="15240000" y="1095375"/>
                  </a:lnTo>
                  <a:cubicBezTo>
                    <a:pt x="15240000" y="1121678"/>
                    <a:pt x="15218677" y="1143000"/>
                    <a:pt x="15192375" y="1143000"/>
                  </a:cubicBezTo>
                  <a:lnTo>
                    <a:pt x="47625" y="1143000"/>
                  </a:lnTo>
                  <a:cubicBezTo>
                    <a:pt x="21322" y="1143000"/>
                    <a:pt x="0" y="1121678"/>
                    <a:pt x="0" y="1095375"/>
                  </a:cubicBezTo>
                  <a:lnTo>
                    <a:pt x="0" y="47625"/>
                  </a:lnTo>
                  <a:cubicBezTo>
                    <a:pt x="0" y="21322"/>
                    <a:pt x="21322" y="0"/>
                    <a:pt x="47625" y="0"/>
                  </a:cubicBezTo>
                  <a:close/>
                </a:path>
              </a:pathLst>
            </a:custGeom>
            <a:solidFill>
              <a:srgbClr val="DFE5FF"/>
            </a:solidFill>
          </p:spPr>
        </p:sp>
        <p:sp>
          <p:nvSpPr>
            <p:cNvPr name="TextBox 55" id="55"/>
            <p:cNvSpPr txBox="true"/>
            <p:nvPr/>
          </p:nvSpPr>
          <p:spPr>
            <a:xfrm>
              <a:off x="0" y="-38100"/>
              <a:ext cx="15240000" cy="1181100"/>
            </a:xfrm>
            <a:prstGeom prst="rect">
              <a:avLst/>
            </a:prstGeom>
          </p:spPr>
          <p:txBody>
            <a:bodyPr anchor="ctr" rtlCol="false" tIns="50800" lIns="50800" bIns="50800" rIns="50800"/>
            <a:lstStyle/>
            <a:p>
              <a:pPr algn="l">
                <a:lnSpc>
                  <a:spcPts val="1679"/>
                </a:lnSpc>
              </a:pPr>
            </a:p>
          </p:txBody>
        </p:sp>
      </p:grpSp>
      <p:sp>
        <p:nvSpPr>
          <p:cNvPr name="TextBox 56" id="56"/>
          <p:cNvSpPr txBox="true"/>
          <p:nvPr/>
        </p:nvSpPr>
        <p:spPr>
          <a:xfrm rot="0">
            <a:off x="3429000" y="6924675"/>
            <a:ext cx="11430000" cy="415290"/>
          </a:xfrm>
          <a:prstGeom prst="rect">
            <a:avLst/>
          </a:prstGeom>
        </p:spPr>
        <p:txBody>
          <a:bodyPr anchor="t" rtlCol="false" tIns="0" lIns="0" bIns="0" rIns="0">
            <a:spAutoFit/>
          </a:bodyPr>
          <a:lstStyle/>
          <a:p>
            <a:pPr algn="ctr">
              <a:lnSpc>
                <a:spcPts val="3359"/>
              </a:lnSpc>
            </a:pPr>
            <a:r>
              <a:rPr lang="en-US" sz="2400" b="true">
                <a:solidFill>
                  <a:srgbClr val="5170FF"/>
                </a:solidFill>
                <a:latin typeface="Arimo Bold"/>
                <a:ea typeface="Arimo Bold"/>
                <a:cs typeface="Arimo Bold"/>
                <a:sym typeface="Arimo Bold"/>
              </a:rPr>
              <a:t>↩️ ④에서 문제 발견 → ②로 돌아가 다시 (최대 2회)</a:t>
            </a:r>
          </a:p>
        </p:txBody>
      </p:sp>
      <p:sp>
        <p:nvSpPr>
          <p:cNvPr name="TextBox 57" id="57"/>
          <p:cNvSpPr txBox="true"/>
          <p:nvPr/>
        </p:nvSpPr>
        <p:spPr>
          <a:xfrm rot="0">
            <a:off x="3429000" y="7943850"/>
            <a:ext cx="11430000" cy="400050"/>
          </a:xfrm>
          <a:prstGeom prst="rect">
            <a:avLst/>
          </a:prstGeom>
        </p:spPr>
        <p:txBody>
          <a:bodyPr anchor="t" rtlCol="false" tIns="0" lIns="0" bIns="0" rIns="0">
            <a:spAutoFit/>
          </a:bodyPr>
          <a:lstStyle/>
          <a:p>
            <a:pPr algn="ctr">
              <a:lnSpc>
                <a:spcPts val="3149"/>
              </a:lnSpc>
            </a:pPr>
            <a:r>
              <a:rPr lang="en-US" sz="2250" b="true">
                <a:solidFill>
                  <a:srgbClr val="747EA3"/>
                </a:solidFill>
                <a:latin typeface="Arimo Bold"/>
                <a:ea typeface="Arimo Bold"/>
                <a:cs typeface="Arimo Bold"/>
                <a:sym typeface="Arimo Bold"/>
              </a:rPr>
              <a:t>사람은 ② Plan 승인만! 나머지는 AI가 스스로</a:t>
            </a:r>
          </a:p>
        </p:txBody>
      </p:sp>
    </p:spTree>
  </p:cSld>
  <p:clrMapOvr>
    <a:masterClrMapping/>
  </p:clrMapOvr>
</p:sld>
</file>

<file path=ppt/slides/slide40.xml><?xml version="1.0" encoding="utf-8"?>
<p:sld xmlns:p="http://schemas.openxmlformats.org/presentationml/2006/main" xmlns:a="http://schemas.openxmlformats.org/drawingml/2006/main" xmlns:r="http://schemas.openxmlformats.org/officeDocument/2006/relationships">
  <p:cSld>
    <p:bg>
      <p:bgPr>
        <a:solidFill>
          <a:srgbClr val="5170FF"/>
        </a:solidFill>
      </p:bgPr>
    </p:bg>
    <p:spTree>
      <p:nvGrpSpPr>
        <p:cNvPr id="1" name=""/>
        <p:cNvGrpSpPr/>
        <p:nvPr/>
      </p:nvGrpSpPr>
      <p:grpSpPr>
        <a:xfrm>
          <a:off x="0" y="0"/>
          <a:ext cx="0" cy="0"/>
          <a:chOff x="0" y="0"/>
          <a:chExt cx="0" cy="0"/>
        </a:xfrm>
      </p:grpSpPr>
      <p:grpSp>
        <p:nvGrpSpPr>
          <p:cNvPr name="Group 2" id="2"/>
          <p:cNvGrpSpPr/>
          <p:nvPr/>
        </p:nvGrpSpPr>
        <p:grpSpPr>
          <a:xfrm rot="0">
            <a:off x="534854" y="457200"/>
            <a:ext cx="17218292" cy="9294946"/>
            <a:chOff x="0" y="0"/>
            <a:chExt cx="22957723" cy="12393261"/>
          </a:xfrm>
        </p:grpSpPr>
        <p:grpSp>
          <p:nvGrpSpPr>
            <p:cNvPr name="Group 3" id="3"/>
            <p:cNvGrpSpPr/>
            <p:nvPr/>
          </p:nvGrpSpPr>
          <p:grpSpPr>
            <a:xfrm rot="0">
              <a:off x="0" y="1727243"/>
              <a:ext cx="22957723" cy="10666019"/>
              <a:chOff x="0" y="0"/>
              <a:chExt cx="4777465" cy="2219581"/>
            </a:xfrm>
          </p:grpSpPr>
          <p:sp>
            <p:nvSpPr>
              <p:cNvPr name="Freeform 4" id="4"/>
              <p:cNvSpPr/>
              <p:nvPr/>
            </p:nvSpPr>
            <p:spPr>
              <a:xfrm flipH="false" flipV="false" rot="0">
                <a:off x="0" y="0"/>
                <a:ext cx="4777465" cy="2219581"/>
              </a:xfrm>
              <a:custGeom>
                <a:avLst/>
                <a:gdLst/>
                <a:ahLst/>
                <a:cxnLst/>
                <a:rect r="r" b="b" t="t" l="l"/>
                <a:pathLst>
                  <a:path h="2219581" w="4777465">
                    <a:moveTo>
                      <a:pt x="22931" y="0"/>
                    </a:moveTo>
                    <a:lnTo>
                      <a:pt x="4754534" y="0"/>
                    </a:lnTo>
                    <a:cubicBezTo>
                      <a:pt x="4767199" y="0"/>
                      <a:pt x="4777465" y="10267"/>
                      <a:pt x="4777465" y="22931"/>
                    </a:cubicBezTo>
                    <a:lnTo>
                      <a:pt x="4777465" y="2196650"/>
                    </a:lnTo>
                    <a:cubicBezTo>
                      <a:pt x="4777465" y="2202732"/>
                      <a:pt x="4775049" y="2208564"/>
                      <a:pt x="4770749" y="2212865"/>
                    </a:cubicBezTo>
                    <a:cubicBezTo>
                      <a:pt x="4766449" y="2217165"/>
                      <a:pt x="4760616" y="2219581"/>
                      <a:pt x="4754534" y="2219581"/>
                    </a:cubicBezTo>
                    <a:lnTo>
                      <a:pt x="22931" y="2219581"/>
                    </a:lnTo>
                    <a:cubicBezTo>
                      <a:pt x="10267" y="2219581"/>
                      <a:pt x="0" y="2209315"/>
                      <a:pt x="0" y="2196650"/>
                    </a:cubicBezTo>
                    <a:lnTo>
                      <a:pt x="0" y="22931"/>
                    </a:lnTo>
                    <a:cubicBezTo>
                      <a:pt x="0" y="10267"/>
                      <a:pt x="10267" y="0"/>
                      <a:pt x="22931" y="0"/>
                    </a:cubicBezTo>
                    <a:close/>
                  </a:path>
                </a:pathLst>
              </a:custGeom>
              <a:solidFill>
                <a:srgbClr val="FFFFFF"/>
              </a:solidFill>
              <a:ln cap="rnd">
                <a:noFill/>
                <a:prstDash val="solid"/>
                <a:round/>
              </a:ln>
            </p:spPr>
          </p:sp>
          <p:sp>
            <p:nvSpPr>
              <p:cNvPr name="TextBox 5" id="5"/>
              <p:cNvSpPr txBox="true"/>
              <p:nvPr/>
            </p:nvSpPr>
            <p:spPr>
              <a:xfrm>
                <a:off x="0" y="-38100"/>
                <a:ext cx="4777465" cy="2257681"/>
              </a:xfrm>
              <a:prstGeom prst="rect">
                <a:avLst/>
              </a:prstGeom>
            </p:spPr>
            <p:txBody>
              <a:bodyPr anchor="ctr" rtlCol="false" tIns="48220" lIns="48220" bIns="48220" rIns="48220"/>
              <a:lstStyle/>
              <a:p>
                <a:pPr algn="ctr" marL="0" indent="0" lvl="0">
                  <a:lnSpc>
                    <a:spcPts val="1853"/>
                  </a:lnSpc>
                  <a:spcBef>
                    <a:spcPct val="0"/>
                  </a:spcBef>
                </a:pPr>
              </a:p>
              <a:p>
                <a:pPr algn="ctr" marL="0" indent="0" lvl="0">
                  <a:lnSpc>
                    <a:spcPts val="1853"/>
                  </a:lnSpc>
                  <a:spcBef>
                    <a:spcPct val="0"/>
                  </a:spcBef>
                </a:pPr>
              </a:p>
              <a:p>
                <a:pPr algn="ctr" marL="0" indent="0" lvl="0">
                  <a:lnSpc>
                    <a:spcPts val="1853"/>
                  </a:lnSpc>
                  <a:spcBef>
                    <a:spcPct val="0"/>
                  </a:spcBef>
                </a:pPr>
              </a:p>
            </p:txBody>
          </p:sp>
        </p:grpSp>
        <p:grpSp>
          <p:nvGrpSpPr>
            <p:cNvPr name="Group 6" id="6"/>
            <p:cNvGrpSpPr/>
            <p:nvPr/>
          </p:nvGrpSpPr>
          <p:grpSpPr>
            <a:xfrm rot="0">
              <a:off x="18499830" y="891712"/>
              <a:ext cx="4457893" cy="3397582"/>
              <a:chOff x="0" y="0"/>
              <a:chExt cx="927680" cy="707031"/>
            </a:xfrm>
          </p:grpSpPr>
          <p:sp>
            <p:nvSpPr>
              <p:cNvPr name="Freeform 7" id="7"/>
              <p:cNvSpPr/>
              <p:nvPr/>
            </p:nvSpPr>
            <p:spPr>
              <a:xfrm flipH="false" flipV="false" rot="0">
                <a:off x="0" y="0"/>
                <a:ext cx="927680" cy="707031"/>
              </a:xfrm>
              <a:custGeom>
                <a:avLst/>
                <a:gdLst/>
                <a:ahLst/>
                <a:cxnLst/>
                <a:rect r="r" b="b" t="t" l="l"/>
                <a:pathLst>
                  <a:path h="707031" w="927680">
                    <a:moveTo>
                      <a:pt x="118094" y="0"/>
                    </a:moveTo>
                    <a:lnTo>
                      <a:pt x="809586" y="0"/>
                    </a:lnTo>
                    <a:cubicBezTo>
                      <a:pt x="874808" y="0"/>
                      <a:pt x="927680" y="52872"/>
                      <a:pt x="927680" y="118094"/>
                    </a:cubicBezTo>
                    <a:lnTo>
                      <a:pt x="927680" y="588937"/>
                    </a:lnTo>
                    <a:cubicBezTo>
                      <a:pt x="927680" y="654159"/>
                      <a:pt x="874808" y="707031"/>
                      <a:pt x="809586" y="707031"/>
                    </a:cubicBezTo>
                    <a:lnTo>
                      <a:pt x="118094" y="707031"/>
                    </a:lnTo>
                    <a:cubicBezTo>
                      <a:pt x="52872" y="707031"/>
                      <a:pt x="0" y="654159"/>
                      <a:pt x="0" y="588937"/>
                    </a:cubicBezTo>
                    <a:lnTo>
                      <a:pt x="0" y="118094"/>
                    </a:lnTo>
                    <a:cubicBezTo>
                      <a:pt x="0" y="52872"/>
                      <a:pt x="52872" y="0"/>
                      <a:pt x="118094" y="0"/>
                    </a:cubicBezTo>
                    <a:close/>
                  </a:path>
                </a:pathLst>
              </a:custGeom>
              <a:solidFill>
                <a:srgbClr val="FFFFFF"/>
              </a:solidFill>
              <a:ln cap="rnd">
                <a:noFill/>
                <a:prstDash val="solid"/>
                <a:round/>
              </a:ln>
            </p:spPr>
          </p:sp>
          <p:sp>
            <p:nvSpPr>
              <p:cNvPr name="TextBox 8" id="8"/>
              <p:cNvSpPr txBox="true"/>
              <p:nvPr/>
            </p:nvSpPr>
            <p:spPr>
              <a:xfrm>
                <a:off x="0" y="-38100"/>
                <a:ext cx="927680" cy="745131"/>
              </a:xfrm>
              <a:prstGeom prst="rect">
                <a:avLst/>
              </a:prstGeom>
            </p:spPr>
            <p:txBody>
              <a:bodyPr anchor="ctr" rtlCol="false" tIns="48220" lIns="48220" bIns="48220" rIns="48220"/>
              <a:lstStyle/>
              <a:p>
                <a:pPr algn="ctr" marL="0" indent="0" lvl="0">
                  <a:lnSpc>
                    <a:spcPts val="1853"/>
                  </a:lnSpc>
                  <a:spcBef>
                    <a:spcPct val="0"/>
                  </a:spcBef>
                </a:pPr>
              </a:p>
              <a:p>
                <a:pPr algn="ctr" marL="0" indent="0" lvl="0">
                  <a:lnSpc>
                    <a:spcPts val="1853"/>
                  </a:lnSpc>
                  <a:spcBef>
                    <a:spcPct val="0"/>
                  </a:spcBef>
                </a:pPr>
              </a:p>
              <a:p>
                <a:pPr algn="ctr" marL="0" indent="0" lvl="0">
                  <a:lnSpc>
                    <a:spcPts val="1853"/>
                  </a:lnSpc>
                  <a:spcBef>
                    <a:spcPct val="0"/>
                  </a:spcBef>
                </a:pPr>
              </a:p>
            </p:txBody>
          </p:sp>
        </p:grpSp>
        <p:grpSp>
          <p:nvGrpSpPr>
            <p:cNvPr name="Group 9" id="9"/>
            <p:cNvGrpSpPr/>
            <p:nvPr/>
          </p:nvGrpSpPr>
          <p:grpSpPr>
            <a:xfrm rot="0">
              <a:off x="18064463" y="1334482"/>
              <a:ext cx="2392010" cy="1865053"/>
              <a:chOff x="0" y="0"/>
              <a:chExt cx="497773" cy="388115"/>
            </a:xfrm>
          </p:grpSpPr>
          <p:sp>
            <p:nvSpPr>
              <p:cNvPr name="Freeform 10" id="10"/>
              <p:cNvSpPr/>
              <p:nvPr/>
            </p:nvSpPr>
            <p:spPr>
              <a:xfrm flipH="false" flipV="false" rot="0">
                <a:off x="0" y="0"/>
                <a:ext cx="497773" cy="388115"/>
              </a:xfrm>
              <a:custGeom>
                <a:avLst/>
                <a:gdLst/>
                <a:ahLst/>
                <a:cxnLst/>
                <a:rect r="r" b="b" t="t" l="l"/>
                <a:pathLst>
                  <a:path h="388115" w="497773">
                    <a:moveTo>
                      <a:pt x="0" y="0"/>
                    </a:moveTo>
                    <a:lnTo>
                      <a:pt x="497773" y="0"/>
                    </a:lnTo>
                    <a:lnTo>
                      <a:pt x="497773" y="388115"/>
                    </a:lnTo>
                    <a:lnTo>
                      <a:pt x="0" y="388115"/>
                    </a:lnTo>
                    <a:close/>
                  </a:path>
                </a:pathLst>
              </a:custGeom>
              <a:solidFill>
                <a:srgbClr val="FFFFFF"/>
              </a:solidFill>
              <a:ln cap="sq">
                <a:noFill/>
                <a:prstDash val="solid"/>
                <a:miter/>
              </a:ln>
            </p:spPr>
          </p:sp>
          <p:sp>
            <p:nvSpPr>
              <p:cNvPr name="TextBox 11" id="11"/>
              <p:cNvSpPr txBox="true"/>
              <p:nvPr/>
            </p:nvSpPr>
            <p:spPr>
              <a:xfrm>
                <a:off x="0" y="-38100"/>
                <a:ext cx="497773" cy="426215"/>
              </a:xfrm>
              <a:prstGeom prst="rect">
                <a:avLst/>
              </a:prstGeom>
            </p:spPr>
            <p:txBody>
              <a:bodyPr anchor="ctr" rtlCol="false" tIns="48220" lIns="48220" bIns="48220" rIns="48220"/>
              <a:lstStyle/>
              <a:p>
                <a:pPr algn="ctr" marL="0" indent="0" lvl="0">
                  <a:lnSpc>
                    <a:spcPts val="1853"/>
                  </a:lnSpc>
                  <a:spcBef>
                    <a:spcPct val="0"/>
                  </a:spcBef>
                </a:pPr>
              </a:p>
              <a:p>
                <a:pPr algn="ctr" marL="0" indent="0" lvl="0">
                  <a:lnSpc>
                    <a:spcPts val="1853"/>
                  </a:lnSpc>
                  <a:spcBef>
                    <a:spcPct val="0"/>
                  </a:spcBef>
                </a:pPr>
              </a:p>
              <a:p>
                <a:pPr algn="ctr" marL="0" indent="0" lvl="0">
                  <a:lnSpc>
                    <a:spcPts val="1853"/>
                  </a:lnSpc>
                  <a:spcBef>
                    <a:spcPct val="0"/>
                  </a:spcBef>
                </a:pPr>
              </a:p>
            </p:txBody>
          </p:sp>
        </p:grpSp>
        <p:grpSp>
          <p:nvGrpSpPr>
            <p:cNvPr name="Group 12" id="12"/>
            <p:cNvGrpSpPr/>
            <p:nvPr/>
          </p:nvGrpSpPr>
          <p:grpSpPr>
            <a:xfrm rot="0">
              <a:off x="16059231" y="0"/>
              <a:ext cx="2504831" cy="1727243"/>
              <a:chOff x="0" y="0"/>
              <a:chExt cx="521251" cy="359436"/>
            </a:xfrm>
          </p:grpSpPr>
          <p:sp>
            <p:nvSpPr>
              <p:cNvPr name="Freeform 13" id="13"/>
              <p:cNvSpPr/>
              <p:nvPr/>
            </p:nvSpPr>
            <p:spPr>
              <a:xfrm flipH="false" flipV="false" rot="0">
                <a:off x="0" y="0"/>
                <a:ext cx="521251" cy="359436"/>
              </a:xfrm>
              <a:custGeom>
                <a:avLst/>
                <a:gdLst/>
                <a:ahLst/>
                <a:cxnLst/>
                <a:rect r="r" b="b" t="t" l="l"/>
                <a:pathLst>
                  <a:path h="359436" w="521251">
                    <a:moveTo>
                      <a:pt x="179718" y="0"/>
                    </a:moveTo>
                    <a:lnTo>
                      <a:pt x="341533" y="0"/>
                    </a:lnTo>
                    <a:cubicBezTo>
                      <a:pt x="440789" y="0"/>
                      <a:pt x="521251" y="80463"/>
                      <a:pt x="521251" y="179718"/>
                    </a:cubicBezTo>
                    <a:lnTo>
                      <a:pt x="521251" y="179718"/>
                    </a:lnTo>
                    <a:cubicBezTo>
                      <a:pt x="521251" y="227382"/>
                      <a:pt x="502317" y="273094"/>
                      <a:pt x="468613" y="306798"/>
                    </a:cubicBezTo>
                    <a:cubicBezTo>
                      <a:pt x="434909" y="340502"/>
                      <a:pt x="389197" y="359436"/>
                      <a:pt x="341533" y="359436"/>
                    </a:cubicBezTo>
                    <a:lnTo>
                      <a:pt x="179718" y="359436"/>
                    </a:lnTo>
                    <a:cubicBezTo>
                      <a:pt x="132054" y="359436"/>
                      <a:pt x="86342" y="340502"/>
                      <a:pt x="52638" y="306798"/>
                    </a:cubicBezTo>
                    <a:cubicBezTo>
                      <a:pt x="18935" y="273094"/>
                      <a:pt x="0" y="227382"/>
                      <a:pt x="0" y="179718"/>
                    </a:cubicBezTo>
                    <a:lnTo>
                      <a:pt x="0" y="179718"/>
                    </a:lnTo>
                    <a:cubicBezTo>
                      <a:pt x="0" y="132054"/>
                      <a:pt x="18935" y="86342"/>
                      <a:pt x="52638" y="52638"/>
                    </a:cubicBezTo>
                    <a:cubicBezTo>
                      <a:pt x="86342" y="18935"/>
                      <a:pt x="132054" y="0"/>
                      <a:pt x="179718" y="0"/>
                    </a:cubicBezTo>
                    <a:close/>
                  </a:path>
                </a:pathLst>
              </a:custGeom>
              <a:solidFill>
                <a:srgbClr val="5170FF"/>
              </a:solidFill>
              <a:ln cap="rnd">
                <a:noFill/>
                <a:prstDash val="solid"/>
                <a:round/>
              </a:ln>
            </p:spPr>
          </p:sp>
          <p:sp>
            <p:nvSpPr>
              <p:cNvPr name="TextBox 14" id="14"/>
              <p:cNvSpPr txBox="true"/>
              <p:nvPr/>
            </p:nvSpPr>
            <p:spPr>
              <a:xfrm>
                <a:off x="0" y="-38100"/>
                <a:ext cx="521251" cy="397536"/>
              </a:xfrm>
              <a:prstGeom prst="rect">
                <a:avLst/>
              </a:prstGeom>
            </p:spPr>
            <p:txBody>
              <a:bodyPr anchor="ctr" rtlCol="false" tIns="48220" lIns="48220" bIns="48220" rIns="48220"/>
              <a:lstStyle/>
              <a:p>
                <a:pPr algn="ctr" marL="0" indent="0" lvl="0">
                  <a:lnSpc>
                    <a:spcPts val="1853"/>
                  </a:lnSpc>
                  <a:spcBef>
                    <a:spcPct val="0"/>
                  </a:spcBef>
                </a:pPr>
              </a:p>
              <a:p>
                <a:pPr algn="ctr" marL="0" indent="0" lvl="0">
                  <a:lnSpc>
                    <a:spcPts val="1853"/>
                  </a:lnSpc>
                  <a:spcBef>
                    <a:spcPct val="0"/>
                  </a:spcBef>
                </a:pPr>
              </a:p>
              <a:p>
                <a:pPr algn="ctr" marL="0" indent="0" lvl="0">
                  <a:lnSpc>
                    <a:spcPts val="1853"/>
                  </a:lnSpc>
                  <a:spcBef>
                    <a:spcPct val="0"/>
                  </a:spcBef>
                </a:pPr>
              </a:p>
            </p:txBody>
          </p:sp>
        </p:grpSp>
      </p:grpSp>
      <p:sp>
        <p:nvSpPr>
          <p:cNvPr name="Freeform 15" id="15"/>
          <p:cNvSpPr/>
          <p:nvPr/>
        </p:nvSpPr>
        <p:spPr>
          <a:xfrm flipH="false" flipV="false" rot="0">
            <a:off x="820604" y="843344"/>
            <a:ext cx="334731" cy="334731"/>
          </a:xfrm>
          <a:custGeom>
            <a:avLst/>
            <a:gdLst/>
            <a:ahLst/>
            <a:cxnLst/>
            <a:rect r="r" b="b" t="t" l="l"/>
            <a:pathLst>
              <a:path h="334731" w="334731">
                <a:moveTo>
                  <a:pt x="0" y="0"/>
                </a:moveTo>
                <a:lnTo>
                  <a:pt x="334731" y="0"/>
                </a:lnTo>
                <a:lnTo>
                  <a:pt x="334731" y="334731"/>
                </a:lnTo>
                <a:lnTo>
                  <a:pt x="0" y="334731"/>
                </a:lnTo>
                <a:lnTo>
                  <a:pt x="0" y="0"/>
                </a:lnTo>
                <a:close/>
              </a:path>
            </a:pathLst>
          </a:custGeom>
          <a:blipFill>
            <a:blip r:embed="rId3">
              <a:extLst>
                <a:ext uri="{96DAC541-7B7A-43D3-8B79-37D633B846F1}">
                  <asvg:svgBlip xmlns:asvg="http://schemas.microsoft.com/office/drawing/2016/SVG/main" r:embed="rId4"/>
                </a:ext>
              </a:extLst>
            </a:blip>
            <a:stretch>
              <a:fillRect l="0" t="0" r="0" b="0"/>
            </a:stretch>
          </a:blipFill>
        </p:spPr>
      </p:sp>
      <p:grpSp>
        <p:nvGrpSpPr>
          <p:cNvPr name="Group 16" id="16"/>
          <p:cNvGrpSpPr/>
          <p:nvPr/>
        </p:nvGrpSpPr>
        <p:grpSpPr>
          <a:xfrm rot="0">
            <a:off x="10472784" y="6346709"/>
            <a:ext cx="5384961" cy="2252671"/>
            <a:chOff x="0" y="0"/>
            <a:chExt cx="7179948" cy="3003561"/>
          </a:xfrm>
        </p:grpSpPr>
        <p:grpSp>
          <p:nvGrpSpPr>
            <p:cNvPr name="Group 17" id="17"/>
            <p:cNvGrpSpPr/>
            <p:nvPr/>
          </p:nvGrpSpPr>
          <p:grpSpPr>
            <a:xfrm rot="0">
              <a:off x="0" y="0"/>
              <a:ext cx="7179948" cy="3003561"/>
              <a:chOff x="0" y="0"/>
              <a:chExt cx="1418261" cy="593296"/>
            </a:xfrm>
          </p:grpSpPr>
          <p:sp>
            <p:nvSpPr>
              <p:cNvPr name="Freeform 18" id="18"/>
              <p:cNvSpPr/>
              <p:nvPr/>
            </p:nvSpPr>
            <p:spPr>
              <a:xfrm flipH="false" flipV="false" rot="0">
                <a:off x="0" y="0"/>
                <a:ext cx="1418261" cy="593296"/>
              </a:xfrm>
              <a:custGeom>
                <a:avLst/>
                <a:gdLst/>
                <a:ahLst/>
                <a:cxnLst/>
                <a:rect r="r" b="b" t="t" l="l"/>
                <a:pathLst>
                  <a:path h="593296" w="1418261">
                    <a:moveTo>
                      <a:pt x="21565" y="0"/>
                    </a:moveTo>
                    <a:lnTo>
                      <a:pt x="1396696" y="0"/>
                    </a:lnTo>
                    <a:cubicBezTo>
                      <a:pt x="1408606" y="0"/>
                      <a:pt x="1418261" y="9655"/>
                      <a:pt x="1418261" y="21565"/>
                    </a:cubicBezTo>
                    <a:lnTo>
                      <a:pt x="1418261" y="571731"/>
                    </a:lnTo>
                    <a:cubicBezTo>
                      <a:pt x="1418261" y="577450"/>
                      <a:pt x="1415989" y="582935"/>
                      <a:pt x="1411945" y="586980"/>
                    </a:cubicBezTo>
                    <a:cubicBezTo>
                      <a:pt x="1407901" y="591024"/>
                      <a:pt x="1402415" y="593296"/>
                      <a:pt x="1396696" y="593296"/>
                    </a:cubicBezTo>
                    <a:lnTo>
                      <a:pt x="21565" y="593296"/>
                    </a:lnTo>
                    <a:cubicBezTo>
                      <a:pt x="9655" y="593296"/>
                      <a:pt x="0" y="583641"/>
                      <a:pt x="0" y="571731"/>
                    </a:cubicBezTo>
                    <a:lnTo>
                      <a:pt x="0" y="21565"/>
                    </a:lnTo>
                    <a:cubicBezTo>
                      <a:pt x="0" y="9655"/>
                      <a:pt x="9655" y="0"/>
                      <a:pt x="21565" y="0"/>
                    </a:cubicBezTo>
                    <a:close/>
                  </a:path>
                </a:pathLst>
              </a:custGeom>
              <a:solidFill>
                <a:srgbClr val="EAEAEA"/>
              </a:solidFill>
              <a:ln cap="sq">
                <a:noFill/>
                <a:prstDash val="solid"/>
                <a:miter/>
              </a:ln>
            </p:spPr>
          </p:sp>
          <p:sp>
            <p:nvSpPr>
              <p:cNvPr name="TextBox 19" id="19"/>
              <p:cNvSpPr txBox="true"/>
              <p:nvPr/>
            </p:nvSpPr>
            <p:spPr>
              <a:xfrm>
                <a:off x="0" y="19050"/>
                <a:ext cx="1418261" cy="574246"/>
              </a:xfrm>
              <a:prstGeom prst="rect">
                <a:avLst/>
              </a:prstGeom>
            </p:spPr>
            <p:txBody>
              <a:bodyPr anchor="ctr" rtlCol="false" tIns="50800" lIns="50800" bIns="50800" rIns="50800"/>
              <a:lstStyle/>
              <a:p>
                <a:pPr algn="ctr">
                  <a:lnSpc>
                    <a:spcPts val="2743"/>
                  </a:lnSpc>
                </a:pPr>
              </a:p>
            </p:txBody>
          </p:sp>
        </p:grpSp>
        <p:sp>
          <p:nvSpPr>
            <p:cNvPr name="Freeform 20" id="20"/>
            <p:cNvSpPr/>
            <p:nvPr/>
          </p:nvSpPr>
          <p:spPr>
            <a:xfrm flipH="false" flipV="false" rot="0">
              <a:off x="741639" y="709385"/>
              <a:ext cx="189653" cy="144610"/>
            </a:xfrm>
            <a:custGeom>
              <a:avLst/>
              <a:gdLst/>
              <a:ahLst/>
              <a:cxnLst/>
              <a:rect r="r" b="b" t="t" l="l"/>
              <a:pathLst>
                <a:path h="144610" w="189653">
                  <a:moveTo>
                    <a:pt x="0" y="0"/>
                  </a:moveTo>
                  <a:lnTo>
                    <a:pt x="189653" y="0"/>
                  </a:lnTo>
                  <a:lnTo>
                    <a:pt x="189653" y="144610"/>
                  </a:lnTo>
                  <a:lnTo>
                    <a:pt x="0" y="144610"/>
                  </a:lnTo>
                  <a:lnTo>
                    <a:pt x="0" y="0"/>
                  </a:lnTo>
                  <a:close/>
                </a:path>
              </a:pathLst>
            </a:custGeom>
            <a:blipFill>
              <a:blip r:embed="rId5">
                <a:extLst>
                  <a:ext uri="{96DAC541-7B7A-43D3-8B79-37D633B846F1}">
                    <asvg:svgBlip xmlns:asvg="http://schemas.microsoft.com/office/drawing/2016/SVG/main" r:embed="rId6"/>
                  </a:ext>
                </a:extLst>
              </a:blip>
              <a:stretch>
                <a:fillRect l="0" t="0" r="0" b="0"/>
              </a:stretch>
            </a:blipFill>
          </p:spPr>
        </p:sp>
        <p:sp>
          <p:nvSpPr>
            <p:cNvPr name="TextBox 21" id="21"/>
            <p:cNvSpPr txBox="true"/>
            <p:nvPr/>
          </p:nvSpPr>
          <p:spPr>
            <a:xfrm rot="0">
              <a:off x="1045128" y="502290"/>
              <a:ext cx="6134820" cy="482600"/>
            </a:xfrm>
            <a:prstGeom prst="rect">
              <a:avLst/>
            </a:prstGeom>
          </p:spPr>
          <p:txBody>
            <a:bodyPr anchor="t" rtlCol="false" tIns="0" lIns="0" bIns="0" rIns="0">
              <a:spAutoFit/>
            </a:bodyPr>
            <a:lstStyle/>
            <a:p>
              <a:pPr algn="l" marL="0" indent="0" lvl="0">
                <a:lnSpc>
                  <a:spcPts val="3000"/>
                </a:lnSpc>
                <a:spcBef>
                  <a:spcPct val="0"/>
                </a:spcBef>
              </a:pPr>
              <a:r>
                <a:rPr lang="en-US" b="true" sz="2000" spc="-40" strike="noStrike" u="none">
                  <a:solidFill>
                    <a:srgbClr val="333333">
                      <a:alpha val="89804"/>
                    </a:srgbClr>
                  </a:solidFill>
                  <a:latin typeface="프리젠테이션 Bold"/>
                  <a:ea typeface="프리젠테이션 Bold"/>
                  <a:cs typeface="프리젠테이션 Bold"/>
                  <a:sym typeface="프리젠테이션 Bold"/>
                </a:rPr>
                <a:t>⏱ 약 8분 소요</a:t>
              </a:r>
            </a:p>
          </p:txBody>
        </p:sp>
        <p:sp>
          <p:nvSpPr>
            <p:cNvPr name="Freeform 22" id="22"/>
            <p:cNvSpPr/>
            <p:nvPr/>
          </p:nvSpPr>
          <p:spPr>
            <a:xfrm flipH="false" flipV="false" rot="0">
              <a:off x="741639" y="1418045"/>
              <a:ext cx="189653" cy="144610"/>
            </a:xfrm>
            <a:custGeom>
              <a:avLst/>
              <a:gdLst/>
              <a:ahLst/>
              <a:cxnLst/>
              <a:rect r="r" b="b" t="t" l="l"/>
              <a:pathLst>
                <a:path h="144610" w="189653">
                  <a:moveTo>
                    <a:pt x="0" y="0"/>
                  </a:moveTo>
                  <a:lnTo>
                    <a:pt x="189653" y="0"/>
                  </a:lnTo>
                  <a:lnTo>
                    <a:pt x="189653" y="144611"/>
                  </a:lnTo>
                  <a:lnTo>
                    <a:pt x="0" y="144611"/>
                  </a:lnTo>
                  <a:lnTo>
                    <a:pt x="0" y="0"/>
                  </a:lnTo>
                  <a:close/>
                </a:path>
              </a:pathLst>
            </a:custGeom>
            <a:blipFill>
              <a:blip r:embed="rId5">
                <a:extLst>
                  <a:ext uri="{96DAC541-7B7A-43D3-8B79-37D633B846F1}">
                    <asvg:svgBlip xmlns:asvg="http://schemas.microsoft.com/office/drawing/2016/SVG/main" r:embed="rId6"/>
                  </a:ext>
                </a:extLst>
              </a:blip>
              <a:stretch>
                <a:fillRect l="0" t="0" r="0" b="0"/>
              </a:stretch>
            </a:blipFill>
          </p:spPr>
        </p:sp>
        <p:sp>
          <p:nvSpPr>
            <p:cNvPr name="TextBox 23" id="23"/>
            <p:cNvSpPr txBox="true"/>
            <p:nvPr/>
          </p:nvSpPr>
          <p:spPr>
            <a:xfrm rot="0">
              <a:off x="1045128" y="1210950"/>
              <a:ext cx="6134820" cy="482600"/>
            </a:xfrm>
            <a:prstGeom prst="rect">
              <a:avLst/>
            </a:prstGeom>
          </p:spPr>
          <p:txBody>
            <a:bodyPr anchor="t" rtlCol="false" tIns="0" lIns="0" bIns="0" rIns="0">
              <a:spAutoFit/>
            </a:bodyPr>
            <a:lstStyle/>
            <a:p>
              <a:pPr algn="l" marL="0" indent="0" lvl="0">
                <a:lnSpc>
                  <a:spcPts val="3000"/>
                </a:lnSpc>
                <a:spcBef>
                  <a:spcPct val="0"/>
                </a:spcBef>
              </a:pPr>
              <a:r>
                <a:rPr lang="en-US" b="true" sz="2000" spc="-40" strike="noStrike" u="none">
                  <a:solidFill>
                    <a:srgbClr val="333333">
                      <a:alpha val="89804"/>
                    </a:srgbClr>
                  </a:solidFill>
                  <a:latin typeface="프리젠테이션 Bold"/>
                  <a:ea typeface="프리젠테이션 Bold"/>
                  <a:cs typeface="프리젠테이션 Bold"/>
                  <a:sym typeface="프리젠테이션 Bold"/>
                </a:rPr>
                <a:t>반복은 최대 2회까지!</a:t>
              </a:r>
            </a:p>
          </p:txBody>
        </p:sp>
        <p:sp>
          <p:nvSpPr>
            <p:cNvPr name="Freeform 24" id="24"/>
            <p:cNvSpPr/>
            <p:nvPr/>
          </p:nvSpPr>
          <p:spPr>
            <a:xfrm flipH="false" flipV="false" rot="0">
              <a:off x="741639" y="2126706"/>
              <a:ext cx="189653" cy="144610"/>
            </a:xfrm>
            <a:custGeom>
              <a:avLst/>
              <a:gdLst/>
              <a:ahLst/>
              <a:cxnLst/>
              <a:rect r="r" b="b" t="t" l="l"/>
              <a:pathLst>
                <a:path h="144610" w="189653">
                  <a:moveTo>
                    <a:pt x="0" y="0"/>
                  </a:moveTo>
                  <a:lnTo>
                    <a:pt x="189653" y="0"/>
                  </a:lnTo>
                  <a:lnTo>
                    <a:pt x="189653" y="144610"/>
                  </a:lnTo>
                  <a:lnTo>
                    <a:pt x="0" y="144610"/>
                  </a:lnTo>
                  <a:lnTo>
                    <a:pt x="0" y="0"/>
                  </a:lnTo>
                  <a:close/>
                </a:path>
              </a:pathLst>
            </a:custGeom>
            <a:blipFill>
              <a:blip r:embed="rId5">
                <a:extLst>
                  <a:ext uri="{96DAC541-7B7A-43D3-8B79-37D633B846F1}">
                    <asvg:svgBlip xmlns:asvg="http://schemas.microsoft.com/office/drawing/2016/SVG/main" r:embed="rId6"/>
                  </a:ext>
                </a:extLst>
              </a:blip>
              <a:stretch>
                <a:fillRect l="0" t="0" r="0" b="0"/>
              </a:stretch>
            </a:blipFill>
          </p:spPr>
        </p:sp>
        <p:sp>
          <p:nvSpPr>
            <p:cNvPr name="TextBox 25" id="25"/>
            <p:cNvSpPr txBox="true"/>
            <p:nvPr/>
          </p:nvSpPr>
          <p:spPr>
            <a:xfrm rot="0">
              <a:off x="1045128" y="1919611"/>
              <a:ext cx="6134820" cy="482600"/>
            </a:xfrm>
            <a:prstGeom prst="rect">
              <a:avLst/>
            </a:prstGeom>
          </p:spPr>
          <p:txBody>
            <a:bodyPr anchor="t" rtlCol="false" tIns="0" lIns="0" bIns="0" rIns="0">
              <a:spAutoFit/>
            </a:bodyPr>
            <a:lstStyle/>
            <a:p>
              <a:pPr algn="l" marL="0" indent="0" lvl="0">
                <a:lnSpc>
                  <a:spcPts val="3000"/>
                </a:lnSpc>
                <a:spcBef>
                  <a:spcPct val="0"/>
                </a:spcBef>
              </a:pPr>
              <a:r>
                <a:rPr lang="en-US" b="true" sz="2000" spc="-40" strike="noStrike" u="none">
                  <a:solidFill>
                    <a:srgbClr val="333333">
                      <a:alpha val="89804"/>
                    </a:srgbClr>
                  </a:solidFill>
                  <a:latin typeface="프리젠테이션 Bold"/>
                  <a:ea typeface="프리젠테이션 Bold"/>
                  <a:cs typeface="프리젠테이션 Bold"/>
                  <a:sym typeface="프리젠테이션 Bold"/>
                </a:rPr>
                <a:t>계획이 이상하면 승인 거절</a:t>
              </a:r>
            </a:p>
          </p:txBody>
        </p:sp>
      </p:grpSp>
      <p:grpSp>
        <p:nvGrpSpPr>
          <p:cNvPr name="Group 26" id="26"/>
          <p:cNvGrpSpPr/>
          <p:nvPr/>
        </p:nvGrpSpPr>
        <p:grpSpPr>
          <a:xfrm rot="0">
            <a:off x="10472784" y="2884234"/>
            <a:ext cx="3903318" cy="547878"/>
            <a:chOff x="0" y="0"/>
            <a:chExt cx="5204424" cy="730504"/>
          </a:xfrm>
        </p:grpSpPr>
        <p:sp>
          <p:nvSpPr>
            <p:cNvPr name="Freeform 27" id="27"/>
            <p:cNvSpPr/>
            <p:nvPr/>
          </p:nvSpPr>
          <p:spPr>
            <a:xfrm flipH="false" flipV="false" rot="0">
              <a:off x="0" y="192339"/>
              <a:ext cx="355986" cy="355986"/>
            </a:xfrm>
            <a:custGeom>
              <a:avLst/>
              <a:gdLst/>
              <a:ahLst/>
              <a:cxnLst/>
              <a:rect r="r" b="b" t="t" l="l"/>
              <a:pathLst>
                <a:path h="355986" w="355986">
                  <a:moveTo>
                    <a:pt x="0" y="0"/>
                  </a:moveTo>
                  <a:lnTo>
                    <a:pt x="355986" y="0"/>
                  </a:lnTo>
                  <a:lnTo>
                    <a:pt x="355986" y="355986"/>
                  </a:lnTo>
                  <a:lnTo>
                    <a:pt x="0" y="355986"/>
                  </a:lnTo>
                  <a:lnTo>
                    <a:pt x="0" y="0"/>
                  </a:lnTo>
                  <a:close/>
                </a:path>
              </a:pathLst>
            </a:custGeom>
            <a:blipFill>
              <a:blip r:embed="rId7">
                <a:extLst>
                  <a:ext uri="{96DAC541-7B7A-43D3-8B79-37D633B846F1}">
                    <asvg:svgBlip xmlns:asvg="http://schemas.microsoft.com/office/drawing/2016/SVG/main" r:embed="rId8"/>
                  </a:ext>
                </a:extLst>
              </a:blip>
              <a:stretch>
                <a:fillRect l="0" t="0" r="0" b="0"/>
              </a:stretch>
            </a:blipFill>
          </p:spPr>
        </p:sp>
        <p:sp>
          <p:nvSpPr>
            <p:cNvPr name="TextBox 28" id="28"/>
            <p:cNvSpPr txBox="true"/>
            <p:nvPr/>
          </p:nvSpPr>
          <p:spPr>
            <a:xfrm rot="0">
              <a:off x="500339" y="76200"/>
              <a:ext cx="4704085" cy="654304"/>
            </a:xfrm>
            <a:prstGeom prst="rect">
              <a:avLst/>
            </a:prstGeom>
          </p:spPr>
          <p:txBody>
            <a:bodyPr anchor="t" rtlCol="false" tIns="0" lIns="0" bIns="0" rIns="0">
              <a:spAutoFit/>
            </a:bodyPr>
            <a:lstStyle/>
            <a:p>
              <a:pPr algn="l" marL="0" indent="0" lvl="0">
                <a:lnSpc>
                  <a:spcPts val="3456"/>
                </a:lnSpc>
                <a:spcBef>
                  <a:spcPct val="0"/>
                </a:spcBef>
              </a:pPr>
              <a:r>
                <a:rPr lang="en-US" b="true" sz="3600" spc="-72" strike="noStrike" u="none">
                  <a:solidFill>
                    <a:srgbClr val="333333"/>
                  </a:solidFill>
                  <a:latin typeface="프리젠테이션 Bold"/>
                  <a:ea typeface="프리젠테이션 Bold"/>
                  <a:cs typeface="프리젠테이션 Bold"/>
                  <a:sym typeface="프리젠테이션 Bold"/>
                </a:rPr>
                <a:t>실습 순서</a:t>
              </a:r>
            </a:p>
          </p:txBody>
        </p:sp>
      </p:grpSp>
      <p:sp>
        <p:nvSpPr>
          <p:cNvPr name="TextBox 29" id="29"/>
          <p:cNvSpPr txBox="true"/>
          <p:nvPr/>
        </p:nvSpPr>
        <p:spPr>
          <a:xfrm rot="0">
            <a:off x="1355167" y="696396"/>
            <a:ext cx="12295240" cy="685800"/>
          </a:xfrm>
          <a:prstGeom prst="rect">
            <a:avLst/>
          </a:prstGeom>
        </p:spPr>
        <p:txBody>
          <a:bodyPr anchor="t" rtlCol="false" tIns="0" lIns="0" bIns="0" rIns="0">
            <a:spAutoFit/>
          </a:bodyPr>
          <a:lstStyle/>
          <a:p>
            <a:pPr algn="l" marL="0" indent="0" lvl="0">
              <a:lnSpc>
                <a:spcPts val="5100"/>
              </a:lnSpc>
              <a:spcBef>
                <a:spcPct val="0"/>
              </a:spcBef>
            </a:pPr>
            <a:r>
              <a:rPr lang="en-US" b="true" sz="5000" spc="-100" strike="noStrike" u="none">
                <a:solidFill>
                  <a:srgbClr val="FFFFFF"/>
                </a:solidFill>
                <a:latin typeface="프리젠테이션 Bold"/>
                <a:ea typeface="프리젠테이션 Bold"/>
                <a:cs typeface="프리젠테이션 Bold"/>
                <a:sym typeface="프리젠테이션 Bold"/>
              </a:rPr>
              <a:t>[실습 4] 루프 프롬프트</a:t>
            </a:r>
          </a:p>
        </p:txBody>
      </p:sp>
      <p:sp>
        <p:nvSpPr>
          <p:cNvPr name="TextBox 30" id="30"/>
          <p:cNvSpPr txBox="true"/>
          <p:nvPr/>
        </p:nvSpPr>
        <p:spPr>
          <a:xfrm rot="0">
            <a:off x="10472784" y="3604117"/>
            <a:ext cx="7086813" cy="1365885"/>
          </a:xfrm>
          <a:prstGeom prst="rect">
            <a:avLst/>
          </a:prstGeom>
        </p:spPr>
        <p:txBody>
          <a:bodyPr anchor="t" rtlCol="false" tIns="0" lIns="0" bIns="0" rIns="0">
            <a:spAutoFit/>
          </a:bodyPr>
          <a:lstStyle/>
          <a:p>
            <a:pPr algn="l" marL="0" indent="0" lvl="0">
              <a:lnSpc>
                <a:spcPts val="3600"/>
              </a:lnSpc>
              <a:spcBef>
                <a:spcPct val="0"/>
              </a:spcBef>
            </a:pPr>
            <a:r>
              <a:rPr lang="en-US" b="true" sz="2400" spc="-48" strike="noStrike" u="none">
                <a:solidFill>
                  <a:srgbClr val="000000">
                    <a:alpha val="69804"/>
                  </a:srgbClr>
                </a:solidFill>
                <a:latin typeface="프리젠테이션 Bold"/>
                <a:ea typeface="프리젠테이션 Bold"/>
                <a:cs typeface="프리젠테이션 Bold"/>
                <a:sym typeface="프리젠테이션 Bold"/>
              </a:rPr>
              <a:t>① 프롬프트 입력 → 계획 확인</a:t>
            </a:r>
          </a:p>
          <a:p>
            <a:pPr algn="l" marL="0" indent="0" lvl="0">
              <a:lnSpc>
                <a:spcPts val="3600"/>
              </a:lnSpc>
              <a:spcBef>
                <a:spcPct val="0"/>
              </a:spcBef>
            </a:pPr>
            <a:r>
              <a:rPr lang="en-US" b="true" sz="2400" spc="-48" strike="noStrike" u="none">
                <a:solidFill>
                  <a:srgbClr val="000000">
                    <a:alpha val="69804"/>
                  </a:srgbClr>
                </a:solidFill>
                <a:latin typeface="프리젠테이션 Bold"/>
                <a:ea typeface="프리젠테이션 Bold"/>
                <a:cs typeface="프리젠테이션 Bold"/>
                <a:sym typeface="프리젠테이션 Bold"/>
              </a:rPr>
              <a:t>② 계획이 괜찮으면 "진행해"</a:t>
            </a:r>
          </a:p>
          <a:p>
            <a:pPr algn="l" marL="0" indent="0" lvl="0">
              <a:lnSpc>
                <a:spcPts val="3600"/>
              </a:lnSpc>
              <a:spcBef>
                <a:spcPct val="0"/>
              </a:spcBef>
            </a:pPr>
            <a:r>
              <a:rPr lang="en-US" b="true" sz="2400" spc="-48" strike="noStrike" u="none">
                <a:solidFill>
                  <a:srgbClr val="000000">
                    <a:alpha val="69804"/>
                  </a:srgbClr>
                </a:solidFill>
                <a:latin typeface="프리젠테이션 Bold"/>
                <a:ea typeface="프리젠테이션 Bold"/>
                <a:cs typeface="프리젠테이션 Bold"/>
                <a:sym typeface="프리젠테이션 Bold"/>
              </a:rPr>
              <a:t>③ 브라우저로 결과 확인</a:t>
            </a:r>
          </a:p>
        </p:txBody>
      </p:sp>
      <p:sp>
        <p:nvSpPr>
          <p:cNvPr name="TextBox 31" id="31"/>
          <p:cNvSpPr txBox="true"/>
          <p:nvPr/>
        </p:nvSpPr>
        <p:spPr>
          <a:xfrm rot="0">
            <a:off x="14694520" y="1353621"/>
            <a:ext cx="2865076" cy="325120"/>
          </a:xfrm>
          <a:prstGeom prst="rect">
            <a:avLst/>
          </a:prstGeom>
        </p:spPr>
        <p:txBody>
          <a:bodyPr anchor="t" rtlCol="false" tIns="0" lIns="0" bIns="0" rIns="0">
            <a:spAutoFit/>
          </a:bodyPr>
          <a:lstStyle/>
          <a:p>
            <a:pPr algn="ctr" marL="0" indent="0" lvl="0">
              <a:lnSpc>
                <a:spcPts val="2540"/>
              </a:lnSpc>
              <a:spcBef>
                <a:spcPct val="0"/>
              </a:spcBef>
            </a:pPr>
            <a:r>
              <a:rPr lang="en-US" b="true" sz="2000" spc="122" strike="noStrike" u="none">
                <a:solidFill>
                  <a:srgbClr val="5170FF"/>
                </a:solidFill>
                <a:latin typeface="프리젠테이션 Bold"/>
                <a:ea typeface="프리젠테이션 Bold"/>
                <a:cs typeface="프리젠테이션 Bold"/>
                <a:sym typeface="프리젠테이션 Bold"/>
              </a:rPr>
              <a:t>해달 바이브코딩 기초반</a:t>
            </a:r>
          </a:p>
        </p:txBody>
      </p:sp>
      <p:grpSp>
        <p:nvGrpSpPr>
          <p:cNvPr name="Group 32" id="32"/>
          <p:cNvGrpSpPr/>
          <p:nvPr/>
        </p:nvGrpSpPr>
        <p:grpSpPr>
          <a:xfrm rot="0">
            <a:off x="1714500" y="2895600"/>
            <a:ext cx="8201025" cy="5695950"/>
            <a:chOff x="0" y="0"/>
            <a:chExt cx="10934700" cy="7594600"/>
          </a:xfrm>
        </p:grpSpPr>
        <p:sp>
          <p:nvSpPr>
            <p:cNvPr name="Freeform 33" id="33"/>
            <p:cNvSpPr/>
            <p:nvPr/>
          </p:nvSpPr>
          <p:spPr>
            <a:xfrm flipH="false" flipV="false" rot="0">
              <a:off x="0" y="0"/>
              <a:ext cx="10934700" cy="7594600"/>
            </a:xfrm>
            <a:custGeom>
              <a:avLst/>
              <a:gdLst/>
              <a:ahLst/>
              <a:cxnLst/>
              <a:rect r="r" b="b" t="t" l="l"/>
              <a:pathLst>
                <a:path h="7594600" w="10934700">
                  <a:moveTo>
                    <a:pt x="35401" y="0"/>
                  </a:moveTo>
                  <a:lnTo>
                    <a:pt x="10899299" y="0"/>
                  </a:lnTo>
                  <a:cubicBezTo>
                    <a:pt x="10918851" y="0"/>
                    <a:pt x="10934700" y="15849"/>
                    <a:pt x="10934700" y="35401"/>
                  </a:cubicBezTo>
                  <a:lnTo>
                    <a:pt x="10934700" y="7559199"/>
                  </a:lnTo>
                  <a:cubicBezTo>
                    <a:pt x="10934700" y="7578751"/>
                    <a:pt x="10918851" y="7594600"/>
                    <a:pt x="10899299" y="7594600"/>
                  </a:cubicBezTo>
                  <a:lnTo>
                    <a:pt x="35401" y="7594600"/>
                  </a:lnTo>
                  <a:cubicBezTo>
                    <a:pt x="15849" y="7594600"/>
                    <a:pt x="0" y="7578751"/>
                    <a:pt x="0" y="7559199"/>
                  </a:cubicBezTo>
                  <a:lnTo>
                    <a:pt x="0" y="35401"/>
                  </a:lnTo>
                  <a:cubicBezTo>
                    <a:pt x="0" y="15849"/>
                    <a:pt x="15849" y="0"/>
                    <a:pt x="35401" y="0"/>
                  </a:cubicBezTo>
                  <a:close/>
                </a:path>
              </a:pathLst>
            </a:custGeom>
            <a:solidFill>
              <a:srgbClr val="1E2233"/>
            </a:solidFill>
          </p:spPr>
        </p:sp>
        <p:sp>
          <p:nvSpPr>
            <p:cNvPr name="TextBox 34" id="34"/>
            <p:cNvSpPr txBox="true"/>
            <p:nvPr/>
          </p:nvSpPr>
          <p:spPr>
            <a:xfrm>
              <a:off x="0" y="-38100"/>
              <a:ext cx="10934700" cy="7632700"/>
            </a:xfrm>
            <a:prstGeom prst="rect">
              <a:avLst/>
            </a:prstGeom>
          </p:spPr>
          <p:txBody>
            <a:bodyPr anchor="ctr" rtlCol="false" tIns="50800" lIns="50800" bIns="50800" rIns="50800"/>
            <a:lstStyle/>
            <a:p>
              <a:pPr algn="l">
                <a:lnSpc>
                  <a:spcPts val="1679"/>
                </a:lnSpc>
              </a:pPr>
            </a:p>
          </p:txBody>
        </p:sp>
      </p:grpSp>
      <p:grpSp>
        <p:nvGrpSpPr>
          <p:cNvPr name="Group 35" id="35"/>
          <p:cNvGrpSpPr/>
          <p:nvPr/>
        </p:nvGrpSpPr>
        <p:grpSpPr>
          <a:xfrm rot="0">
            <a:off x="1714500" y="2895600"/>
            <a:ext cx="8201025" cy="609600"/>
            <a:chOff x="0" y="0"/>
            <a:chExt cx="10934700" cy="812800"/>
          </a:xfrm>
        </p:grpSpPr>
        <p:sp>
          <p:nvSpPr>
            <p:cNvPr name="Freeform 36" id="36"/>
            <p:cNvSpPr/>
            <p:nvPr/>
          </p:nvSpPr>
          <p:spPr>
            <a:xfrm flipH="false" flipV="false" rot="0">
              <a:off x="0" y="0"/>
              <a:ext cx="10934700" cy="812800"/>
            </a:xfrm>
            <a:custGeom>
              <a:avLst/>
              <a:gdLst/>
              <a:ahLst/>
              <a:cxnLst/>
              <a:rect r="r" b="b" t="t" l="l"/>
              <a:pathLst>
                <a:path h="812800" w="10934700">
                  <a:moveTo>
                    <a:pt x="35401" y="0"/>
                  </a:moveTo>
                  <a:lnTo>
                    <a:pt x="10899299" y="0"/>
                  </a:lnTo>
                  <a:cubicBezTo>
                    <a:pt x="10918851" y="0"/>
                    <a:pt x="10934700" y="15849"/>
                    <a:pt x="10934700" y="35401"/>
                  </a:cubicBezTo>
                  <a:lnTo>
                    <a:pt x="10934700" y="777399"/>
                  </a:lnTo>
                  <a:cubicBezTo>
                    <a:pt x="10934700" y="796951"/>
                    <a:pt x="10918851" y="812800"/>
                    <a:pt x="10899299" y="812800"/>
                  </a:cubicBezTo>
                  <a:lnTo>
                    <a:pt x="35401" y="812800"/>
                  </a:lnTo>
                  <a:cubicBezTo>
                    <a:pt x="15849" y="812800"/>
                    <a:pt x="0" y="796951"/>
                    <a:pt x="0" y="777399"/>
                  </a:cubicBezTo>
                  <a:lnTo>
                    <a:pt x="0" y="35401"/>
                  </a:lnTo>
                  <a:cubicBezTo>
                    <a:pt x="0" y="15849"/>
                    <a:pt x="15849" y="0"/>
                    <a:pt x="35401" y="0"/>
                  </a:cubicBezTo>
                  <a:close/>
                </a:path>
              </a:pathLst>
            </a:custGeom>
            <a:solidFill>
              <a:srgbClr val="2D3350"/>
            </a:solidFill>
          </p:spPr>
        </p:sp>
        <p:sp>
          <p:nvSpPr>
            <p:cNvPr name="TextBox 37" id="37"/>
            <p:cNvSpPr txBox="true"/>
            <p:nvPr/>
          </p:nvSpPr>
          <p:spPr>
            <a:xfrm>
              <a:off x="0" y="-38100"/>
              <a:ext cx="10934700" cy="850900"/>
            </a:xfrm>
            <a:prstGeom prst="rect">
              <a:avLst/>
            </a:prstGeom>
          </p:spPr>
          <p:txBody>
            <a:bodyPr anchor="ctr" rtlCol="false" tIns="50800" lIns="50800" bIns="50800" rIns="50800"/>
            <a:lstStyle/>
            <a:p>
              <a:pPr algn="l">
                <a:lnSpc>
                  <a:spcPts val="1679"/>
                </a:lnSpc>
              </a:pPr>
            </a:p>
          </p:txBody>
        </p:sp>
      </p:grpSp>
      <p:sp>
        <p:nvSpPr>
          <p:cNvPr name="TextBox 38" id="38"/>
          <p:cNvSpPr txBox="true"/>
          <p:nvPr/>
        </p:nvSpPr>
        <p:spPr>
          <a:xfrm rot="0">
            <a:off x="2047875" y="2971800"/>
            <a:ext cx="7429500" cy="350520"/>
          </a:xfrm>
          <a:prstGeom prst="rect">
            <a:avLst/>
          </a:prstGeom>
        </p:spPr>
        <p:txBody>
          <a:bodyPr anchor="t" rtlCol="false" tIns="0" lIns="0" bIns="0" rIns="0">
            <a:spAutoFit/>
          </a:bodyPr>
          <a:lstStyle/>
          <a:p>
            <a:pPr algn="l">
              <a:lnSpc>
                <a:spcPts val="2729"/>
              </a:lnSpc>
            </a:pPr>
            <a:r>
              <a:rPr lang="en-US" sz="1950" b="true">
                <a:solidFill>
                  <a:srgbClr val="A9B8FF"/>
                </a:solidFill>
                <a:latin typeface="Arimo Bold"/>
                <a:ea typeface="Arimo Bold"/>
                <a:cs typeface="Arimo Bold"/>
                <a:sym typeface="Arimo Bold"/>
              </a:rPr>
              <a:t>💬 Antigravity 2.0 채팅창에 입력</a:t>
            </a:r>
          </a:p>
        </p:txBody>
      </p:sp>
      <p:sp>
        <p:nvSpPr>
          <p:cNvPr name="TextBox 39" id="39"/>
          <p:cNvSpPr txBox="true"/>
          <p:nvPr/>
        </p:nvSpPr>
        <p:spPr>
          <a:xfrm rot="0">
            <a:off x="2143125" y="3762375"/>
            <a:ext cx="7524750" cy="4010978"/>
          </a:xfrm>
          <a:prstGeom prst="rect">
            <a:avLst/>
          </a:prstGeom>
        </p:spPr>
        <p:txBody>
          <a:bodyPr anchor="t" rtlCol="false" tIns="0" lIns="0" bIns="0" rIns="0">
            <a:spAutoFit/>
          </a:bodyPr>
          <a:lstStyle/>
          <a:p>
            <a:pPr algn="l" marL="0" indent="0" lvl="0">
              <a:lnSpc>
                <a:spcPts val="2632"/>
              </a:lnSpc>
              <a:spcBef>
                <a:spcPct val="0"/>
              </a:spcBef>
            </a:pPr>
            <a:r>
              <a:rPr lang="en-US" sz="1950" strike="noStrike" u="none">
                <a:solidFill>
                  <a:srgbClr val="EEF1FF"/>
                </a:solidFill>
                <a:latin typeface="Arimo"/>
                <a:ea typeface="Arimo"/>
                <a:cs typeface="Arimo"/>
                <a:sym typeface="Arimo"/>
              </a:rPr>
              <a:t>아래 순서로 작업해줘.</a:t>
            </a:r>
          </a:p>
          <a:p>
            <a:pPr algn="l" marL="0" indent="0" lvl="0">
              <a:lnSpc>
                <a:spcPts val="2632"/>
              </a:lnSpc>
              <a:spcBef>
                <a:spcPct val="0"/>
              </a:spcBef>
            </a:pPr>
            <a:r>
              <a:rPr lang="en-US" sz="1950" strike="noStrike" u="none">
                <a:solidFill>
                  <a:srgbClr val="EEF1FF"/>
                </a:solidFill>
                <a:latin typeface="Arimo"/>
                <a:ea typeface="Arimo"/>
                <a:cs typeface="Arimo"/>
                <a:sym typeface="Arimo"/>
              </a:rPr>
              <a:t>1. Discover: index.html을 읽고</a:t>
            </a:r>
          </a:p>
          <a:p>
            <a:pPr algn="l" marL="0" indent="0" lvl="0">
              <a:lnSpc>
                <a:spcPts val="2632"/>
              </a:lnSpc>
              <a:spcBef>
                <a:spcPct val="0"/>
              </a:spcBef>
            </a:pPr>
            <a:r>
              <a:rPr lang="en-US" sz="1950" strike="noStrike" u="none">
                <a:solidFill>
                  <a:srgbClr val="EEF1FF"/>
                </a:solidFill>
                <a:latin typeface="Arimo"/>
                <a:ea typeface="Arimo"/>
                <a:cs typeface="Arimo"/>
                <a:sym typeface="Arimo"/>
              </a:rPr>
              <a:t>   개선할 점 2가지만 찾기</a:t>
            </a:r>
          </a:p>
          <a:p>
            <a:pPr algn="l" marL="0" indent="0" lvl="0">
              <a:lnSpc>
                <a:spcPts val="2632"/>
              </a:lnSpc>
              <a:spcBef>
                <a:spcPct val="0"/>
              </a:spcBef>
            </a:pPr>
            <a:r>
              <a:rPr lang="en-US" sz="1950" strike="noStrike" u="none">
                <a:solidFill>
                  <a:srgbClr val="EEF1FF"/>
                </a:solidFill>
                <a:latin typeface="Arimo"/>
                <a:ea typeface="Arimo"/>
                <a:cs typeface="Arimo"/>
                <a:sym typeface="Arimo"/>
              </a:rPr>
              <a:t>2. Plan: 계획을 3줄로 보여주고</a:t>
            </a:r>
          </a:p>
          <a:p>
            <a:pPr algn="l" marL="0" indent="0" lvl="0">
              <a:lnSpc>
                <a:spcPts val="2632"/>
              </a:lnSpc>
              <a:spcBef>
                <a:spcPct val="0"/>
              </a:spcBef>
            </a:pPr>
            <a:r>
              <a:rPr lang="en-US" sz="1950" strike="noStrike" u="none">
                <a:solidFill>
                  <a:srgbClr val="EEF1FF"/>
                </a:solidFill>
                <a:latin typeface="Arimo"/>
                <a:ea typeface="Arimo"/>
                <a:cs typeface="Arimo"/>
                <a:sym typeface="Arimo"/>
              </a:rPr>
              <a:t>   내 승인 기다리기</a:t>
            </a:r>
          </a:p>
          <a:p>
            <a:pPr algn="l" marL="0" indent="0" lvl="0">
              <a:lnSpc>
                <a:spcPts val="2632"/>
              </a:lnSpc>
              <a:spcBef>
                <a:spcPct val="0"/>
              </a:spcBef>
            </a:pPr>
            <a:r>
              <a:rPr lang="en-US" sz="1950" strike="noStrike" u="none">
                <a:solidFill>
                  <a:srgbClr val="EEF1FF"/>
                </a:solidFill>
                <a:latin typeface="Arimo"/>
                <a:ea typeface="Arimo"/>
                <a:cs typeface="Arimo"/>
                <a:sym typeface="Arimo"/>
              </a:rPr>
              <a:t>3. Execute: 승인되면 수정</a:t>
            </a:r>
          </a:p>
          <a:p>
            <a:pPr algn="l" marL="0" indent="0" lvl="0">
              <a:lnSpc>
                <a:spcPts val="2632"/>
              </a:lnSpc>
              <a:spcBef>
                <a:spcPct val="0"/>
              </a:spcBef>
            </a:pPr>
            <a:r>
              <a:rPr lang="en-US" sz="1950" strike="noStrike" u="none">
                <a:solidFill>
                  <a:srgbClr val="EEF1FF"/>
                </a:solidFill>
                <a:latin typeface="Arimo"/>
                <a:ea typeface="Arimo"/>
                <a:cs typeface="Arimo"/>
                <a:sym typeface="Arimo"/>
              </a:rPr>
              <a:t>4. Verify: AGENTS.md 규칙을</a:t>
            </a:r>
          </a:p>
          <a:p>
            <a:pPr algn="l" marL="0" indent="0" lvl="0">
              <a:lnSpc>
                <a:spcPts val="2632"/>
              </a:lnSpc>
              <a:spcBef>
                <a:spcPct val="0"/>
              </a:spcBef>
            </a:pPr>
            <a:r>
              <a:rPr lang="en-US" sz="1950" strike="noStrike" u="none">
                <a:solidFill>
                  <a:srgbClr val="EEF1FF"/>
                </a:solidFill>
                <a:latin typeface="Arimo"/>
                <a:ea typeface="Arimo"/>
                <a:cs typeface="Arimo"/>
                <a:sym typeface="Arimo"/>
              </a:rPr>
              <a:t>   지켰는지 스스로 점검</a:t>
            </a:r>
          </a:p>
          <a:p>
            <a:pPr algn="l" marL="0" indent="0" lvl="0">
              <a:lnSpc>
                <a:spcPts val="2632"/>
              </a:lnSpc>
              <a:spcBef>
                <a:spcPct val="0"/>
              </a:spcBef>
            </a:pPr>
            <a:r>
              <a:rPr lang="en-US" sz="1950" strike="noStrike" u="none">
                <a:solidFill>
                  <a:srgbClr val="EEF1FF"/>
                </a:solidFill>
                <a:latin typeface="Arimo"/>
                <a:ea typeface="Arimo"/>
                <a:cs typeface="Arimo"/>
                <a:sym typeface="Arimo"/>
              </a:rPr>
              <a:t>5. Iterate: 문제가 있으면 1번만</a:t>
            </a:r>
          </a:p>
          <a:p>
            <a:pPr algn="l" marL="0" indent="0" lvl="0">
              <a:lnSpc>
                <a:spcPts val="2632"/>
              </a:lnSpc>
              <a:spcBef>
                <a:spcPct val="0"/>
              </a:spcBef>
            </a:pPr>
            <a:r>
              <a:rPr lang="en-US" sz="1950" strike="noStrike" u="none">
                <a:solidFill>
                  <a:srgbClr val="EEF1FF"/>
                </a:solidFill>
                <a:latin typeface="Arimo"/>
                <a:ea typeface="Arimo"/>
                <a:cs typeface="Arimo"/>
                <a:sym typeface="Arimo"/>
              </a:rPr>
              <a:t>   다시 고치고 멈추기</a:t>
            </a:r>
          </a:p>
          <a:p>
            <a:pPr algn="l" marL="0" indent="0" lvl="0">
              <a:lnSpc>
                <a:spcPts val="2632"/>
              </a:lnSpc>
              <a:spcBef>
                <a:spcPct val="0"/>
              </a:spcBef>
            </a:pPr>
            <a:r>
              <a:rPr lang="en-US" sz="1950" strike="noStrike" u="none">
                <a:solidFill>
                  <a:srgbClr val="EEF1FF"/>
                </a:solidFill>
                <a:latin typeface="Arimo"/>
                <a:ea typeface="Arimo"/>
                <a:cs typeface="Arimo"/>
                <a:sym typeface="Arimo"/>
              </a:rPr>
              <a:t>변경한 부분만 수정하고,</a:t>
            </a:r>
          </a:p>
          <a:p>
            <a:pPr algn="l" marL="0" indent="0" lvl="0">
              <a:lnSpc>
                <a:spcPts val="2632"/>
              </a:lnSpc>
              <a:spcBef>
                <a:spcPct val="0"/>
              </a:spcBef>
            </a:pPr>
            <a:r>
              <a:rPr lang="en-US" sz="1950" strike="noStrike" u="none">
                <a:solidFill>
                  <a:srgbClr val="EEF1FF"/>
                </a:solidFill>
                <a:latin typeface="Arimo"/>
                <a:ea typeface="Arimo"/>
                <a:cs typeface="Arimo"/>
                <a:sym typeface="Arimo"/>
              </a:rPr>
              <a:t>설명은 3줄 이내로.</a:t>
            </a:r>
          </a:p>
        </p:txBody>
      </p:sp>
      <p:sp>
        <p:nvSpPr>
          <p:cNvPr name="TextBox 40" id="40"/>
          <p:cNvSpPr txBox="true"/>
          <p:nvPr/>
        </p:nvSpPr>
        <p:spPr>
          <a:xfrm rot="0">
            <a:off x="8382000" y="8899525"/>
            <a:ext cx="1524000" cy="358775"/>
          </a:xfrm>
          <a:prstGeom prst="rect">
            <a:avLst/>
          </a:prstGeom>
        </p:spPr>
        <p:txBody>
          <a:bodyPr anchor="t" rtlCol="false" tIns="0" lIns="0" bIns="0" rIns="0">
            <a:spAutoFit/>
          </a:bodyPr>
          <a:lstStyle/>
          <a:p>
            <a:pPr algn="ctr" marL="0" indent="0" lvl="0">
              <a:lnSpc>
                <a:spcPts val="2800"/>
              </a:lnSpc>
              <a:spcBef>
                <a:spcPct val="0"/>
              </a:spcBef>
            </a:pPr>
            <a:r>
              <a:rPr lang="en-US" b="true" sz="2000" strike="noStrike" u="none">
                <a:solidFill>
                  <a:srgbClr val="4165C1"/>
                </a:solidFill>
                <a:latin typeface="프리젠테이션 Bold"/>
                <a:ea typeface="프리젠테이션 Bold"/>
                <a:cs typeface="프리젠테이션 Bold"/>
                <a:sym typeface="프리젠테이션 Bold"/>
              </a:rPr>
              <a:t>- 40 -</a:t>
            </a:r>
          </a:p>
        </p:txBody>
      </p:sp>
    </p:spTree>
  </p:cSld>
  <p:clrMapOvr>
    <a:masterClrMapping/>
  </p:clrMapOvr>
</p:sld>
</file>

<file path=ppt/slides/slide41.xml><?xml version="1.0" encoding="utf-8"?>
<p:sld xmlns:p="http://schemas.openxmlformats.org/presentationml/2006/main" xmlns:a="http://schemas.openxmlformats.org/drawingml/2006/main" xmlns:r="http://schemas.openxmlformats.org/officeDocument/2006/relationships">
  <p:cSld>
    <p:bg>
      <p:bgPr>
        <a:solidFill>
          <a:srgbClr val="5170FF"/>
        </a:solidFill>
      </p:bgPr>
    </p:bg>
    <p:spTree>
      <p:nvGrpSpPr>
        <p:cNvPr id="1" name=""/>
        <p:cNvGrpSpPr/>
        <p:nvPr/>
      </p:nvGrpSpPr>
      <p:grpSpPr>
        <a:xfrm>
          <a:off x="0" y="0"/>
          <a:ext cx="0" cy="0"/>
          <a:chOff x="0" y="0"/>
          <a:chExt cx="0" cy="0"/>
        </a:xfrm>
      </p:grpSpPr>
      <p:grpSp>
        <p:nvGrpSpPr>
          <p:cNvPr name="Group 2" id="2"/>
          <p:cNvGrpSpPr/>
          <p:nvPr/>
        </p:nvGrpSpPr>
        <p:grpSpPr>
          <a:xfrm rot="0">
            <a:off x="534854" y="457200"/>
            <a:ext cx="17218292" cy="9294946"/>
            <a:chOff x="0" y="0"/>
            <a:chExt cx="22957723" cy="12393261"/>
          </a:xfrm>
        </p:grpSpPr>
        <p:grpSp>
          <p:nvGrpSpPr>
            <p:cNvPr name="Group 3" id="3"/>
            <p:cNvGrpSpPr/>
            <p:nvPr/>
          </p:nvGrpSpPr>
          <p:grpSpPr>
            <a:xfrm rot="0">
              <a:off x="0" y="1727243"/>
              <a:ext cx="22957723" cy="10666019"/>
              <a:chOff x="0" y="0"/>
              <a:chExt cx="4777465" cy="2219581"/>
            </a:xfrm>
          </p:grpSpPr>
          <p:sp>
            <p:nvSpPr>
              <p:cNvPr name="Freeform 4" id="4"/>
              <p:cNvSpPr/>
              <p:nvPr/>
            </p:nvSpPr>
            <p:spPr>
              <a:xfrm flipH="false" flipV="false" rot="0">
                <a:off x="0" y="0"/>
                <a:ext cx="4777465" cy="2219581"/>
              </a:xfrm>
              <a:custGeom>
                <a:avLst/>
                <a:gdLst/>
                <a:ahLst/>
                <a:cxnLst/>
                <a:rect r="r" b="b" t="t" l="l"/>
                <a:pathLst>
                  <a:path h="2219581" w="4777465">
                    <a:moveTo>
                      <a:pt x="22931" y="0"/>
                    </a:moveTo>
                    <a:lnTo>
                      <a:pt x="4754534" y="0"/>
                    </a:lnTo>
                    <a:cubicBezTo>
                      <a:pt x="4767199" y="0"/>
                      <a:pt x="4777465" y="10267"/>
                      <a:pt x="4777465" y="22931"/>
                    </a:cubicBezTo>
                    <a:lnTo>
                      <a:pt x="4777465" y="2196650"/>
                    </a:lnTo>
                    <a:cubicBezTo>
                      <a:pt x="4777465" y="2202732"/>
                      <a:pt x="4775049" y="2208564"/>
                      <a:pt x="4770749" y="2212865"/>
                    </a:cubicBezTo>
                    <a:cubicBezTo>
                      <a:pt x="4766449" y="2217165"/>
                      <a:pt x="4760616" y="2219581"/>
                      <a:pt x="4754534" y="2219581"/>
                    </a:cubicBezTo>
                    <a:lnTo>
                      <a:pt x="22931" y="2219581"/>
                    </a:lnTo>
                    <a:cubicBezTo>
                      <a:pt x="10267" y="2219581"/>
                      <a:pt x="0" y="2209315"/>
                      <a:pt x="0" y="2196650"/>
                    </a:cubicBezTo>
                    <a:lnTo>
                      <a:pt x="0" y="22931"/>
                    </a:lnTo>
                    <a:cubicBezTo>
                      <a:pt x="0" y="10267"/>
                      <a:pt x="10267" y="0"/>
                      <a:pt x="22931" y="0"/>
                    </a:cubicBezTo>
                    <a:close/>
                  </a:path>
                </a:pathLst>
              </a:custGeom>
              <a:solidFill>
                <a:srgbClr val="FFFFFF"/>
              </a:solidFill>
              <a:ln cap="rnd">
                <a:noFill/>
                <a:prstDash val="solid"/>
                <a:round/>
              </a:ln>
            </p:spPr>
          </p:sp>
          <p:sp>
            <p:nvSpPr>
              <p:cNvPr name="TextBox 5" id="5"/>
              <p:cNvSpPr txBox="true"/>
              <p:nvPr/>
            </p:nvSpPr>
            <p:spPr>
              <a:xfrm>
                <a:off x="0" y="-38100"/>
                <a:ext cx="4777465" cy="2257681"/>
              </a:xfrm>
              <a:prstGeom prst="rect">
                <a:avLst/>
              </a:prstGeom>
            </p:spPr>
            <p:txBody>
              <a:bodyPr anchor="ctr" rtlCol="false" tIns="48220" lIns="48220" bIns="48220" rIns="48220"/>
              <a:lstStyle/>
              <a:p>
                <a:pPr algn="ctr" marL="0" indent="0" lvl="0">
                  <a:lnSpc>
                    <a:spcPts val="1853"/>
                  </a:lnSpc>
                  <a:spcBef>
                    <a:spcPct val="0"/>
                  </a:spcBef>
                </a:pPr>
              </a:p>
              <a:p>
                <a:pPr algn="ctr" marL="0" indent="0" lvl="0">
                  <a:lnSpc>
                    <a:spcPts val="1853"/>
                  </a:lnSpc>
                  <a:spcBef>
                    <a:spcPct val="0"/>
                  </a:spcBef>
                </a:pPr>
              </a:p>
              <a:p>
                <a:pPr algn="ctr" marL="0" indent="0" lvl="0">
                  <a:lnSpc>
                    <a:spcPts val="1853"/>
                  </a:lnSpc>
                  <a:spcBef>
                    <a:spcPct val="0"/>
                  </a:spcBef>
                </a:pPr>
              </a:p>
            </p:txBody>
          </p:sp>
        </p:grpSp>
        <p:grpSp>
          <p:nvGrpSpPr>
            <p:cNvPr name="Group 6" id="6"/>
            <p:cNvGrpSpPr/>
            <p:nvPr/>
          </p:nvGrpSpPr>
          <p:grpSpPr>
            <a:xfrm rot="0">
              <a:off x="18499830" y="891712"/>
              <a:ext cx="4457893" cy="3397582"/>
              <a:chOff x="0" y="0"/>
              <a:chExt cx="927680" cy="707031"/>
            </a:xfrm>
          </p:grpSpPr>
          <p:sp>
            <p:nvSpPr>
              <p:cNvPr name="Freeform 7" id="7"/>
              <p:cNvSpPr/>
              <p:nvPr/>
            </p:nvSpPr>
            <p:spPr>
              <a:xfrm flipH="false" flipV="false" rot="0">
                <a:off x="0" y="0"/>
                <a:ext cx="927680" cy="707031"/>
              </a:xfrm>
              <a:custGeom>
                <a:avLst/>
                <a:gdLst/>
                <a:ahLst/>
                <a:cxnLst/>
                <a:rect r="r" b="b" t="t" l="l"/>
                <a:pathLst>
                  <a:path h="707031" w="927680">
                    <a:moveTo>
                      <a:pt x="118094" y="0"/>
                    </a:moveTo>
                    <a:lnTo>
                      <a:pt x="809586" y="0"/>
                    </a:lnTo>
                    <a:cubicBezTo>
                      <a:pt x="874808" y="0"/>
                      <a:pt x="927680" y="52872"/>
                      <a:pt x="927680" y="118094"/>
                    </a:cubicBezTo>
                    <a:lnTo>
                      <a:pt x="927680" y="588937"/>
                    </a:lnTo>
                    <a:cubicBezTo>
                      <a:pt x="927680" y="654159"/>
                      <a:pt x="874808" y="707031"/>
                      <a:pt x="809586" y="707031"/>
                    </a:cubicBezTo>
                    <a:lnTo>
                      <a:pt x="118094" y="707031"/>
                    </a:lnTo>
                    <a:cubicBezTo>
                      <a:pt x="52872" y="707031"/>
                      <a:pt x="0" y="654159"/>
                      <a:pt x="0" y="588937"/>
                    </a:cubicBezTo>
                    <a:lnTo>
                      <a:pt x="0" y="118094"/>
                    </a:lnTo>
                    <a:cubicBezTo>
                      <a:pt x="0" y="52872"/>
                      <a:pt x="52872" y="0"/>
                      <a:pt x="118094" y="0"/>
                    </a:cubicBezTo>
                    <a:close/>
                  </a:path>
                </a:pathLst>
              </a:custGeom>
              <a:solidFill>
                <a:srgbClr val="FFFFFF"/>
              </a:solidFill>
              <a:ln cap="rnd">
                <a:noFill/>
                <a:prstDash val="solid"/>
                <a:round/>
              </a:ln>
            </p:spPr>
          </p:sp>
          <p:sp>
            <p:nvSpPr>
              <p:cNvPr name="TextBox 8" id="8"/>
              <p:cNvSpPr txBox="true"/>
              <p:nvPr/>
            </p:nvSpPr>
            <p:spPr>
              <a:xfrm>
                <a:off x="0" y="-38100"/>
                <a:ext cx="927680" cy="745131"/>
              </a:xfrm>
              <a:prstGeom prst="rect">
                <a:avLst/>
              </a:prstGeom>
            </p:spPr>
            <p:txBody>
              <a:bodyPr anchor="ctr" rtlCol="false" tIns="48220" lIns="48220" bIns="48220" rIns="48220"/>
              <a:lstStyle/>
              <a:p>
                <a:pPr algn="ctr" marL="0" indent="0" lvl="0">
                  <a:lnSpc>
                    <a:spcPts val="1853"/>
                  </a:lnSpc>
                  <a:spcBef>
                    <a:spcPct val="0"/>
                  </a:spcBef>
                </a:pPr>
              </a:p>
              <a:p>
                <a:pPr algn="ctr" marL="0" indent="0" lvl="0">
                  <a:lnSpc>
                    <a:spcPts val="1853"/>
                  </a:lnSpc>
                  <a:spcBef>
                    <a:spcPct val="0"/>
                  </a:spcBef>
                </a:pPr>
              </a:p>
              <a:p>
                <a:pPr algn="ctr" marL="0" indent="0" lvl="0">
                  <a:lnSpc>
                    <a:spcPts val="1853"/>
                  </a:lnSpc>
                  <a:spcBef>
                    <a:spcPct val="0"/>
                  </a:spcBef>
                </a:pPr>
              </a:p>
            </p:txBody>
          </p:sp>
        </p:grpSp>
        <p:grpSp>
          <p:nvGrpSpPr>
            <p:cNvPr name="Group 9" id="9"/>
            <p:cNvGrpSpPr/>
            <p:nvPr/>
          </p:nvGrpSpPr>
          <p:grpSpPr>
            <a:xfrm rot="0">
              <a:off x="18064463" y="1334482"/>
              <a:ext cx="2392010" cy="1865053"/>
              <a:chOff x="0" y="0"/>
              <a:chExt cx="497773" cy="388115"/>
            </a:xfrm>
          </p:grpSpPr>
          <p:sp>
            <p:nvSpPr>
              <p:cNvPr name="Freeform 10" id="10"/>
              <p:cNvSpPr/>
              <p:nvPr/>
            </p:nvSpPr>
            <p:spPr>
              <a:xfrm flipH="false" flipV="false" rot="0">
                <a:off x="0" y="0"/>
                <a:ext cx="497773" cy="388115"/>
              </a:xfrm>
              <a:custGeom>
                <a:avLst/>
                <a:gdLst/>
                <a:ahLst/>
                <a:cxnLst/>
                <a:rect r="r" b="b" t="t" l="l"/>
                <a:pathLst>
                  <a:path h="388115" w="497773">
                    <a:moveTo>
                      <a:pt x="0" y="0"/>
                    </a:moveTo>
                    <a:lnTo>
                      <a:pt x="497773" y="0"/>
                    </a:lnTo>
                    <a:lnTo>
                      <a:pt x="497773" y="388115"/>
                    </a:lnTo>
                    <a:lnTo>
                      <a:pt x="0" y="388115"/>
                    </a:lnTo>
                    <a:close/>
                  </a:path>
                </a:pathLst>
              </a:custGeom>
              <a:solidFill>
                <a:srgbClr val="FFFFFF"/>
              </a:solidFill>
              <a:ln cap="sq">
                <a:noFill/>
                <a:prstDash val="solid"/>
                <a:miter/>
              </a:ln>
            </p:spPr>
          </p:sp>
          <p:sp>
            <p:nvSpPr>
              <p:cNvPr name="TextBox 11" id="11"/>
              <p:cNvSpPr txBox="true"/>
              <p:nvPr/>
            </p:nvSpPr>
            <p:spPr>
              <a:xfrm>
                <a:off x="0" y="-38100"/>
                <a:ext cx="497773" cy="426215"/>
              </a:xfrm>
              <a:prstGeom prst="rect">
                <a:avLst/>
              </a:prstGeom>
            </p:spPr>
            <p:txBody>
              <a:bodyPr anchor="ctr" rtlCol="false" tIns="48220" lIns="48220" bIns="48220" rIns="48220"/>
              <a:lstStyle/>
              <a:p>
                <a:pPr algn="ctr" marL="0" indent="0" lvl="0">
                  <a:lnSpc>
                    <a:spcPts val="1853"/>
                  </a:lnSpc>
                  <a:spcBef>
                    <a:spcPct val="0"/>
                  </a:spcBef>
                </a:pPr>
              </a:p>
              <a:p>
                <a:pPr algn="ctr" marL="0" indent="0" lvl="0">
                  <a:lnSpc>
                    <a:spcPts val="1853"/>
                  </a:lnSpc>
                  <a:spcBef>
                    <a:spcPct val="0"/>
                  </a:spcBef>
                </a:pPr>
              </a:p>
              <a:p>
                <a:pPr algn="ctr" marL="0" indent="0" lvl="0">
                  <a:lnSpc>
                    <a:spcPts val="1853"/>
                  </a:lnSpc>
                  <a:spcBef>
                    <a:spcPct val="0"/>
                  </a:spcBef>
                </a:pPr>
              </a:p>
            </p:txBody>
          </p:sp>
        </p:grpSp>
        <p:grpSp>
          <p:nvGrpSpPr>
            <p:cNvPr name="Group 12" id="12"/>
            <p:cNvGrpSpPr/>
            <p:nvPr/>
          </p:nvGrpSpPr>
          <p:grpSpPr>
            <a:xfrm rot="0">
              <a:off x="16059231" y="0"/>
              <a:ext cx="2504831" cy="1727243"/>
              <a:chOff x="0" y="0"/>
              <a:chExt cx="521251" cy="359436"/>
            </a:xfrm>
          </p:grpSpPr>
          <p:sp>
            <p:nvSpPr>
              <p:cNvPr name="Freeform 13" id="13"/>
              <p:cNvSpPr/>
              <p:nvPr/>
            </p:nvSpPr>
            <p:spPr>
              <a:xfrm flipH="false" flipV="false" rot="0">
                <a:off x="0" y="0"/>
                <a:ext cx="521251" cy="359436"/>
              </a:xfrm>
              <a:custGeom>
                <a:avLst/>
                <a:gdLst/>
                <a:ahLst/>
                <a:cxnLst/>
                <a:rect r="r" b="b" t="t" l="l"/>
                <a:pathLst>
                  <a:path h="359436" w="521251">
                    <a:moveTo>
                      <a:pt x="179718" y="0"/>
                    </a:moveTo>
                    <a:lnTo>
                      <a:pt x="341533" y="0"/>
                    </a:lnTo>
                    <a:cubicBezTo>
                      <a:pt x="440789" y="0"/>
                      <a:pt x="521251" y="80463"/>
                      <a:pt x="521251" y="179718"/>
                    </a:cubicBezTo>
                    <a:lnTo>
                      <a:pt x="521251" y="179718"/>
                    </a:lnTo>
                    <a:cubicBezTo>
                      <a:pt x="521251" y="227382"/>
                      <a:pt x="502317" y="273094"/>
                      <a:pt x="468613" y="306798"/>
                    </a:cubicBezTo>
                    <a:cubicBezTo>
                      <a:pt x="434909" y="340502"/>
                      <a:pt x="389197" y="359436"/>
                      <a:pt x="341533" y="359436"/>
                    </a:cubicBezTo>
                    <a:lnTo>
                      <a:pt x="179718" y="359436"/>
                    </a:lnTo>
                    <a:cubicBezTo>
                      <a:pt x="132054" y="359436"/>
                      <a:pt x="86342" y="340502"/>
                      <a:pt x="52638" y="306798"/>
                    </a:cubicBezTo>
                    <a:cubicBezTo>
                      <a:pt x="18935" y="273094"/>
                      <a:pt x="0" y="227382"/>
                      <a:pt x="0" y="179718"/>
                    </a:cubicBezTo>
                    <a:lnTo>
                      <a:pt x="0" y="179718"/>
                    </a:lnTo>
                    <a:cubicBezTo>
                      <a:pt x="0" y="132054"/>
                      <a:pt x="18935" y="86342"/>
                      <a:pt x="52638" y="52638"/>
                    </a:cubicBezTo>
                    <a:cubicBezTo>
                      <a:pt x="86342" y="18935"/>
                      <a:pt x="132054" y="0"/>
                      <a:pt x="179718" y="0"/>
                    </a:cubicBezTo>
                    <a:close/>
                  </a:path>
                </a:pathLst>
              </a:custGeom>
              <a:solidFill>
                <a:srgbClr val="5170FF"/>
              </a:solidFill>
              <a:ln cap="rnd">
                <a:noFill/>
                <a:prstDash val="solid"/>
                <a:round/>
              </a:ln>
            </p:spPr>
          </p:sp>
          <p:sp>
            <p:nvSpPr>
              <p:cNvPr name="TextBox 14" id="14"/>
              <p:cNvSpPr txBox="true"/>
              <p:nvPr/>
            </p:nvSpPr>
            <p:spPr>
              <a:xfrm>
                <a:off x="0" y="-38100"/>
                <a:ext cx="521251" cy="397536"/>
              </a:xfrm>
              <a:prstGeom prst="rect">
                <a:avLst/>
              </a:prstGeom>
            </p:spPr>
            <p:txBody>
              <a:bodyPr anchor="ctr" rtlCol="false" tIns="48220" lIns="48220" bIns="48220" rIns="48220"/>
              <a:lstStyle/>
              <a:p>
                <a:pPr algn="ctr" marL="0" indent="0" lvl="0">
                  <a:lnSpc>
                    <a:spcPts val="1853"/>
                  </a:lnSpc>
                  <a:spcBef>
                    <a:spcPct val="0"/>
                  </a:spcBef>
                </a:pPr>
              </a:p>
              <a:p>
                <a:pPr algn="ctr" marL="0" indent="0" lvl="0">
                  <a:lnSpc>
                    <a:spcPts val="1853"/>
                  </a:lnSpc>
                  <a:spcBef>
                    <a:spcPct val="0"/>
                  </a:spcBef>
                </a:pPr>
              </a:p>
              <a:p>
                <a:pPr algn="ctr" marL="0" indent="0" lvl="0">
                  <a:lnSpc>
                    <a:spcPts val="1853"/>
                  </a:lnSpc>
                  <a:spcBef>
                    <a:spcPct val="0"/>
                  </a:spcBef>
                </a:pPr>
              </a:p>
            </p:txBody>
          </p:sp>
        </p:grpSp>
      </p:grpSp>
      <p:grpSp>
        <p:nvGrpSpPr>
          <p:cNvPr name="Group 15" id="15"/>
          <p:cNvGrpSpPr/>
          <p:nvPr/>
        </p:nvGrpSpPr>
        <p:grpSpPr>
          <a:xfrm rot="0">
            <a:off x="820604" y="768468"/>
            <a:ext cx="12829802" cy="762000"/>
            <a:chOff x="0" y="0"/>
            <a:chExt cx="17106403" cy="1016000"/>
          </a:xfrm>
        </p:grpSpPr>
        <p:sp>
          <p:nvSpPr>
            <p:cNvPr name="TextBox 16" id="16"/>
            <p:cNvSpPr txBox="true"/>
            <p:nvPr/>
          </p:nvSpPr>
          <p:spPr>
            <a:xfrm rot="0">
              <a:off x="712750" y="76200"/>
              <a:ext cx="16393653" cy="939800"/>
            </a:xfrm>
            <a:prstGeom prst="rect">
              <a:avLst/>
            </a:prstGeom>
          </p:spPr>
          <p:txBody>
            <a:bodyPr anchor="t" rtlCol="false" tIns="0" lIns="0" bIns="0" rIns="0">
              <a:spAutoFit/>
            </a:bodyPr>
            <a:lstStyle/>
            <a:p>
              <a:pPr algn="l" marL="0" indent="0" lvl="0">
                <a:lnSpc>
                  <a:spcPts val="5100"/>
                </a:lnSpc>
                <a:spcBef>
                  <a:spcPct val="0"/>
                </a:spcBef>
              </a:pPr>
              <a:r>
                <a:rPr lang="en-US" b="true" sz="5000" spc="-100" strike="noStrike" u="none">
                  <a:solidFill>
                    <a:srgbClr val="FFFFFF"/>
                  </a:solidFill>
                  <a:latin typeface="프리젠테이션 Bold"/>
                  <a:ea typeface="프리젠테이션 Bold"/>
                  <a:cs typeface="프리젠테이션 Bold"/>
                  <a:sym typeface="프리젠테이션 Bold"/>
                </a:rPr>
                <a:t>오늘 배운 것</a:t>
              </a:r>
            </a:p>
          </p:txBody>
        </p:sp>
        <p:sp>
          <p:nvSpPr>
            <p:cNvPr name="Freeform 17" id="17"/>
            <p:cNvSpPr/>
            <p:nvPr/>
          </p:nvSpPr>
          <p:spPr>
            <a:xfrm flipH="false" flipV="false" rot="0">
              <a:off x="0" y="284846"/>
              <a:ext cx="446308" cy="446308"/>
            </a:xfrm>
            <a:custGeom>
              <a:avLst/>
              <a:gdLst/>
              <a:ahLst/>
              <a:cxnLst/>
              <a:rect r="r" b="b" t="t" l="l"/>
              <a:pathLst>
                <a:path h="446308" w="446308">
                  <a:moveTo>
                    <a:pt x="0" y="0"/>
                  </a:moveTo>
                  <a:lnTo>
                    <a:pt x="446308" y="0"/>
                  </a:lnTo>
                  <a:lnTo>
                    <a:pt x="446308" y="446308"/>
                  </a:lnTo>
                  <a:lnTo>
                    <a:pt x="0" y="446308"/>
                  </a:lnTo>
                  <a:lnTo>
                    <a:pt x="0" y="0"/>
                  </a:lnTo>
                  <a:close/>
                </a:path>
              </a:pathLst>
            </a:custGeom>
            <a:blipFill>
              <a:blip r:embed="rId3">
                <a:extLst>
                  <a:ext uri="{96DAC541-7B7A-43D3-8B79-37D633B846F1}">
                    <asvg:svgBlip xmlns:asvg="http://schemas.microsoft.com/office/drawing/2016/SVG/main" r:embed="rId4"/>
                  </a:ext>
                </a:extLst>
              </a:blip>
              <a:stretch>
                <a:fillRect l="0" t="0" r="0" b="0"/>
              </a:stretch>
            </a:blipFill>
          </p:spPr>
        </p:sp>
      </p:grpSp>
      <p:sp>
        <p:nvSpPr>
          <p:cNvPr name="Freeform 18" id="18"/>
          <p:cNvSpPr/>
          <p:nvPr/>
        </p:nvSpPr>
        <p:spPr>
          <a:xfrm flipH="false" flipV="false" rot="0">
            <a:off x="2944444" y="3048665"/>
            <a:ext cx="1906863" cy="1756697"/>
          </a:xfrm>
          <a:custGeom>
            <a:avLst/>
            <a:gdLst/>
            <a:ahLst/>
            <a:cxnLst/>
            <a:rect r="r" b="b" t="t" l="l"/>
            <a:pathLst>
              <a:path h="1756697" w="1906863">
                <a:moveTo>
                  <a:pt x="0" y="0"/>
                </a:moveTo>
                <a:lnTo>
                  <a:pt x="1906863" y="0"/>
                </a:lnTo>
                <a:lnTo>
                  <a:pt x="1906863" y="1756697"/>
                </a:lnTo>
                <a:lnTo>
                  <a:pt x="0" y="1756697"/>
                </a:lnTo>
                <a:lnTo>
                  <a:pt x="0" y="0"/>
                </a:lnTo>
                <a:close/>
              </a:path>
            </a:pathLst>
          </a:custGeom>
          <a:blipFill>
            <a:blip r:embed="rId5">
              <a:extLst>
                <a:ext uri="{96DAC541-7B7A-43D3-8B79-37D633B846F1}">
                  <asvg:svgBlip xmlns:asvg="http://schemas.microsoft.com/office/drawing/2016/SVG/main" r:embed="rId6"/>
                </a:ext>
              </a:extLst>
            </a:blip>
            <a:stretch>
              <a:fillRect l="0" t="0" r="0" b="0"/>
            </a:stretch>
          </a:blipFill>
        </p:spPr>
      </p:sp>
      <p:sp>
        <p:nvSpPr>
          <p:cNvPr name="Freeform 19" id="19"/>
          <p:cNvSpPr/>
          <p:nvPr/>
        </p:nvSpPr>
        <p:spPr>
          <a:xfrm flipH="false" flipV="false" rot="0">
            <a:off x="8176076" y="3176873"/>
            <a:ext cx="1935847" cy="1500282"/>
          </a:xfrm>
          <a:custGeom>
            <a:avLst/>
            <a:gdLst/>
            <a:ahLst/>
            <a:cxnLst/>
            <a:rect r="r" b="b" t="t" l="l"/>
            <a:pathLst>
              <a:path h="1500282" w="1935847">
                <a:moveTo>
                  <a:pt x="0" y="0"/>
                </a:moveTo>
                <a:lnTo>
                  <a:pt x="1935848" y="0"/>
                </a:lnTo>
                <a:lnTo>
                  <a:pt x="1935848" y="1500282"/>
                </a:lnTo>
                <a:lnTo>
                  <a:pt x="0" y="1500282"/>
                </a:lnTo>
                <a:lnTo>
                  <a:pt x="0" y="0"/>
                </a:lnTo>
                <a:close/>
              </a:path>
            </a:pathLst>
          </a:custGeom>
          <a:blipFill>
            <a:blip r:embed="rId7">
              <a:extLst>
                <a:ext uri="{96DAC541-7B7A-43D3-8B79-37D633B846F1}">
                  <asvg:svgBlip xmlns:asvg="http://schemas.microsoft.com/office/drawing/2016/SVG/main" r:embed="rId8"/>
                </a:ext>
              </a:extLst>
            </a:blip>
            <a:stretch>
              <a:fillRect l="0" t="0" r="0" b="0"/>
            </a:stretch>
          </a:blipFill>
        </p:spPr>
      </p:sp>
      <p:sp>
        <p:nvSpPr>
          <p:cNvPr name="Freeform 20" id="20"/>
          <p:cNvSpPr/>
          <p:nvPr/>
        </p:nvSpPr>
        <p:spPr>
          <a:xfrm flipH="false" flipV="false" rot="0">
            <a:off x="13580283" y="3112769"/>
            <a:ext cx="1638732" cy="1628490"/>
          </a:xfrm>
          <a:custGeom>
            <a:avLst/>
            <a:gdLst/>
            <a:ahLst/>
            <a:cxnLst/>
            <a:rect r="r" b="b" t="t" l="l"/>
            <a:pathLst>
              <a:path h="1628490" w="1638732">
                <a:moveTo>
                  <a:pt x="0" y="0"/>
                </a:moveTo>
                <a:lnTo>
                  <a:pt x="1638732" y="0"/>
                </a:lnTo>
                <a:lnTo>
                  <a:pt x="1638732" y="1628489"/>
                </a:lnTo>
                <a:lnTo>
                  <a:pt x="0" y="1628489"/>
                </a:lnTo>
                <a:lnTo>
                  <a:pt x="0" y="0"/>
                </a:lnTo>
                <a:close/>
              </a:path>
            </a:pathLst>
          </a:custGeom>
          <a:blipFill>
            <a:blip r:embed="rId9">
              <a:extLst>
                <a:ext uri="{96DAC541-7B7A-43D3-8B79-37D633B846F1}">
                  <asvg:svgBlip xmlns:asvg="http://schemas.microsoft.com/office/drawing/2016/SVG/main" r:embed="rId10"/>
                </a:ext>
              </a:extLst>
            </a:blip>
            <a:stretch>
              <a:fillRect l="0" t="0" r="0" b="0"/>
            </a:stretch>
          </a:blipFill>
        </p:spPr>
      </p:sp>
      <p:grpSp>
        <p:nvGrpSpPr>
          <p:cNvPr name="Group 21" id="21"/>
          <p:cNvGrpSpPr/>
          <p:nvPr/>
        </p:nvGrpSpPr>
        <p:grpSpPr>
          <a:xfrm rot="0">
            <a:off x="1845660" y="5336790"/>
            <a:ext cx="4104431" cy="3031802"/>
            <a:chOff x="0" y="0"/>
            <a:chExt cx="5472575" cy="4042402"/>
          </a:xfrm>
        </p:grpSpPr>
        <p:sp>
          <p:nvSpPr>
            <p:cNvPr name="TextBox 22" id="22"/>
            <p:cNvSpPr txBox="true"/>
            <p:nvPr/>
          </p:nvSpPr>
          <p:spPr>
            <a:xfrm rot="0">
              <a:off x="326998" y="2366002"/>
              <a:ext cx="4818580" cy="1676400"/>
            </a:xfrm>
            <a:prstGeom prst="rect">
              <a:avLst/>
            </a:prstGeom>
          </p:spPr>
          <p:txBody>
            <a:bodyPr anchor="t" rtlCol="false" tIns="0" lIns="0" bIns="0" rIns="0">
              <a:spAutoFit/>
            </a:bodyPr>
            <a:lstStyle/>
            <a:p>
              <a:pPr algn="ctr" marL="0" indent="0" lvl="0">
                <a:lnSpc>
                  <a:spcPts val="3375"/>
                </a:lnSpc>
                <a:spcBef>
                  <a:spcPct val="0"/>
                </a:spcBef>
              </a:pPr>
              <a:r>
                <a:rPr lang="en-US" b="true" sz="2250" spc="-44" strike="noStrike" u="none">
                  <a:solidFill>
                    <a:srgbClr val="5170FF"/>
                  </a:solidFill>
                  <a:latin typeface="프리젠테이션 Bold"/>
                  <a:ea typeface="프리젠테이션 Bold"/>
                  <a:cs typeface="프리젠테이션 Bold"/>
                  <a:sym typeface="프리젠테이션 Bold"/>
                </a:rPr>
                <a:t>구체적·명확하게</a:t>
              </a:r>
            </a:p>
            <a:p>
              <a:pPr algn="ctr" marL="0" indent="0" lvl="0">
                <a:lnSpc>
                  <a:spcPts val="3375"/>
                </a:lnSpc>
                <a:spcBef>
                  <a:spcPct val="0"/>
                </a:spcBef>
              </a:pPr>
              <a:r>
                <a:rPr lang="en-US" b="true" sz="2250" spc="-44" strike="noStrike" u="none">
                  <a:solidFill>
                    <a:srgbClr val="5170FF"/>
                  </a:solidFill>
                  <a:latin typeface="프리젠테이션 Bold"/>
                  <a:ea typeface="프리젠테이션 Bold"/>
                  <a:cs typeface="프리젠테이션 Bold"/>
                  <a:sym typeface="프리젠테이션 Bold"/>
                </a:rPr>
                <a:t>맥락·구조·일관성</a:t>
              </a:r>
            </a:p>
            <a:p>
              <a:pPr algn="ctr" marL="0" indent="0" lvl="0">
                <a:lnSpc>
                  <a:spcPts val="3375"/>
                </a:lnSpc>
                <a:spcBef>
                  <a:spcPct val="0"/>
                </a:spcBef>
              </a:pPr>
              <a:r>
                <a:rPr lang="en-US" b="true" sz="2250" spc="-44" strike="noStrike" u="none">
                  <a:solidFill>
                    <a:srgbClr val="5170FF"/>
                  </a:solidFill>
                  <a:latin typeface="프리젠테이션 Bold"/>
                  <a:ea typeface="프리젠테이션 Bold"/>
                  <a:cs typeface="프리젠테이션 Bold"/>
                  <a:sym typeface="프리젠테이션 Bold"/>
                </a:rPr>
                <a:t>토큰은 아껴서!</a:t>
              </a:r>
            </a:p>
          </p:txBody>
        </p:sp>
        <p:sp>
          <p:nvSpPr>
            <p:cNvPr name="TextBox 23" id="23"/>
            <p:cNvSpPr txBox="true"/>
            <p:nvPr/>
          </p:nvSpPr>
          <p:spPr>
            <a:xfrm rot="0">
              <a:off x="0" y="0"/>
              <a:ext cx="5472575" cy="1280837"/>
            </a:xfrm>
            <a:prstGeom prst="rect">
              <a:avLst/>
            </a:prstGeom>
          </p:spPr>
          <p:txBody>
            <a:bodyPr anchor="t" rtlCol="false" tIns="0" lIns="0" bIns="0" rIns="0">
              <a:spAutoFit/>
            </a:bodyPr>
            <a:lstStyle/>
            <a:p>
              <a:pPr algn="ctr" marL="0" indent="0" lvl="0">
                <a:lnSpc>
                  <a:spcPts val="3776"/>
                </a:lnSpc>
                <a:spcBef>
                  <a:spcPct val="0"/>
                </a:spcBef>
              </a:pPr>
              <a:r>
                <a:rPr lang="en-US" b="true" sz="3200" spc="-64" strike="noStrike" u="none">
                  <a:solidFill>
                    <a:srgbClr val="333333"/>
                  </a:solidFill>
                  <a:latin typeface="프리젠테이션 Bold"/>
                  <a:ea typeface="프리젠테이션 Bold"/>
                  <a:cs typeface="프리젠테이션 Bold"/>
                  <a:sym typeface="프리젠테이션 Bold"/>
                </a:rPr>
                <a:t>프롬프트</a:t>
              </a:r>
            </a:p>
            <a:p>
              <a:pPr algn="ctr" marL="0" indent="0" lvl="0">
                <a:lnSpc>
                  <a:spcPts val="3776"/>
                </a:lnSpc>
                <a:spcBef>
                  <a:spcPct val="0"/>
                </a:spcBef>
              </a:pPr>
              <a:r>
                <a:rPr lang="en-US" b="true" sz="3200" spc="-64" strike="noStrike" u="none">
                  <a:solidFill>
                    <a:srgbClr val="333333"/>
                  </a:solidFill>
                  <a:latin typeface="프리젠테이션 Bold"/>
                  <a:ea typeface="프리젠테이션 Bold"/>
                  <a:cs typeface="프리젠테이션 Bold"/>
                  <a:sym typeface="프리젠테이션 Bold"/>
                </a:rPr>
                <a:t>5대 원칙</a:t>
              </a:r>
            </a:p>
          </p:txBody>
        </p:sp>
        <p:sp>
          <p:nvSpPr>
            <p:cNvPr name="Freeform 24" id="24"/>
            <p:cNvSpPr/>
            <p:nvPr/>
          </p:nvSpPr>
          <p:spPr>
            <a:xfrm flipH="false" flipV="false" rot="5400000">
              <a:off x="2619394" y="1804646"/>
              <a:ext cx="233786" cy="228526"/>
            </a:xfrm>
            <a:custGeom>
              <a:avLst/>
              <a:gdLst/>
              <a:ahLst/>
              <a:cxnLst/>
              <a:rect r="r" b="b" t="t" l="l"/>
              <a:pathLst>
                <a:path h="228526" w="233786">
                  <a:moveTo>
                    <a:pt x="0" y="0"/>
                  </a:moveTo>
                  <a:lnTo>
                    <a:pt x="233787" y="0"/>
                  </a:lnTo>
                  <a:lnTo>
                    <a:pt x="233787" y="228526"/>
                  </a:lnTo>
                  <a:lnTo>
                    <a:pt x="0" y="228526"/>
                  </a:lnTo>
                  <a:lnTo>
                    <a:pt x="0" y="0"/>
                  </a:lnTo>
                  <a:close/>
                </a:path>
              </a:pathLst>
            </a:custGeom>
            <a:blipFill>
              <a:blip r:embed="rId11">
                <a:extLst>
                  <a:ext uri="{96DAC541-7B7A-43D3-8B79-37D633B846F1}">
                    <asvg:svgBlip xmlns:asvg="http://schemas.microsoft.com/office/drawing/2016/SVG/main" r:embed="rId12"/>
                  </a:ext>
                </a:extLst>
              </a:blip>
              <a:stretch>
                <a:fillRect l="0" t="0" r="0" b="0"/>
              </a:stretch>
            </a:blipFill>
          </p:spPr>
        </p:sp>
      </p:grpSp>
      <p:grpSp>
        <p:nvGrpSpPr>
          <p:cNvPr name="Group 25" id="25"/>
          <p:cNvGrpSpPr/>
          <p:nvPr/>
        </p:nvGrpSpPr>
        <p:grpSpPr>
          <a:xfrm rot="0">
            <a:off x="7091784" y="5336790"/>
            <a:ext cx="4104431" cy="3031802"/>
            <a:chOff x="0" y="0"/>
            <a:chExt cx="5472575" cy="4042402"/>
          </a:xfrm>
        </p:grpSpPr>
        <p:sp>
          <p:nvSpPr>
            <p:cNvPr name="TextBox 26" id="26"/>
            <p:cNvSpPr txBox="true"/>
            <p:nvPr/>
          </p:nvSpPr>
          <p:spPr>
            <a:xfrm rot="0">
              <a:off x="275465" y="2366002"/>
              <a:ext cx="4921645" cy="1676400"/>
            </a:xfrm>
            <a:prstGeom prst="rect">
              <a:avLst/>
            </a:prstGeom>
          </p:spPr>
          <p:txBody>
            <a:bodyPr anchor="t" rtlCol="false" tIns="0" lIns="0" bIns="0" rIns="0">
              <a:spAutoFit/>
            </a:bodyPr>
            <a:lstStyle/>
            <a:p>
              <a:pPr algn="ctr" marL="0" indent="0" lvl="0">
                <a:lnSpc>
                  <a:spcPts val="3375"/>
                </a:lnSpc>
                <a:spcBef>
                  <a:spcPct val="0"/>
                </a:spcBef>
              </a:pPr>
              <a:r>
                <a:rPr lang="en-US" b="true" sz="2250" spc="-44" strike="noStrike" u="none">
                  <a:solidFill>
                    <a:srgbClr val="5170FF"/>
                  </a:solidFill>
                  <a:latin typeface="프리젠테이션 Bold"/>
                  <a:ea typeface="프리젠테이션 Bold"/>
                  <a:cs typeface="프리젠테이션 Bold"/>
                  <a:sym typeface="프리젠테이션 Bold"/>
                </a:rPr>
                <a:t>목표·환경·예시</a:t>
              </a:r>
            </a:p>
            <a:p>
              <a:pPr algn="ctr" marL="0" indent="0" lvl="0">
                <a:lnSpc>
                  <a:spcPts val="3375"/>
                </a:lnSpc>
                <a:spcBef>
                  <a:spcPct val="0"/>
                </a:spcBef>
              </a:pPr>
              <a:r>
                <a:rPr lang="en-US" b="true" sz="2250" spc="-44" strike="noStrike" u="none">
                  <a:solidFill>
                    <a:srgbClr val="5170FF"/>
                  </a:solidFill>
                  <a:latin typeface="프리젠테이션 Bold"/>
                  <a:ea typeface="프리젠테이션 Bold"/>
                  <a:cs typeface="프리젠테이션 Bold"/>
                  <a:sym typeface="프리젠테이션 Bold"/>
                </a:rPr>
                <a:t>기준·피드백까지</a:t>
              </a:r>
            </a:p>
            <a:p>
              <a:pPr algn="ctr" marL="0" indent="0" lvl="0">
                <a:lnSpc>
                  <a:spcPts val="3375"/>
                </a:lnSpc>
                <a:spcBef>
                  <a:spcPct val="0"/>
                </a:spcBef>
              </a:pPr>
              <a:r>
                <a:rPr lang="en-US" b="true" sz="2250" spc="-44" strike="noStrike" u="none">
                  <a:solidFill>
                    <a:srgbClr val="5170FF"/>
                  </a:solidFill>
                  <a:latin typeface="프리젠테이션 Bold"/>
                  <a:ea typeface="프리젠테이션 Bold"/>
                  <a:cs typeface="프리젠테이션 Bold"/>
                  <a:sym typeface="프리젠테이션 Bold"/>
                </a:rPr>
                <a:t>다섯 줄로 전달</a:t>
              </a:r>
            </a:p>
          </p:txBody>
        </p:sp>
        <p:sp>
          <p:nvSpPr>
            <p:cNvPr name="TextBox 27" id="27"/>
            <p:cNvSpPr txBox="true"/>
            <p:nvPr/>
          </p:nvSpPr>
          <p:spPr>
            <a:xfrm rot="0">
              <a:off x="0" y="0"/>
              <a:ext cx="5472575" cy="1280837"/>
            </a:xfrm>
            <a:prstGeom prst="rect">
              <a:avLst/>
            </a:prstGeom>
          </p:spPr>
          <p:txBody>
            <a:bodyPr anchor="t" rtlCol="false" tIns="0" lIns="0" bIns="0" rIns="0">
              <a:spAutoFit/>
            </a:bodyPr>
            <a:lstStyle/>
            <a:p>
              <a:pPr algn="ctr" marL="0" indent="0" lvl="0">
                <a:lnSpc>
                  <a:spcPts val="3776"/>
                </a:lnSpc>
                <a:spcBef>
                  <a:spcPct val="0"/>
                </a:spcBef>
              </a:pPr>
              <a:r>
                <a:rPr lang="en-US" b="true" sz="3200" spc="-64" strike="noStrike" u="none">
                  <a:solidFill>
                    <a:srgbClr val="333333"/>
                  </a:solidFill>
                  <a:latin typeface="프리젠테이션 Bold"/>
                  <a:ea typeface="프리젠테이션 Bold"/>
                  <a:cs typeface="프리젠테이션 Bold"/>
                  <a:sym typeface="프리젠테이션 Bold"/>
                </a:rPr>
                <a:t>컨텍스트</a:t>
              </a:r>
            </a:p>
            <a:p>
              <a:pPr algn="ctr" marL="0" indent="0" lvl="0">
                <a:lnSpc>
                  <a:spcPts val="3776"/>
                </a:lnSpc>
                <a:spcBef>
                  <a:spcPct val="0"/>
                </a:spcBef>
              </a:pPr>
              <a:r>
                <a:rPr lang="en-US" b="true" sz="3200" spc="-64" strike="noStrike" u="none">
                  <a:solidFill>
                    <a:srgbClr val="333333"/>
                  </a:solidFill>
                  <a:latin typeface="프리젠테이션 Bold"/>
                  <a:ea typeface="프리젠테이션 Bold"/>
                  <a:cs typeface="프리젠테이션 Bold"/>
                  <a:sym typeface="프리젠테이션 Bold"/>
                </a:rPr>
                <a:t>TCREI</a:t>
              </a:r>
            </a:p>
          </p:txBody>
        </p:sp>
        <p:sp>
          <p:nvSpPr>
            <p:cNvPr name="Freeform 28" id="28"/>
            <p:cNvSpPr/>
            <p:nvPr/>
          </p:nvSpPr>
          <p:spPr>
            <a:xfrm flipH="false" flipV="false" rot="5400000">
              <a:off x="2619394" y="1804646"/>
              <a:ext cx="233786" cy="228526"/>
            </a:xfrm>
            <a:custGeom>
              <a:avLst/>
              <a:gdLst/>
              <a:ahLst/>
              <a:cxnLst/>
              <a:rect r="r" b="b" t="t" l="l"/>
              <a:pathLst>
                <a:path h="228526" w="233786">
                  <a:moveTo>
                    <a:pt x="0" y="0"/>
                  </a:moveTo>
                  <a:lnTo>
                    <a:pt x="233787" y="0"/>
                  </a:lnTo>
                  <a:lnTo>
                    <a:pt x="233787" y="228526"/>
                  </a:lnTo>
                  <a:lnTo>
                    <a:pt x="0" y="228526"/>
                  </a:lnTo>
                  <a:lnTo>
                    <a:pt x="0" y="0"/>
                  </a:lnTo>
                  <a:close/>
                </a:path>
              </a:pathLst>
            </a:custGeom>
            <a:blipFill>
              <a:blip r:embed="rId11">
                <a:extLst>
                  <a:ext uri="{96DAC541-7B7A-43D3-8B79-37D633B846F1}">
                    <asvg:svgBlip xmlns:asvg="http://schemas.microsoft.com/office/drawing/2016/SVG/main" r:embed="rId12"/>
                  </a:ext>
                </a:extLst>
              </a:blip>
              <a:stretch>
                <a:fillRect l="0" t="0" r="0" b="0"/>
              </a:stretch>
            </a:blipFill>
          </p:spPr>
        </p:sp>
      </p:grpSp>
      <p:grpSp>
        <p:nvGrpSpPr>
          <p:cNvPr name="Group 29" id="29"/>
          <p:cNvGrpSpPr/>
          <p:nvPr/>
        </p:nvGrpSpPr>
        <p:grpSpPr>
          <a:xfrm rot="0">
            <a:off x="12347433" y="5336790"/>
            <a:ext cx="4104431" cy="3031802"/>
            <a:chOff x="0" y="0"/>
            <a:chExt cx="5472575" cy="4042402"/>
          </a:xfrm>
        </p:grpSpPr>
        <p:sp>
          <p:nvSpPr>
            <p:cNvPr name="TextBox 30" id="30"/>
            <p:cNvSpPr txBox="true"/>
            <p:nvPr/>
          </p:nvSpPr>
          <p:spPr>
            <a:xfrm rot="0">
              <a:off x="344175" y="2366002"/>
              <a:ext cx="4784225" cy="1676400"/>
            </a:xfrm>
            <a:prstGeom prst="rect">
              <a:avLst/>
            </a:prstGeom>
          </p:spPr>
          <p:txBody>
            <a:bodyPr anchor="t" rtlCol="false" tIns="0" lIns="0" bIns="0" rIns="0">
              <a:spAutoFit/>
            </a:bodyPr>
            <a:lstStyle/>
            <a:p>
              <a:pPr algn="ctr" marL="0" indent="0" lvl="0">
                <a:lnSpc>
                  <a:spcPts val="3375"/>
                </a:lnSpc>
                <a:spcBef>
                  <a:spcPct val="0"/>
                </a:spcBef>
              </a:pPr>
              <a:r>
                <a:rPr lang="en-US" b="true" sz="2250" spc="-44" strike="noStrike" u="none">
                  <a:solidFill>
                    <a:srgbClr val="5170FF"/>
                  </a:solidFill>
                  <a:latin typeface="프리젠테이션 Bold"/>
                  <a:ea typeface="프리젠테이션 Bold"/>
                  <a:cs typeface="프리젠테이션 Bold"/>
                  <a:sym typeface="프리젠테이션 Bold"/>
                </a:rPr>
                <a:t>규칙으로 지키고</a:t>
              </a:r>
            </a:p>
            <a:p>
              <a:pPr algn="ctr" marL="0" indent="0" lvl="0">
                <a:lnSpc>
                  <a:spcPts val="3375"/>
                </a:lnSpc>
                <a:spcBef>
                  <a:spcPct val="0"/>
                </a:spcBef>
              </a:pPr>
              <a:r>
                <a:rPr lang="en-US" b="true" sz="2250" spc="-44" strike="noStrike" u="none">
                  <a:solidFill>
                    <a:srgbClr val="5170FF"/>
                  </a:solidFill>
                  <a:latin typeface="프리젠테이션 Bold"/>
                  <a:ea typeface="프리젠테이션 Bold"/>
                  <a:cs typeface="프리젠테이션 Bold"/>
                  <a:sym typeface="프리젠테이션 Bold"/>
                </a:rPr>
                <a:t>5단계로 반복하되</a:t>
              </a:r>
            </a:p>
            <a:p>
              <a:pPr algn="ctr" marL="0" indent="0" lvl="0">
                <a:lnSpc>
                  <a:spcPts val="3375"/>
                </a:lnSpc>
                <a:spcBef>
                  <a:spcPct val="0"/>
                </a:spcBef>
              </a:pPr>
              <a:r>
                <a:rPr lang="en-US" b="true" sz="2250" spc="-44" strike="noStrike" u="none">
                  <a:solidFill>
                    <a:srgbClr val="5170FF"/>
                  </a:solidFill>
                  <a:latin typeface="프리젠테이션 Bold"/>
                  <a:ea typeface="프리젠테이션 Bold"/>
                  <a:cs typeface="프리젠테이션 Bold"/>
                  <a:sym typeface="프리젠테이션 Bold"/>
                </a:rPr>
                <a:t>횟수는 제한!</a:t>
              </a:r>
            </a:p>
          </p:txBody>
        </p:sp>
        <p:sp>
          <p:nvSpPr>
            <p:cNvPr name="TextBox 31" id="31"/>
            <p:cNvSpPr txBox="true"/>
            <p:nvPr/>
          </p:nvSpPr>
          <p:spPr>
            <a:xfrm rot="0">
              <a:off x="0" y="0"/>
              <a:ext cx="5472575" cy="1280837"/>
            </a:xfrm>
            <a:prstGeom prst="rect">
              <a:avLst/>
            </a:prstGeom>
          </p:spPr>
          <p:txBody>
            <a:bodyPr anchor="t" rtlCol="false" tIns="0" lIns="0" bIns="0" rIns="0">
              <a:spAutoFit/>
            </a:bodyPr>
            <a:lstStyle/>
            <a:p>
              <a:pPr algn="ctr" marL="0" indent="0" lvl="0">
                <a:lnSpc>
                  <a:spcPts val="3776"/>
                </a:lnSpc>
                <a:spcBef>
                  <a:spcPct val="0"/>
                </a:spcBef>
              </a:pPr>
              <a:r>
                <a:rPr lang="en-US" b="true" sz="3200" spc="-64" strike="noStrike" u="none">
                  <a:solidFill>
                    <a:srgbClr val="333333"/>
                  </a:solidFill>
                  <a:latin typeface="프리젠테이션 Bold"/>
                  <a:ea typeface="프리젠테이션 Bold"/>
                  <a:cs typeface="프리젠테이션 Bold"/>
                  <a:sym typeface="프리젠테이션 Bold"/>
                </a:rPr>
                <a:t>하네스</a:t>
              </a:r>
            </a:p>
            <a:p>
              <a:pPr algn="ctr" marL="0" indent="0" lvl="0">
                <a:lnSpc>
                  <a:spcPts val="3776"/>
                </a:lnSpc>
                <a:spcBef>
                  <a:spcPct val="0"/>
                </a:spcBef>
              </a:pPr>
              <a:r>
                <a:rPr lang="en-US" b="true" sz="3200" spc="-64" strike="noStrike" u="none">
                  <a:solidFill>
                    <a:srgbClr val="333333"/>
                  </a:solidFill>
                  <a:latin typeface="프리젠테이션 Bold"/>
                  <a:ea typeface="프리젠테이션 Bold"/>
                  <a:cs typeface="프리젠테이션 Bold"/>
                  <a:sym typeface="프리젠테이션 Bold"/>
                </a:rPr>
                <a:t>+ 루프</a:t>
              </a:r>
            </a:p>
          </p:txBody>
        </p:sp>
        <p:sp>
          <p:nvSpPr>
            <p:cNvPr name="Freeform 32" id="32"/>
            <p:cNvSpPr/>
            <p:nvPr/>
          </p:nvSpPr>
          <p:spPr>
            <a:xfrm flipH="false" flipV="false" rot="5400000">
              <a:off x="2619394" y="1804646"/>
              <a:ext cx="233786" cy="228526"/>
            </a:xfrm>
            <a:custGeom>
              <a:avLst/>
              <a:gdLst/>
              <a:ahLst/>
              <a:cxnLst/>
              <a:rect r="r" b="b" t="t" l="l"/>
              <a:pathLst>
                <a:path h="228526" w="233786">
                  <a:moveTo>
                    <a:pt x="0" y="0"/>
                  </a:moveTo>
                  <a:lnTo>
                    <a:pt x="233787" y="0"/>
                  </a:lnTo>
                  <a:lnTo>
                    <a:pt x="233787" y="228526"/>
                  </a:lnTo>
                  <a:lnTo>
                    <a:pt x="0" y="228526"/>
                  </a:lnTo>
                  <a:lnTo>
                    <a:pt x="0" y="0"/>
                  </a:lnTo>
                  <a:close/>
                </a:path>
              </a:pathLst>
            </a:custGeom>
            <a:blipFill>
              <a:blip r:embed="rId11">
                <a:extLst>
                  <a:ext uri="{96DAC541-7B7A-43D3-8B79-37D633B846F1}">
                    <asvg:svgBlip xmlns:asvg="http://schemas.microsoft.com/office/drawing/2016/SVG/main" r:embed="rId12"/>
                  </a:ext>
                </a:extLst>
              </a:blip>
              <a:stretch>
                <a:fillRect l="0" t="0" r="0" b="0"/>
              </a:stretch>
            </a:blipFill>
          </p:spPr>
        </p:sp>
      </p:grpSp>
      <p:sp>
        <p:nvSpPr>
          <p:cNvPr name="TextBox 33" id="33"/>
          <p:cNvSpPr txBox="true"/>
          <p:nvPr/>
        </p:nvSpPr>
        <p:spPr>
          <a:xfrm rot="0">
            <a:off x="14694520" y="1353621"/>
            <a:ext cx="2865076" cy="325120"/>
          </a:xfrm>
          <a:prstGeom prst="rect">
            <a:avLst/>
          </a:prstGeom>
        </p:spPr>
        <p:txBody>
          <a:bodyPr anchor="t" rtlCol="false" tIns="0" lIns="0" bIns="0" rIns="0">
            <a:spAutoFit/>
          </a:bodyPr>
          <a:lstStyle/>
          <a:p>
            <a:pPr algn="ctr" marL="0" indent="0" lvl="0">
              <a:lnSpc>
                <a:spcPts val="2540"/>
              </a:lnSpc>
              <a:spcBef>
                <a:spcPct val="0"/>
              </a:spcBef>
            </a:pPr>
            <a:r>
              <a:rPr lang="en-US" b="true" sz="2000" spc="122" strike="noStrike" u="none">
                <a:solidFill>
                  <a:srgbClr val="5170FF"/>
                </a:solidFill>
                <a:latin typeface="프리젠테이션 Bold"/>
                <a:ea typeface="프리젠테이션 Bold"/>
                <a:cs typeface="프리젠테이션 Bold"/>
                <a:sym typeface="프리젠테이션 Bold"/>
              </a:rPr>
              <a:t>해달 바이브코딩 기초반</a:t>
            </a:r>
          </a:p>
        </p:txBody>
      </p:sp>
      <p:sp>
        <p:nvSpPr>
          <p:cNvPr name="TextBox 34" id="34"/>
          <p:cNvSpPr txBox="true"/>
          <p:nvPr/>
        </p:nvSpPr>
        <p:spPr>
          <a:xfrm rot="0">
            <a:off x="8382000" y="8899525"/>
            <a:ext cx="1524000" cy="358775"/>
          </a:xfrm>
          <a:prstGeom prst="rect">
            <a:avLst/>
          </a:prstGeom>
        </p:spPr>
        <p:txBody>
          <a:bodyPr anchor="t" rtlCol="false" tIns="0" lIns="0" bIns="0" rIns="0">
            <a:spAutoFit/>
          </a:bodyPr>
          <a:lstStyle/>
          <a:p>
            <a:pPr algn="ctr" marL="0" indent="0" lvl="0">
              <a:lnSpc>
                <a:spcPts val="2800"/>
              </a:lnSpc>
              <a:spcBef>
                <a:spcPct val="0"/>
              </a:spcBef>
            </a:pPr>
            <a:r>
              <a:rPr lang="en-US" b="true" sz="2000" strike="noStrike" u="none">
                <a:solidFill>
                  <a:srgbClr val="4165C1"/>
                </a:solidFill>
                <a:latin typeface="프리젠테이션 Bold"/>
                <a:ea typeface="프리젠테이션 Bold"/>
                <a:cs typeface="프리젠테이션 Bold"/>
                <a:sym typeface="프리젠테이션 Bold"/>
              </a:rPr>
              <a:t>- 41 -</a:t>
            </a:r>
          </a:p>
        </p:txBody>
      </p:sp>
    </p:spTree>
  </p:cSld>
  <p:clrMapOvr>
    <a:masterClrMapping/>
  </p:clrMapOvr>
</p:sld>
</file>

<file path=ppt/slides/slide42.xml><?xml version="1.0" encoding="utf-8"?>
<p:sld xmlns:p="http://schemas.openxmlformats.org/presentationml/2006/main" xmlns:a="http://schemas.openxmlformats.org/drawingml/2006/main" xmlns:r="http://schemas.openxmlformats.org/officeDocument/2006/relationships">
  <p:cSld>
    <p:bg>
      <p:bgPr>
        <a:solidFill>
          <a:srgbClr val="5170FF"/>
        </a:solidFill>
      </p:bgPr>
    </p:bg>
    <p:spTree>
      <p:nvGrpSpPr>
        <p:cNvPr id="1" name=""/>
        <p:cNvGrpSpPr/>
        <p:nvPr/>
      </p:nvGrpSpPr>
      <p:grpSpPr>
        <a:xfrm>
          <a:off x="0" y="0"/>
          <a:ext cx="0" cy="0"/>
          <a:chOff x="0" y="0"/>
          <a:chExt cx="0" cy="0"/>
        </a:xfrm>
      </p:grpSpPr>
      <p:grpSp>
        <p:nvGrpSpPr>
          <p:cNvPr name="Group 2" id="2"/>
          <p:cNvGrpSpPr/>
          <p:nvPr/>
        </p:nvGrpSpPr>
        <p:grpSpPr>
          <a:xfrm rot="0">
            <a:off x="534854" y="457200"/>
            <a:ext cx="17218292" cy="9294946"/>
            <a:chOff x="0" y="0"/>
            <a:chExt cx="22957723" cy="12393261"/>
          </a:xfrm>
        </p:grpSpPr>
        <p:grpSp>
          <p:nvGrpSpPr>
            <p:cNvPr name="Group 3" id="3"/>
            <p:cNvGrpSpPr/>
            <p:nvPr/>
          </p:nvGrpSpPr>
          <p:grpSpPr>
            <a:xfrm rot="0">
              <a:off x="0" y="1727243"/>
              <a:ext cx="22957723" cy="10666019"/>
              <a:chOff x="0" y="0"/>
              <a:chExt cx="4777465" cy="2219581"/>
            </a:xfrm>
          </p:grpSpPr>
          <p:sp>
            <p:nvSpPr>
              <p:cNvPr name="Freeform 4" id="4"/>
              <p:cNvSpPr/>
              <p:nvPr/>
            </p:nvSpPr>
            <p:spPr>
              <a:xfrm flipH="false" flipV="false" rot="0">
                <a:off x="0" y="0"/>
                <a:ext cx="4777465" cy="2219581"/>
              </a:xfrm>
              <a:custGeom>
                <a:avLst/>
                <a:gdLst/>
                <a:ahLst/>
                <a:cxnLst/>
                <a:rect r="r" b="b" t="t" l="l"/>
                <a:pathLst>
                  <a:path h="2219581" w="4777465">
                    <a:moveTo>
                      <a:pt x="22931" y="0"/>
                    </a:moveTo>
                    <a:lnTo>
                      <a:pt x="4754534" y="0"/>
                    </a:lnTo>
                    <a:cubicBezTo>
                      <a:pt x="4767199" y="0"/>
                      <a:pt x="4777465" y="10267"/>
                      <a:pt x="4777465" y="22931"/>
                    </a:cubicBezTo>
                    <a:lnTo>
                      <a:pt x="4777465" y="2196650"/>
                    </a:lnTo>
                    <a:cubicBezTo>
                      <a:pt x="4777465" y="2202732"/>
                      <a:pt x="4775049" y="2208564"/>
                      <a:pt x="4770749" y="2212865"/>
                    </a:cubicBezTo>
                    <a:cubicBezTo>
                      <a:pt x="4766449" y="2217165"/>
                      <a:pt x="4760616" y="2219581"/>
                      <a:pt x="4754534" y="2219581"/>
                    </a:cubicBezTo>
                    <a:lnTo>
                      <a:pt x="22931" y="2219581"/>
                    </a:lnTo>
                    <a:cubicBezTo>
                      <a:pt x="10267" y="2219581"/>
                      <a:pt x="0" y="2209315"/>
                      <a:pt x="0" y="2196650"/>
                    </a:cubicBezTo>
                    <a:lnTo>
                      <a:pt x="0" y="22931"/>
                    </a:lnTo>
                    <a:cubicBezTo>
                      <a:pt x="0" y="10267"/>
                      <a:pt x="10267" y="0"/>
                      <a:pt x="22931" y="0"/>
                    </a:cubicBezTo>
                    <a:close/>
                  </a:path>
                </a:pathLst>
              </a:custGeom>
              <a:solidFill>
                <a:srgbClr val="FFFFFF"/>
              </a:solidFill>
              <a:ln cap="rnd">
                <a:noFill/>
                <a:prstDash val="solid"/>
                <a:round/>
              </a:ln>
            </p:spPr>
          </p:sp>
          <p:sp>
            <p:nvSpPr>
              <p:cNvPr name="TextBox 5" id="5"/>
              <p:cNvSpPr txBox="true"/>
              <p:nvPr/>
            </p:nvSpPr>
            <p:spPr>
              <a:xfrm>
                <a:off x="0" y="-38100"/>
                <a:ext cx="4777465" cy="2257681"/>
              </a:xfrm>
              <a:prstGeom prst="rect">
                <a:avLst/>
              </a:prstGeom>
            </p:spPr>
            <p:txBody>
              <a:bodyPr anchor="ctr" rtlCol="false" tIns="48220" lIns="48220" bIns="48220" rIns="48220"/>
              <a:lstStyle/>
              <a:p>
                <a:pPr algn="ctr" marL="0" indent="0" lvl="0">
                  <a:lnSpc>
                    <a:spcPts val="1853"/>
                  </a:lnSpc>
                  <a:spcBef>
                    <a:spcPct val="0"/>
                  </a:spcBef>
                </a:pPr>
              </a:p>
              <a:p>
                <a:pPr algn="ctr" marL="0" indent="0" lvl="0">
                  <a:lnSpc>
                    <a:spcPts val="1853"/>
                  </a:lnSpc>
                  <a:spcBef>
                    <a:spcPct val="0"/>
                  </a:spcBef>
                </a:pPr>
              </a:p>
              <a:p>
                <a:pPr algn="ctr" marL="0" indent="0" lvl="0">
                  <a:lnSpc>
                    <a:spcPts val="1853"/>
                  </a:lnSpc>
                  <a:spcBef>
                    <a:spcPct val="0"/>
                  </a:spcBef>
                </a:pPr>
              </a:p>
            </p:txBody>
          </p:sp>
        </p:grpSp>
        <p:grpSp>
          <p:nvGrpSpPr>
            <p:cNvPr name="Group 6" id="6"/>
            <p:cNvGrpSpPr/>
            <p:nvPr/>
          </p:nvGrpSpPr>
          <p:grpSpPr>
            <a:xfrm rot="0">
              <a:off x="18499830" y="891712"/>
              <a:ext cx="4457893" cy="3397582"/>
              <a:chOff x="0" y="0"/>
              <a:chExt cx="927680" cy="707031"/>
            </a:xfrm>
          </p:grpSpPr>
          <p:sp>
            <p:nvSpPr>
              <p:cNvPr name="Freeform 7" id="7"/>
              <p:cNvSpPr/>
              <p:nvPr/>
            </p:nvSpPr>
            <p:spPr>
              <a:xfrm flipH="false" flipV="false" rot="0">
                <a:off x="0" y="0"/>
                <a:ext cx="927680" cy="707031"/>
              </a:xfrm>
              <a:custGeom>
                <a:avLst/>
                <a:gdLst/>
                <a:ahLst/>
                <a:cxnLst/>
                <a:rect r="r" b="b" t="t" l="l"/>
                <a:pathLst>
                  <a:path h="707031" w="927680">
                    <a:moveTo>
                      <a:pt x="118094" y="0"/>
                    </a:moveTo>
                    <a:lnTo>
                      <a:pt x="809586" y="0"/>
                    </a:lnTo>
                    <a:cubicBezTo>
                      <a:pt x="874808" y="0"/>
                      <a:pt x="927680" y="52872"/>
                      <a:pt x="927680" y="118094"/>
                    </a:cubicBezTo>
                    <a:lnTo>
                      <a:pt x="927680" y="588937"/>
                    </a:lnTo>
                    <a:cubicBezTo>
                      <a:pt x="927680" y="654159"/>
                      <a:pt x="874808" y="707031"/>
                      <a:pt x="809586" y="707031"/>
                    </a:cubicBezTo>
                    <a:lnTo>
                      <a:pt x="118094" y="707031"/>
                    </a:lnTo>
                    <a:cubicBezTo>
                      <a:pt x="52872" y="707031"/>
                      <a:pt x="0" y="654159"/>
                      <a:pt x="0" y="588937"/>
                    </a:cubicBezTo>
                    <a:lnTo>
                      <a:pt x="0" y="118094"/>
                    </a:lnTo>
                    <a:cubicBezTo>
                      <a:pt x="0" y="52872"/>
                      <a:pt x="52872" y="0"/>
                      <a:pt x="118094" y="0"/>
                    </a:cubicBezTo>
                    <a:close/>
                  </a:path>
                </a:pathLst>
              </a:custGeom>
              <a:solidFill>
                <a:srgbClr val="FFFFFF"/>
              </a:solidFill>
              <a:ln cap="rnd">
                <a:noFill/>
                <a:prstDash val="solid"/>
                <a:round/>
              </a:ln>
            </p:spPr>
          </p:sp>
          <p:sp>
            <p:nvSpPr>
              <p:cNvPr name="TextBox 8" id="8"/>
              <p:cNvSpPr txBox="true"/>
              <p:nvPr/>
            </p:nvSpPr>
            <p:spPr>
              <a:xfrm>
                <a:off x="0" y="-38100"/>
                <a:ext cx="927680" cy="745131"/>
              </a:xfrm>
              <a:prstGeom prst="rect">
                <a:avLst/>
              </a:prstGeom>
            </p:spPr>
            <p:txBody>
              <a:bodyPr anchor="ctr" rtlCol="false" tIns="48220" lIns="48220" bIns="48220" rIns="48220"/>
              <a:lstStyle/>
              <a:p>
                <a:pPr algn="ctr" marL="0" indent="0" lvl="0">
                  <a:lnSpc>
                    <a:spcPts val="1853"/>
                  </a:lnSpc>
                  <a:spcBef>
                    <a:spcPct val="0"/>
                  </a:spcBef>
                </a:pPr>
              </a:p>
              <a:p>
                <a:pPr algn="ctr" marL="0" indent="0" lvl="0">
                  <a:lnSpc>
                    <a:spcPts val="1853"/>
                  </a:lnSpc>
                  <a:spcBef>
                    <a:spcPct val="0"/>
                  </a:spcBef>
                </a:pPr>
              </a:p>
              <a:p>
                <a:pPr algn="ctr" marL="0" indent="0" lvl="0">
                  <a:lnSpc>
                    <a:spcPts val="1853"/>
                  </a:lnSpc>
                  <a:spcBef>
                    <a:spcPct val="0"/>
                  </a:spcBef>
                </a:pPr>
              </a:p>
            </p:txBody>
          </p:sp>
        </p:grpSp>
        <p:grpSp>
          <p:nvGrpSpPr>
            <p:cNvPr name="Group 9" id="9"/>
            <p:cNvGrpSpPr/>
            <p:nvPr/>
          </p:nvGrpSpPr>
          <p:grpSpPr>
            <a:xfrm rot="0">
              <a:off x="18064463" y="1334482"/>
              <a:ext cx="2392010" cy="1865053"/>
              <a:chOff x="0" y="0"/>
              <a:chExt cx="497773" cy="388115"/>
            </a:xfrm>
          </p:grpSpPr>
          <p:sp>
            <p:nvSpPr>
              <p:cNvPr name="Freeform 10" id="10"/>
              <p:cNvSpPr/>
              <p:nvPr/>
            </p:nvSpPr>
            <p:spPr>
              <a:xfrm flipH="false" flipV="false" rot="0">
                <a:off x="0" y="0"/>
                <a:ext cx="497773" cy="388115"/>
              </a:xfrm>
              <a:custGeom>
                <a:avLst/>
                <a:gdLst/>
                <a:ahLst/>
                <a:cxnLst/>
                <a:rect r="r" b="b" t="t" l="l"/>
                <a:pathLst>
                  <a:path h="388115" w="497773">
                    <a:moveTo>
                      <a:pt x="0" y="0"/>
                    </a:moveTo>
                    <a:lnTo>
                      <a:pt x="497773" y="0"/>
                    </a:lnTo>
                    <a:lnTo>
                      <a:pt x="497773" y="388115"/>
                    </a:lnTo>
                    <a:lnTo>
                      <a:pt x="0" y="388115"/>
                    </a:lnTo>
                    <a:close/>
                  </a:path>
                </a:pathLst>
              </a:custGeom>
              <a:solidFill>
                <a:srgbClr val="FFFFFF"/>
              </a:solidFill>
              <a:ln cap="sq">
                <a:noFill/>
                <a:prstDash val="solid"/>
                <a:miter/>
              </a:ln>
            </p:spPr>
          </p:sp>
          <p:sp>
            <p:nvSpPr>
              <p:cNvPr name="TextBox 11" id="11"/>
              <p:cNvSpPr txBox="true"/>
              <p:nvPr/>
            </p:nvSpPr>
            <p:spPr>
              <a:xfrm>
                <a:off x="0" y="-38100"/>
                <a:ext cx="497773" cy="426215"/>
              </a:xfrm>
              <a:prstGeom prst="rect">
                <a:avLst/>
              </a:prstGeom>
            </p:spPr>
            <p:txBody>
              <a:bodyPr anchor="ctr" rtlCol="false" tIns="48220" lIns="48220" bIns="48220" rIns="48220"/>
              <a:lstStyle/>
              <a:p>
                <a:pPr algn="ctr" marL="0" indent="0" lvl="0">
                  <a:lnSpc>
                    <a:spcPts val="1853"/>
                  </a:lnSpc>
                  <a:spcBef>
                    <a:spcPct val="0"/>
                  </a:spcBef>
                </a:pPr>
              </a:p>
              <a:p>
                <a:pPr algn="ctr" marL="0" indent="0" lvl="0">
                  <a:lnSpc>
                    <a:spcPts val="1853"/>
                  </a:lnSpc>
                  <a:spcBef>
                    <a:spcPct val="0"/>
                  </a:spcBef>
                </a:pPr>
              </a:p>
              <a:p>
                <a:pPr algn="ctr" marL="0" indent="0" lvl="0">
                  <a:lnSpc>
                    <a:spcPts val="1853"/>
                  </a:lnSpc>
                  <a:spcBef>
                    <a:spcPct val="0"/>
                  </a:spcBef>
                </a:pPr>
              </a:p>
            </p:txBody>
          </p:sp>
        </p:grpSp>
        <p:grpSp>
          <p:nvGrpSpPr>
            <p:cNvPr name="Group 12" id="12"/>
            <p:cNvGrpSpPr/>
            <p:nvPr/>
          </p:nvGrpSpPr>
          <p:grpSpPr>
            <a:xfrm rot="0">
              <a:off x="16059231" y="0"/>
              <a:ext cx="2504831" cy="1727243"/>
              <a:chOff x="0" y="0"/>
              <a:chExt cx="521251" cy="359436"/>
            </a:xfrm>
          </p:grpSpPr>
          <p:sp>
            <p:nvSpPr>
              <p:cNvPr name="Freeform 13" id="13"/>
              <p:cNvSpPr/>
              <p:nvPr/>
            </p:nvSpPr>
            <p:spPr>
              <a:xfrm flipH="false" flipV="false" rot="0">
                <a:off x="0" y="0"/>
                <a:ext cx="521251" cy="359436"/>
              </a:xfrm>
              <a:custGeom>
                <a:avLst/>
                <a:gdLst/>
                <a:ahLst/>
                <a:cxnLst/>
                <a:rect r="r" b="b" t="t" l="l"/>
                <a:pathLst>
                  <a:path h="359436" w="521251">
                    <a:moveTo>
                      <a:pt x="179718" y="0"/>
                    </a:moveTo>
                    <a:lnTo>
                      <a:pt x="341533" y="0"/>
                    </a:lnTo>
                    <a:cubicBezTo>
                      <a:pt x="440789" y="0"/>
                      <a:pt x="521251" y="80463"/>
                      <a:pt x="521251" y="179718"/>
                    </a:cubicBezTo>
                    <a:lnTo>
                      <a:pt x="521251" y="179718"/>
                    </a:lnTo>
                    <a:cubicBezTo>
                      <a:pt x="521251" y="227382"/>
                      <a:pt x="502317" y="273094"/>
                      <a:pt x="468613" y="306798"/>
                    </a:cubicBezTo>
                    <a:cubicBezTo>
                      <a:pt x="434909" y="340502"/>
                      <a:pt x="389197" y="359436"/>
                      <a:pt x="341533" y="359436"/>
                    </a:cubicBezTo>
                    <a:lnTo>
                      <a:pt x="179718" y="359436"/>
                    </a:lnTo>
                    <a:cubicBezTo>
                      <a:pt x="132054" y="359436"/>
                      <a:pt x="86342" y="340502"/>
                      <a:pt x="52638" y="306798"/>
                    </a:cubicBezTo>
                    <a:cubicBezTo>
                      <a:pt x="18935" y="273094"/>
                      <a:pt x="0" y="227382"/>
                      <a:pt x="0" y="179718"/>
                    </a:cubicBezTo>
                    <a:lnTo>
                      <a:pt x="0" y="179718"/>
                    </a:lnTo>
                    <a:cubicBezTo>
                      <a:pt x="0" y="132054"/>
                      <a:pt x="18935" y="86342"/>
                      <a:pt x="52638" y="52638"/>
                    </a:cubicBezTo>
                    <a:cubicBezTo>
                      <a:pt x="86342" y="18935"/>
                      <a:pt x="132054" y="0"/>
                      <a:pt x="179718" y="0"/>
                    </a:cubicBezTo>
                    <a:close/>
                  </a:path>
                </a:pathLst>
              </a:custGeom>
              <a:solidFill>
                <a:srgbClr val="5170FF"/>
              </a:solidFill>
              <a:ln cap="rnd">
                <a:noFill/>
                <a:prstDash val="solid"/>
                <a:round/>
              </a:ln>
            </p:spPr>
          </p:sp>
          <p:sp>
            <p:nvSpPr>
              <p:cNvPr name="TextBox 14" id="14"/>
              <p:cNvSpPr txBox="true"/>
              <p:nvPr/>
            </p:nvSpPr>
            <p:spPr>
              <a:xfrm>
                <a:off x="0" y="-38100"/>
                <a:ext cx="521251" cy="397536"/>
              </a:xfrm>
              <a:prstGeom prst="rect">
                <a:avLst/>
              </a:prstGeom>
            </p:spPr>
            <p:txBody>
              <a:bodyPr anchor="ctr" rtlCol="false" tIns="48220" lIns="48220" bIns="48220" rIns="48220"/>
              <a:lstStyle/>
              <a:p>
                <a:pPr algn="ctr" marL="0" indent="0" lvl="0">
                  <a:lnSpc>
                    <a:spcPts val="1853"/>
                  </a:lnSpc>
                  <a:spcBef>
                    <a:spcPct val="0"/>
                  </a:spcBef>
                </a:pPr>
              </a:p>
              <a:p>
                <a:pPr algn="ctr" marL="0" indent="0" lvl="0">
                  <a:lnSpc>
                    <a:spcPts val="1853"/>
                  </a:lnSpc>
                  <a:spcBef>
                    <a:spcPct val="0"/>
                  </a:spcBef>
                </a:pPr>
              </a:p>
              <a:p>
                <a:pPr algn="ctr" marL="0" indent="0" lvl="0">
                  <a:lnSpc>
                    <a:spcPts val="1853"/>
                  </a:lnSpc>
                  <a:spcBef>
                    <a:spcPct val="0"/>
                  </a:spcBef>
                </a:pPr>
              </a:p>
            </p:txBody>
          </p:sp>
        </p:grpSp>
      </p:grpSp>
      <p:sp>
        <p:nvSpPr>
          <p:cNvPr name="Freeform 15" id="15"/>
          <p:cNvSpPr/>
          <p:nvPr/>
        </p:nvSpPr>
        <p:spPr>
          <a:xfrm flipH="false" flipV="false" rot="0">
            <a:off x="820604" y="843344"/>
            <a:ext cx="334731" cy="334731"/>
          </a:xfrm>
          <a:custGeom>
            <a:avLst/>
            <a:gdLst/>
            <a:ahLst/>
            <a:cxnLst/>
            <a:rect r="r" b="b" t="t" l="l"/>
            <a:pathLst>
              <a:path h="334731" w="334731">
                <a:moveTo>
                  <a:pt x="0" y="0"/>
                </a:moveTo>
                <a:lnTo>
                  <a:pt x="334731" y="0"/>
                </a:lnTo>
                <a:lnTo>
                  <a:pt x="334731" y="334731"/>
                </a:lnTo>
                <a:lnTo>
                  <a:pt x="0" y="334731"/>
                </a:lnTo>
                <a:lnTo>
                  <a:pt x="0" y="0"/>
                </a:lnTo>
                <a:close/>
              </a:path>
            </a:pathLst>
          </a:custGeom>
          <a:blipFill>
            <a:blip r:embed="rId3">
              <a:extLst>
                <a:ext uri="{96DAC541-7B7A-43D3-8B79-37D633B846F1}">
                  <asvg:svgBlip xmlns:asvg="http://schemas.microsoft.com/office/drawing/2016/SVG/main" r:embed="rId4"/>
                </a:ext>
              </a:extLst>
            </a:blip>
            <a:stretch>
              <a:fillRect l="0" t="0" r="0" b="0"/>
            </a:stretch>
          </a:blipFill>
        </p:spPr>
      </p:sp>
      <p:grpSp>
        <p:nvGrpSpPr>
          <p:cNvPr name="Group 16" id="16"/>
          <p:cNvGrpSpPr/>
          <p:nvPr/>
        </p:nvGrpSpPr>
        <p:grpSpPr>
          <a:xfrm rot="0">
            <a:off x="10472784" y="6346709"/>
            <a:ext cx="5384961" cy="2252671"/>
            <a:chOff x="0" y="0"/>
            <a:chExt cx="7179948" cy="3003561"/>
          </a:xfrm>
        </p:grpSpPr>
        <p:grpSp>
          <p:nvGrpSpPr>
            <p:cNvPr name="Group 17" id="17"/>
            <p:cNvGrpSpPr/>
            <p:nvPr/>
          </p:nvGrpSpPr>
          <p:grpSpPr>
            <a:xfrm rot="0">
              <a:off x="0" y="0"/>
              <a:ext cx="7179948" cy="3003561"/>
              <a:chOff x="0" y="0"/>
              <a:chExt cx="1418261" cy="593296"/>
            </a:xfrm>
          </p:grpSpPr>
          <p:sp>
            <p:nvSpPr>
              <p:cNvPr name="Freeform 18" id="18"/>
              <p:cNvSpPr/>
              <p:nvPr/>
            </p:nvSpPr>
            <p:spPr>
              <a:xfrm flipH="false" flipV="false" rot="0">
                <a:off x="0" y="0"/>
                <a:ext cx="1418261" cy="593296"/>
              </a:xfrm>
              <a:custGeom>
                <a:avLst/>
                <a:gdLst/>
                <a:ahLst/>
                <a:cxnLst/>
                <a:rect r="r" b="b" t="t" l="l"/>
                <a:pathLst>
                  <a:path h="593296" w="1418261">
                    <a:moveTo>
                      <a:pt x="21565" y="0"/>
                    </a:moveTo>
                    <a:lnTo>
                      <a:pt x="1396696" y="0"/>
                    </a:lnTo>
                    <a:cubicBezTo>
                      <a:pt x="1408606" y="0"/>
                      <a:pt x="1418261" y="9655"/>
                      <a:pt x="1418261" y="21565"/>
                    </a:cubicBezTo>
                    <a:lnTo>
                      <a:pt x="1418261" y="571731"/>
                    </a:lnTo>
                    <a:cubicBezTo>
                      <a:pt x="1418261" y="577450"/>
                      <a:pt x="1415989" y="582935"/>
                      <a:pt x="1411945" y="586980"/>
                    </a:cubicBezTo>
                    <a:cubicBezTo>
                      <a:pt x="1407901" y="591024"/>
                      <a:pt x="1402415" y="593296"/>
                      <a:pt x="1396696" y="593296"/>
                    </a:cubicBezTo>
                    <a:lnTo>
                      <a:pt x="21565" y="593296"/>
                    </a:lnTo>
                    <a:cubicBezTo>
                      <a:pt x="9655" y="593296"/>
                      <a:pt x="0" y="583641"/>
                      <a:pt x="0" y="571731"/>
                    </a:cubicBezTo>
                    <a:lnTo>
                      <a:pt x="0" y="21565"/>
                    </a:lnTo>
                    <a:cubicBezTo>
                      <a:pt x="0" y="9655"/>
                      <a:pt x="9655" y="0"/>
                      <a:pt x="21565" y="0"/>
                    </a:cubicBezTo>
                    <a:close/>
                  </a:path>
                </a:pathLst>
              </a:custGeom>
              <a:solidFill>
                <a:srgbClr val="EAEAEA"/>
              </a:solidFill>
              <a:ln cap="sq">
                <a:noFill/>
                <a:prstDash val="solid"/>
                <a:miter/>
              </a:ln>
            </p:spPr>
          </p:sp>
          <p:sp>
            <p:nvSpPr>
              <p:cNvPr name="TextBox 19" id="19"/>
              <p:cNvSpPr txBox="true"/>
              <p:nvPr/>
            </p:nvSpPr>
            <p:spPr>
              <a:xfrm>
                <a:off x="0" y="19050"/>
                <a:ext cx="1418261" cy="574246"/>
              </a:xfrm>
              <a:prstGeom prst="rect">
                <a:avLst/>
              </a:prstGeom>
            </p:spPr>
            <p:txBody>
              <a:bodyPr anchor="ctr" rtlCol="false" tIns="50800" lIns="50800" bIns="50800" rIns="50800"/>
              <a:lstStyle/>
              <a:p>
                <a:pPr algn="ctr">
                  <a:lnSpc>
                    <a:spcPts val="2743"/>
                  </a:lnSpc>
                </a:pPr>
              </a:p>
            </p:txBody>
          </p:sp>
        </p:grpSp>
        <p:sp>
          <p:nvSpPr>
            <p:cNvPr name="Freeform 20" id="20"/>
            <p:cNvSpPr/>
            <p:nvPr/>
          </p:nvSpPr>
          <p:spPr>
            <a:xfrm flipH="false" flipV="false" rot="0">
              <a:off x="741639" y="709385"/>
              <a:ext cx="189653" cy="144610"/>
            </a:xfrm>
            <a:custGeom>
              <a:avLst/>
              <a:gdLst/>
              <a:ahLst/>
              <a:cxnLst/>
              <a:rect r="r" b="b" t="t" l="l"/>
              <a:pathLst>
                <a:path h="144610" w="189653">
                  <a:moveTo>
                    <a:pt x="0" y="0"/>
                  </a:moveTo>
                  <a:lnTo>
                    <a:pt x="189653" y="0"/>
                  </a:lnTo>
                  <a:lnTo>
                    <a:pt x="189653" y="144610"/>
                  </a:lnTo>
                  <a:lnTo>
                    <a:pt x="0" y="144610"/>
                  </a:lnTo>
                  <a:lnTo>
                    <a:pt x="0" y="0"/>
                  </a:lnTo>
                  <a:close/>
                </a:path>
              </a:pathLst>
            </a:custGeom>
            <a:blipFill>
              <a:blip r:embed="rId5">
                <a:extLst>
                  <a:ext uri="{96DAC541-7B7A-43D3-8B79-37D633B846F1}">
                    <asvg:svgBlip xmlns:asvg="http://schemas.microsoft.com/office/drawing/2016/SVG/main" r:embed="rId6"/>
                  </a:ext>
                </a:extLst>
              </a:blip>
              <a:stretch>
                <a:fillRect l="0" t="0" r="0" b="0"/>
              </a:stretch>
            </a:blipFill>
          </p:spPr>
        </p:sp>
        <p:sp>
          <p:nvSpPr>
            <p:cNvPr name="TextBox 21" id="21"/>
            <p:cNvSpPr txBox="true"/>
            <p:nvPr/>
          </p:nvSpPr>
          <p:spPr>
            <a:xfrm rot="0">
              <a:off x="1045128" y="502290"/>
              <a:ext cx="6134820" cy="482600"/>
            </a:xfrm>
            <a:prstGeom prst="rect">
              <a:avLst/>
            </a:prstGeom>
          </p:spPr>
          <p:txBody>
            <a:bodyPr anchor="t" rtlCol="false" tIns="0" lIns="0" bIns="0" rIns="0">
              <a:spAutoFit/>
            </a:bodyPr>
            <a:lstStyle/>
            <a:p>
              <a:pPr algn="l" marL="0" indent="0" lvl="0">
                <a:lnSpc>
                  <a:spcPts val="3000"/>
                </a:lnSpc>
                <a:spcBef>
                  <a:spcPct val="0"/>
                </a:spcBef>
              </a:pPr>
              <a:r>
                <a:rPr lang="en-US" b="true" sz="2000" spc="-40" strike="noStrike" u="none">
                  <a:solidFill>
                    <a:srgbClr val="333333">
                      <a:alpha val="89804"/>
                    </a:srgbClr>
                  </a:solidFill>
                  <a:latin typeface="프리젠테이션 Bold"/>
                  <a:ea typeface="프리젠테이션 Bold"/>
                  <a:cs typeface="프리젠테이션 Bold"/>
                  <a:sym typeface="프리젠테이션 Bold"/>
                </a:rPr>
                <a:t>AI 속을 조금 더 깊게</a:t>
              </a:r>
            </a:p>
          </p:txBody>
        </p:sp>
        <p:sp>
          <p:nvSpPr>
            <p:cNvPr name="Freeform 22" id="22"/>
            <p:cNvSpPr/>
            <p:nvPr/>
          </p:nvSpPr>
          <p:spPr>
            <a:xfrm flipH="false" flipV="false" rot="0">
              <a:off x="741639" y="1418045"/>
              <a:ext cx="189653" cy="144610"/>
            </a:xfrm>
            <a:custGeom>
              <a:avLst/>
              <a:gdLst/>
              <a:ahLst/>
              <a:cxnLst/>
              <a:rect r="r" b="b" t="t" l="l"/>
              <a:pathLst>
                <a:path h="144610" w="189653">
                  <a:moveTo>
                    <a:pt x="0" y="0"/>
                  </a:moveTo>
                  <a:lnTo>
                    <a:pt x="189653" y="0"/>
                  </a:lnTo>
                  <a:lnTo>
                    <a:pt x="189653" y="144611"/>
                  </a:lnTo>
                  <a:lnTo>
                    <a:pt x="0" y="144611"/>
                  </a:lnTo>
                  <a:lnTo>
                    <a:pt x="0" y="0"/>
                  </a:lnTo>
                  <a:close/>
                </a:path>
              </a:pathLst>
            </a:custGeom>
            <a:blipFill>
              <a:blip r:embed="rId5">
                <a:extLst>
                  <a:ext uri="{96DAC541-7B7A-43D3-8B79-37D633B846F1}">
                    <asvg:svgBlip xmlns:asvg="http://schemas.microsoft.com/office/drawing/2016/SVG/main" r:embed="rId6"/>
                  </a:ext>
                </a:extLst>
              </a:blip>
              <a:stretch>
                <a:fillRect l="0" t="0" r="0" b="0"/>
              </a:stretch>
            </a:blipFill>
          </p:spPr>
        </p:sp>
        <p:sp>
          <p:nvSpPr>
            <p:cNvPr name="TextBox 23" id="23"/>
            <p:cNvSpPr txBox="true"/>
            <p:nvPr/>
          </p:nvSpPr>
          <p:spPr>
            <a:xfrm rot="0">
              <a:off x="1045128" y="1210950"/>
              <a:ext cx="6134820" cy="482600"/>
            </a:xfrm>
            <a:prstGeom prst="rect">
              <a:avLst/>
            </a:prstGeom>
          </p:spPr>
          <p:txBody>
            <a:bodyPr anchor="t" rtlCol="false" tIns="0" lIns="0" bIns="0" rIns="0">
              <a:spAutoFit/>
            </a:bodyPr>
            <a:lstStyle/>
            <a:p>
              <a:pPr algn="l" marL="0" indent="0" lvl="0">
                <a:lnSpc>
                  <a:spcPts val="3000"/>
                </a:lnSpc>
                <a:spcBef>
                  <a:spcPct val="0"/>
                </a:spcBef>
              </a:pPr>
              <a:r>
                <a:rPr lang="en-US" b="true" sz="2000" spc="-40" strike="noStrike" u="none">
                  <a:solidFill>
                    <a:srgbClr val="333333">
                      <a:alpha val="89804"/>
                    </a:srgbClr>
                  </a:solidFill>
                  <a:latin typeface="프리젠테이션 Bold"/>
                  <a:ea typeface="프리젠테이션 Bold"/>
                  <a:cs typeface="프리젠테이션 Bold"/>
                  <a:sym typeface="프리젠테이션 Bold"/>
                </a:rPr>
                <a:t>준비물: 오늘의 my-intro 폴더</a:t>
              </a:r>
            </a:p>
          </p:txBody>
        </p:sp>
        <p:sp>
          <p:nvSpPr>
            <p:cNvPr name="Freeform 24" id="24"/>
            <p:cNvSpPr/>
            <p:nvPr/>
          </p:nvSpPr>
          <p:spPr>
            <a:xfrm flipH="false" flipV="false" rot="0">
              <a:off x="741639" y="2126706"/>
              <a:ext cx="189653" cy="144610"/>
            </a:xfrm>
            <a:custGeom>
              <a:avLst/>
              <a:gdLst/>
              <a:ahLst/>
              <a:cxnLst/>
              <a:rect r="r" b="b" t="t" l="l"/>
              <a:pathLst>
                <a:path h="144610" w="189653">
                  <a:moveTo>
                    <a:pt x="0" y="0"/>
                  </a:moveTo>
                  <a:lnTo>
                    <a:pt x="189653" y="0"/>
                  </a:lnTo>
                  <a:lnTo>
                    <a:pt x="189653" y="144610"/>
                  </a:lnTo>
                  <a:lnTo>
                    <a:pt x="0" y="144610"/>
                  </a:lnTo>
                  <a:lnTo>
                    <a:pt x="0" y="0"/>
                  </a:lnTo>
                  <a:close/>
                </a:path>
              </a:pathLst>
            </a:custGeom>
            <a:blipFill>
              <a:blip r:embed="rId5">
                <a:extLst>
                  <a:ext uri="{96DAC541-7B7A-43D3-8B79-37D633B846F1}">
                    <asvg:svgBlip xmlns:asvg="http://schemas.microsoft.com/office/drawing/2016/SVG/main" r:embed="rId6"/>
                  </a:ext>
                </a:extLst>
              </a:blip>
              <a:stretch>
                <a:fillRect l="0" t="0" r="0" b="0"/>
              </a:stretch>
            </a:blipFill>
          </p:spPr>
        </p:sp>
        <p:sp>
          <p:nvSpPr>
            <p:cNvPr name="TextBox 25" id="25"/>
            <p:cNvSpPr txBox="true"/>
            <p:nvPr/>
          </p:nvSpPr>
          <p:spPr>
            <a:xfrm rot="0">
              <a:off x="1045128" y="1919611"/>
              <a:ext cx="6134820" cy="482600"/>
            </a:xfrm>
            <a:prstGeom prst="rect">
              <a:avLst/>
            </a:prstGeom>
          </p:spPr>
          <p:txBody>
            <a:bodyPr anchor="t" rtlCol="false" tIns="0" lIns="0" bIns="0" rIns="0">
              <a:spAutoFit/>
            </a:bodyPr>
            <a:lstStyle/>
            <a:p>
              <a:pPr algn="l" marL="0" indent="0" lvl="0">
                <a:lnSpc>
                  <a:spcPts val="3000"/>
                </a:lnSpc>
                <a:spcBef>
                  <a:spcPct val="0"/>
                </a:spcBef>
              </a:pPr>
              <a:r>
                <a:rPr lang="en-US" b="true" sz="2000" spc="-40" strike="noStrike" u="none">
                  <a:solidFill>
                    <a:srgbClr val="333333">
                      <a:alpha val="89804"/>
                    </a:srgbClr>
                  </a:solidFill>
                  <a:latin typeface="프리젠테이션 Bold"/>
                  <a:ea typeface="프리젠테이션 Bold"/>
                  <a:cs typeface="프리젠테이션 Bold"/>
                  <a:sym typeface="프리젠테이션 Bold"/>
                </a:rPr>
                <a:t>AGENTS.md는 지우지 마세요!</a:t>
              </a:r>
            </a:p>
          </p:txBody>
        </p:sp>
      </p:grpSp>
      <p:grpSp>
        <p:nvGrpSpPr>
          <p:cNvPr name="Group 26" id="26"/>
          <p:cNvGrpSpPr/>
          <p:nvPr/>
        </p:nvGrpSpPr>
        <p:grpSpPr>
          <a:xfrm rot="0">
            <a:off x="10472784" y="2884234"/>
            <a:ext cx="7042754" cy="547878"/>
            <a:chOff x="0" y="0"/>
            <a:chExt cx="9390339" cy="730504"/>
          </a:xfrm>
        </p:grpSpPr>
        <p:sp>
          <p:nvSpPr>
            <p:cNvPr name="Freeform 27" id="27"/>
            <p:cNvSpPr/>
            <p:nvPr/>
          </p:nvSpPr>
          <p:spPr>
            <a:xfrm flipH="false" flipV="false" rot="0">
              <a:off x="0" y="192339"/>
              <a:ext cx="355986" cy="355986"/>
            </a:xfrm>
            <a:custGeom>
              <a:avLst/>
              <a:gdLst/>
              <a:ahLst/>
              <a:cxnLst/>
              <a:rect r="r" b="b" t="t" l="l"/>
              <a:pathLst>
                <a:path h="355986" w="355986">
                  <a:moveTo>
                    <a:pt x="0" y="0"/>
                  </a:moveTo>
                  <a:lnTo>
                    <a:pt x="355986" y="0"/>
                  </a:lnTo>
                  <a:lnTo>
                    <a:pt x="355986" y="355986"/>
                  </a:lnTo>
                  <a:lnTo>
                    <a:pt x="0" y="355986"/>
                  </a:lnTo>
                  <a:lnTo>
                    <a:pt x="0" y="0"/>
                  </a:lnTo>
                  <a:close/>
                </a:path>
              </a:pathLst>
            </a:custGeom>
            <a:blipFill>
              <a:blip r:embed="rId7">
                <a:extLst>
                  <a:ext uri="{96DAC541-7B7A-43D3-8B79-37D633B846F1}">
                    <asvg:svgBlip xmlns:asvg="http://schemas.microsoft.com/office/drawing/2016/SVG/main" r:embed="rId8"/>
                  </a:ext>
                </a:extLst>
              </a:blip>
              <a:stretch>
                <a:fillRect l="0" t="0" r="0" b="0"/>
              </a:stretch>
            </a:blipFill>
          </p:spPr>
        </p:sp>
        <p:sp>
          <p:nvSpPr>
            <p:cNvPr name="TextBox 28" id="28"/>
            <p:cNvSpPr txBox="true"/>
            <p:nvPr/>
          </p:nvSpPr>
          <p:spPr>
            <a:xfrm rot="0">
              <a:off x="500339" y="76200"/>
              <a:ext cx="8890000" cy="654304"/>
            </a:xfrm>
            <a:prstGeom prst="rect">
              <a:avLst/>
            </a:prstGeom>
          </p:spPr>
          <p:txBody>
            <a:bodyPr anchor="t" rtlCol="false" tIns="0" lIns="0" bIns="0" rIns="0">
              <a:spAutoFit/>
            </a:bodyPr>
            <a:lstStyle/>
            <a:p>
              <a:pPr algn="l" marL="0" indent="0" lvl="0">
                <a:lnSpc>
                  <a:spcPts val="3456"/>
                </a:lnSpc>
                <a:spcBef>
                  <a:spcPct val="0"/>
                </a:spcBef>
              </a:pPr>
              <a:r>
                <a:rPr lang="en-US" b="true" sz="3600" spc="-72" strike="noStrike" u="none">
                  <a:solidFill>
                    <a:srgbClr val="333333"/>
                  </a:solidFill>
                  <a:latin typeface="프리젠테이션 Bold"/>
                  <a:ea typeface="프리젠테이션 Bold"/>
                  <a:cs typeface="프리젠테이션 Bold"/>
                  <a:sym typeface="프리젠테이션 Bold"/>
                </a:rPr>
                <a:t>LLM · 보안 · 에이전트</a:t>
              </a:r>
            </a:p>
          </p:txBody>
        </p:sp>
      </p:grpSp>
      <p:sp>
        <p:nvSpPr>
          <p:cNvPr name="TextBox 29" id="29"/>
          <p:cNvSpPr txBox="true"/>
          <p:nvPr/>
        </p:nvSpPr>
        <p:spPr>
          <a:xfrm rot="0">
            <a:off x="1355167" y="696396"/>
            <a:ext cx="12295240" cy="685800"/>
          </a:xfrm>
          <a:prstGeom prst="rect">
            <a:avLst/>
          </a:prstGeom>
        </p:spPr>
        <p:txBody>
          <a:bodyPr anchor="t" rtlCol="false" tIns="0" lIns="0" bIns="0" rIns="0">
            <a:spAutoFit/>
          </a:bodyPr>
          <a:lstStyle/>
          <a:p>
            <a:pPr algn="l" marL="0" indent="0" lvl="0">
              <a:lnSpc>
                <a:spcPts val="5100"/>
              </a:lnSpc>
              <a:spcBef>
                <a:spcPct val="0"/>
              </a:spcBef>
            </a:pPr>
            <a:r>
              <a:rPr lang="en-US" b="true" sz="5000" spc="-100" strike="noStrike" u="none">
                <a:solidFill>
                  <a:srgbClr val="FFFFFF"/>
                </a:solidFill>
                <a:latin typeface="프리젠테이션 Bold"/>
                <a:ea typeface="프리젠테이션 Bold"/>
                <a:cs typeface="프리젠테이션 Bold"/>
                <a:sym typeface="프리젠테이션 Bold"/>
              </a:rPr>
              <a:t>다음 수업 예고: 4차시</a:t>
            </a:r>
          </a:p>
        </p:txBody>
      </p:sp>
      <p:sp>
        <p:nvSpPr>
          <p:cNvPr name="TextBox 30" id="30"/>
          <p:cNvSpPr txBox="true"/>
          <p:nvPr/>
        </p:nvSpPr>
        <p:spPr>
          <a:xfrm rot="0">
            <a:off x="10472784" y="3604117"/>
            <a:ext cx="7086813" cy="1365885"/>
          </a:xfrm>
          <a:prstGeom prst="rect">
            <a:avLst/>
          </a:prstGeom>
        </p:spPr>
        <p:txBody>
          <a:bodyPr anchor="t" rtlCol="false" tIns="0" lIns="0" bIns="0" rIns="0">
            <a:spAutoFit/>
          </a:bodyPr>
          <a:lstStyle/>
          <a:p>
            <a:pPr algn="l" marL="518160" indent="-259080" lvl="1">
              <a:lnSpc>
                <a:spcPts val="3600"/>
              </a:lnSpc>
              <a:buFont typeface="Arial"/>
              <a:buChar char="•"/>
            </a:pPr>
            <a:r>
              <a:rPr lang="en-US" b="true" sz="2400" spc="-48" strike="noStrike" u="none">
                <a:solidFill>
                  <a:srgbClr val="000000">
                    <a:alpha val="69804"/>
                  </a:srgbClr>
                </a:solidFill>
                <a:latin typeface="프리젠테이션 Bold"/>
                <a:ea typeface="프리젠테이션 Bold"/>
                <a:cs typeface="프리젠테이션 Bold"/>
                <a:sym typeface="프리젠테이션 Bold"/>
              </a:rPr>
              <a:t>LLM 개요 (AI는 어떻게 답할까?)</a:t>
            </a:r>
          </a:p>
          <a:p>
            <a:pPr algn="l" marL="518160" indent="-259080" lvl="1">
              <a:lnSpc>
                <a:spcPts val="3600"/>
              </a:lnSpc>
              <a:buFont typeface="Arial"/>
              <a:buChar char="•"/>
            </a:pPr>
            <a:r>
              <a:rPr lang="en-US" b="true" sz="2400" spc="-48" strike="noStrike" u="none">
                <a:solidFill>
                  <a:srgbClr val="000000">
                    <a:alpha val="69804"/>
                  </a:srgbClr>
                </a:solidFill>
                <a:latin typeface="프리젠테이션 Bold"/>
                <a:ea typeface="프리젠테이션 Bold"/>
                <a:cs typeface="프리젠테이션 Bold"/>
                <a:sym typeface="프리젠테이션 Bold"/>
              </a:rPr>
              <a:t>프롬프트 보안 (위험한 요청 막기)</a:t>
            </a:r>
          </a:p>
          <a:p>
            <a:pPr algn="l" marL="518160" indent="-259080" lvl="1">
              <a:lnSpc>
                <a:spcPts val="3600"/>
              </a:lnSpc>
              <a:buFont typeface="Arial"/>
              <a:buChar char="•"/>
            </a:pPr>
            <a:r>
              <a:rPr lang="en-US" b="true" sz="2400" spc="-48" strike="noStrike" u="none">
                <a:solidFill>
                  <a:srgbClr val="000000">
                    <a:alpha val="69804"/>
                  </a:srgbClr>
                </a:solidFill>
                <a:latin typeface="프리젠테이션 Bold"/>
                <a:ea typeface="프리젠테이션 Bold"/>
                <a:cs typeface="프리젠테이션 Bold"/>
                <a:sym typeface="프리젠테이션 Bold"/>
              </a:rPr>
              <a:t>LLM 에이전트 (스스로 일하는 AI)</a:t>
            </a:r>
          </a:p>
        </p:txBody>
      </p:sp>
      <p:sp>
        <p:nvSpPr>
          <p:cNvPr name="TextBox 31" id="31"/>
          <p:cNvSpPr txBox="true"/>
          <p:nvPr/>
        </p:nvSpPr>
        <p:spPr>
          <a:xfrm rot="0">
            <a:off x="14694520" y="1353621"/>
            <a:ext cx="2865076" cy="325120"/>
          </a:xfrm>
          <a:prstGeom prst="rect">
            <a:avLst/>
          </a:prstGeom>
        </p:spPr>
        <p:txBody>
          <a:bodyPr anchor="t" rtlCol="false" tIns="0" lIns="0" bIns="0" rIns="0">
            <a:spAutoFit/>
          </a:bodyPr>
          <a:lstStyle/>
          <a:p>
            <a:pPr algn="ctr" marL="0" indent="0" lvl="0">
              <a:lnSpc>
                <a:spcPts val="2540"/>
              </a:lnSpc>
              <a:spcBef>
                <a:spcPct val="0"/>
              </a:spcBef>
            </a:pPr>
            <a:r>
              <a:rPr lang="en-US" b="true" sz="2000" spc="122" strike="noStrike" u="none">
                <a:solidFill>
                  <a:srgbClr val="5170FF"/>
                </a:solidFill>
                <a:latin typeface="프리젠테이션 Bold"/>
                <a:ea typeface="프리젠테이션 Bold"/>
                <a:cs typeface="프리젠테이션 Bold"/>
                <a:sym typeface="프리젠테이션 Bold"/>
              </a:rPr>
              <a:t>해달 바이브코딩 기초반</a:t>
            </a:r>
          </a:p>
        </p:txBody>
      </p:sp>
      <p:sp>
        <p:nvSpPr>
          <p:cNvPr name="TextBox 32" id="32"/>
          <p:cNvSpPr txBox="true"/>
          <p:nvPr/>
        </p:nvSpPr>
        <p:spPr>
          <a:xfrm rot="0">
            <a:off x="8382000" y="8899525"/>
            <a:ext cx="1524000" cy="358775"/>
          </a:xfrm>
          <a:prstGeom prst="rect">
            <a:avLst/>
          </a:prstGeom>
        </p:spPr>
        <p:txBody>
          <a:bodyPr anchor="t" rtlCol="false" tIns="0" lIns="0" bIns="0" rIns="0">
            <a:spAutoFit/>
          </a:bodyPr>
          <a:lstStyle/>
          <a:p>
            <a:pPr algn="ctr" marL="0" indent="0" lvl="0">
              <a:lnSpc>
                <a:spcPts val="2800"/>
              </a:lnSpc>
              <a:spcBef>
                <a:spcPct val="0"/>
              </a:spcBef>
            </a:pPr>
            <a:r>
              <a:rPr lang="en-US" b="true" sz="2000" strike="noStrike" u="none">
                <a:solidFill>
                  <a:srgbClr val="4165C1"/>
                </a:solidFill>
                <a:latin typeface="프리젠테이션 Bold"/>
                <a:ea typeface="프리젠테이션 Bold"/>
                <a:cs typeface="프리젠테이션 Bold"/>
                <a:sym typeface="프리젠테이션 Bold"/>
              </a:rPr>
              <a:t>- 42 -</a:t>
            </a:r>
          </a:p>
        </p:txBody>
      </p:sp>
      <p:grpSp>
        <p:nvGrpSpPr>
          <p:cNvPr name="Group 33" id="33"/>
          <p:cNvGrpSpPr/>
          <p:nvPr/>
        </p:nvGrpSpPr>
        <p:grpSpPr>
          <a:xfrm rot="0">
            <a:off x="1698836" y="2898323"/>
            <a:ext cx="8207164" cy="5701057"/>
            <a:chOff x="0" y="0"/>
            <a:chExt cx="1170096" cy="812800"/>
          </a:xfrm>
        </p:grpSpPr>
        <p:sp>
          <p:nvSpPr>
            <p:cNvPr name="Freeform 34" id="34" descr="4차시 예고: LLM·보안·에이전트 일러스트"/>
            <p:cNvSpPr/>
            <p:nvPr/>
          </p:nvSpPr>
          <p:spPr>
            <a:xfrm flipH="false" flipV="false" rot="0">
              <a:off x="0" y="0"/>
              <a:ext cx="1170096" cy="812800"/>
            </a:xfrm>
            <a:custGeom>
              <a:avLst/>
              <a:gdLst/>
              <a:ahLst/>
              <a:cxnLst/>
              <a:rect r="r" b="b" t="t" l="l"/>
              <a:pathLst>
                <a:path h="812800" w="1170096">
                  <a:moveTo>
                    <a:pt x="14150" y="0"/>
                  </a:moveTo>
                  <a:lnTo>
                    <a:pt x="1155946" y="0"/>
                  </a:lnTo>
                  <a:cubicBezTo>
                    <a:pt x="1163761" y="0"/>
                    <a:pt x="1170096" y="6335"/>
                    <a:pt x="1170096" y="14150"/>
                  </a:cubicBezTo>
                  <a:lnTo>
                    <a:pt x="1170096" y="798650"/>
                  </a:lnTo>
                  <a:cubicBezTo>
                    <a:pt x="1170096" y="806465"/>
                    <a:pt x="1163761" y="812800"/>
                    <a:pt x="1155946" y="812800"/>
                  </a:cubicBezTo>
                  <a:lnTo>
                    <a:pt x="14150" y="812800"/>
                  </a:lnTo>
                  <a:cubicBezTo>
                    <a:pt x="6335" y="812800"/>
                    <a:pt x="0" y="806465"/>
                    <a:pt x="0" y="798650"/>
                  </a:cubicBezTo>
                  <a:lnTo>
                    <a:pt x="0" y="14150"/>
                  </a:lnTo>
                  <a:cubicBezTo>
                    <a:pt x="0" y="6335"/>
                    <a:pt x="6335" y="0"/>
                    <a:pt x="14150" y="0"/>
                  </a:cubicBezTo>
                  <a:close/>
                </a:path>
              </a:pathLst>
            </a:custGeom>
            <a:blipFill>
              <a:blip r:embed="rId9"/>
              <a:stretch>
                <a:fillRect l="-2130" t="0" r="-2130" b="0"/>
              </a:stretch>
            </a:blipFill>
            <a:ln cap="sq">
              <a:noFill/>
              <a:prstDash val="solid"/>
              <a:miter/>
            </a:ln>
          </p:spPr>
        </p:sp>
      </p:grpSp>
    </p:spTree>
  </p:cSld>
  <p:clrMapOvr>
    <a:masterClrMapping/>
  </p:clrMapOvr>
</p:sld>
</file>

<file path=ppt/slides/slide43.xml><?xml version="1.0" encoding="utf-8"?>
<p:sld xmlns:p="http://schemas.openxmlformats.org/presentationml/2006/main" xmlns:a="http://schemas.openxmlformats.org/drawingml/2006/main" xmlns:r="http://schemas.openxmlformats.org/officeDocument/2006/relationships">
  <p:cSld>
    <p:bg>
      <p:bgPr>
        <a:solidFill>
          <a:srgbClr val="5170FF"/>
        </a:solidFill>
      </p:bgPr>
    </p:bg>
    <p:spTree>
      <p:nvGrpSpPr>
        <p:cNvPr id="1" name=""/>
        <p:cNvGrpSpPr/>
        <p:nvPr/>
      </p:nvGrpSpPr>
      <p:grpSpPr>
        <a:xfrm>
          <a:off x="0" y="0"/>
          <a:ext cx="0" cy="0"/>
          <a:chOff x="0" y="0"/>
          <a:chExt cx="0" cy="0"/>
        </a:xfrm>
      </p:grpSpPr>
      <p:grpSp>
        <p:nvGrpSpPr>
          <p:cNvPr name="Group 2" id="2"/>
          <p:cNvGrpSpPr/>
          <p:nvPr/>
        </p:nvGrpSpPr>
        <p:grpSpPr>
          <a:xfrm rot="0">
            <a:off x="534854" y="457200"/>
            <a:ext cx="17218292" cy="9294946"/>
            <a:chOff x="0" y="0"/>
            <a:chExt cx="22957723" cy="12393261"/>
          </a:xfrm>
        </p:grpSpPr>
        <p:grpSp>
          <p:nvGrpSpPr>
            <p:cNvPr name="Group 3" id="3"/>
            <p:cNvGrpSpPr/>
            <p:nvPr/>
          </p:nvGrpSpPr>
          <p:grpSpPr>
            <a:xfrm rot="0">
              <a:off x="0" y="1727243"/>
              <a:ext cx="22957723" cy="10666019"/>
              <a:chOff x="0" y="0"/>
              <a:chExt cx="4777465" cy="2219581"/>
            </a:xfrm>
          </p:grpSpPr>
          <p:sp>
            <p:nvSpPr>
              <p:cNvPr name="Freeform 4" id="4"/>
              <p:cNvSpPr/>
              <p:nvPr/>
            </p:nvSpPr>
            <p:spPr>
              <a:xfrm flipH="false" flipV="false" rot="0">
                <a:off x="0" y="0"/>
                <a:ext cx="4777465" cy="2219581"/>
              </a:xfrm>
              <a:custGeom>
                <a:avLst/>
                <a:gdLst/>
                <a:ahLst/>
                <a:cxnLst/>
                <a:rect r="r" b="b" t="t" l="l"/>
                <a:pathLst>
                  <a:path h="2219581" w="4777465">
                    <a:moveTo>
                      <a:pt x="22931" y="0"/>
                    </a:moveTo>
                    <a:lnTo>
                      <a:pt x="4754534" y="0"/>
                    </a:lnTo>
                    <a:cubicBezTo>
                      <a:pt x="4767199" y="0"/>
                      <a:pt x="4777465" y="10267"/>
                      <a:pt x="4777465" y="22931"/>
                    </a:cubicBezTo>
                    <a:lnTo>
                      <a:pt x="4777465" y="2196650"/>
                    </a:lnTo>
                    <a:cubicBezTo>
                      <a:pt x="4777465" y="2202732"/>
                      <a:pt x="4775049" y="2208564"/>
                      <a:pt x="4770749" y="2212865"/>
                    </a:cubicBezTo>
                    <a:cubicBezTo>
                      <a:pt x="4766449" y="2217165"/>
                      <a:pt x="4760616" y="2219581"/>
                      <a:pt x="4754534" y="2219581"/>
                    </a:cubicBezTo>
                    <a:lnTo>
                      <a:pt x="22931" y="2219581"/>
                    </a:lnTo>
                    <a:cubicBezTo>
                      <a:pt x="10267" y="2219581"/>
                      <a:pt x="0" y="2209315"/>
                      <a:pt x="0" y="2196650"/>
                    </a:cubicBezTo>
                    <a:lnTo>
                      <a:pt x="0" y="22931"/>
                    </a:lnTo>
                    <a:cubicBezTo>
                      <a:pt x="0" y="10267"/>
                      <a:pt x="10267" y="0"/>
                      <a:pt x="22931" y="0"/>
                    </a:cubicBezTo>
                    <a:close/>
                  </a:path>
                </a:pathLst>
              </a:custGeom>
              <a:solidFill>
                <a:srgbClr val="FFFFFF"/>
              </a:solidFill>
              <a:ln cap="rnd">
                <a:noFill/>
                <a:prstDash val="solid"/>
                <a:round/>
              </a:ln>
            </p:spPr>
          </p:sp>
          <p:sp>
            <p:nvSpPr>
              <p:cNvPr name="TextBox 5" id="5"/>
              <p:cNvSpPr txBox="true"/>
              <p:nvPr/>
            </p:nvSpPr>
            <p:spPr>
              <a:xfrm>
                <a:off x="0" y="-38100"/>
                <a:ext cx="4777465" cy="2257681"/>
              </a:xfrm>
              <a:prstGeom prst="rect">
                <a:avLst/>
              </a:prstGeom>
            </p:spPr>
            <p:txBody>
              <a:bodyPr anchor="ctr" rtlCol="false" tIns="48220" lIns="48220" bIns="48220" rIns="48220"/>
              <a:lstStyle/>
              <a:p>
                <a:pPr algn="ctr" marL="0" indent="0" lvl="0">
                  <a:lnSpc>
                    <a:spcPts val="1853"/>
                  </a:lnSpc>
                  <a:spcBef>
                    <a:spcPct val="0"/>
                  </a:spcBef>
                </a:pPr>
              </a:p>
              <a:p>
                <a:pPr algn="ctr" marL="0" indent="0" lvl="0">
                  <a:lnSpc>
                    <a:spcPts val="1853"/>
                  </a:lnSpc>
                  <a:spcBef>
                    <a:spcPct val="0"/>
                  </a:spcBef>
                </a:pPr>
              </a:p>
              <a:p>
                <a:pPr algn="ctr" marL="0" indent="0" lvl="0">
                  <a:lnSpc>
                    <a:spcPts val="1853"/>
                  </a:lnSpc>
                  <a:spcBef>
                    <a:spcPct val="0"/>
                  </a:spcBef>
                </a:pPr>
              </a:p>
            </p:txBody>
          </p:sp>
        </p:grpSp>
        <p:grpSp>
          <p:nvGrpSpPr>
            <p:cNvPr name="Group 6" id="6"/>
            <p:cNvGrpSpPr/>
            <p:nvPr/>
          </p:nvGrpSpPr>
          <p:grpSpPr>
            <a:xfrm rot="0">
              <a:off x="18499830" y="891712"/>
              <a:ext cx="4457893" cy="3397582"/>
              <a:chOff x="0" y="0"/>
              <a:chExt cx="927680" cy="707031"/>
            </a:xfrm>
          </p:grpSpPr>
          <p:sp>
            <p:nvSpPr>
              <p:cNvPr name="Freeform 7" id="7"/>
              <p:cNvSpPr/>
              <p:nvPr/>
            </p:nvSpPr>
            <p:spPr>
              <a:xfrm flipH="false" flipV="false" rot="0">
                <a:off x="0" y="0"/>
                <a:ext cx="927680" cy="707031"/>
              </a:xfrm>
              <a:custGeom>
                <a:avLst/>
                <a:gdLst/>
                <a:ahLst/>
                <a:cxnLst/>
                <a:rect r="r" b="b" t="t" l="l"/>
                <a:pathLst>
                  <a:path h="707031" w="927680">
                    <a:moveTo>
                      <a:pt x="118094" y="0"/>
                    </a:moveTo>
                    <a:lnTo>
                      <a:pt x="809586" y="0"/>
                    </a:lnTo>
                    <a:cubicBezTo>
                      <a:pt x="874808" y="0"/>
                      <a:pt x="927680" y="52872"/>
                      <a:pt x="927680" y="118094"/>
                    </a:cubicBezTo>
                    <a:lnTo>
                      <a:pt x="927680" y="588937"/>
                    </a:lnTo>
                    <a:cubicBezTo>
                      <a:pt x="927680" y="654159"/>
                      <a:pt x="874808" y="707031"/>
                      <a:pt x="809586" y="707031"/>
                    </a:cubicBezTo>
                    <a:lnTo>
                      <a:pt x="118094" y="707031"/>
                    </a:lnTo>
                    <a:cubicBezTo>
                      <a:pt x="52872" y="707031"/>
                      <a:pt x="0" y="654159"/>
                      <a:pt x="0" y="588937"/>
                    </a:cubicBezTo>
                    <a:lnTo>
                      <a:pt x="0" y="118094"/>
                    </a:lnTo>
                    <a:cubicBezTo>
                      <a:pt x="0" y="52872"/>
                      <a:pt x="52872" y="0"/>
                      <a:pt x="118094" y="0"/>
                    </a:cubicBezTo>
                    <a:close/>
                  </a:path>
                </a:pathLst>
              </a:custGeom>
              <a:solidFill>
                <a:srgbClr val="FFFFFF"/>
              </a:solidFill>
              <a:ln cap="rnd">
                <a:noFill/>
                <a:prstDash val="solid"/>
                <a:round/>
              </a:ln>
            </p:spPr>
          </p:sp>
          <p:sp>
            <p:nvSpPr>
              <p:cNvPr name="TextBox 8" id="8"/>
              <p:cNvSpPr txBox="true"/>
              <p:nvPr/>
            </p:nvSpPr>
            <p:spPr>
              <a:xfrm>
                <a:off x="0" y="-38100"/>
                <a:ext cx="927680" cy="745131"/>
              </a:xfrm>
              <a:prstGeom prst="rect">
                <a:avLst/>
              </a:prstGeom>
            </p:spPr>
            <p:txBody>
              <a:bodyPr anchor="ctr" rtlCol="false" tIns="48220" lIns="48220" bIns="48220" rIns="48220"/>
              <a:lstStyle/>
              <a:p>
                <a:pPr algn="ctr" marL="0" indent="0" lvl="0">
                  <a:lnSpc>
                    <a:spcPts val="1853"/>
                  </a:lnSpc>
                  <a:spcBef>
                    <a:spcPct val="0"/>
                  </a:spcBef>
                </a:pPr>
              </a:p>
              <a:p>
                <a:pPr algn="ctr" marL="0" indent="0" lvl="0">
                  <a:lnSpc>
                    <a:spcPts val="1853"/>
                  </a:lnSpc>
                  <a:spcBef>
                    <a:spcPct val="0"/>
                  </a:spcBef>
                </a:pPr>
              </a:p>
              <a:p>
                <a:pPr algn="ctr" marL="0" indent="0" lvl="0">
                  <a:lnSpc>
                    <a:spcPts val="1853"/>
                  </a:lnSpc>
                  <a:spcBef>
                    <a:spcPct val="0"/>
                  </a:spcBef>
                </a:pPr>
              </a:p>
            </p:txBody>
          </p:sp>
        </p:grpSp>
        <p:grpSp>
          <p:nvGrpSpPr>
            <p:cNvPr name="Group 9" id="9"/>
            <p:cNvGrpSpPr/>
            <p:nvPr/>
          </p:nvGrpSpPr>
          <p:grpSpPr>
            <a:xfrm rot="0">
              <a:off x="18064463" y="1334482"/>
              <a:ext cx="2392010" cy="1865053"/>
              <a:chOff x="0" y="0"/>
              <a:chExt cx="497773" cy="388115"/>
            </a:xfrm>
          </p:grpSpPr>
          <p:sp>
            <p:nvSpPr>
              <p:cNvPr name="Freeform 10" id="10"/>
              <p:cNvSpPr/>
              <p:nvPr/>
            </p:nvSpPr>
            <p:spPr>
              <a:xfrm flipH="false" flipV="false" rot="0">
                <a:off x="0" y="0"/>
                <a:ext cx="497773" cy="388115"/>
              </a:xfrm>
              <a:custGeom>
                <a:avLst/>
                <a:gdLst/>
                <a:ahLst/>
                <a:cxnLst/>
                <a:rect r="r" b="b" t="t" l="l"/>
                <a:pathLst>
                  <a:path h="388115" w="497773">
                    <a:moveTo>
                      <a:pt x="0" y="0"/>
                    </a:moveTo>
                    <a:lnTo>
                      <a:pt x="497773" y="0"/>
                    </a:lnTo>
                    <a:lnTo>
                      <a:pt x="497773" y="388115"/>
                    </a:lnTo>
                    <a:lnTo>
                      <a:pt x="0" y="388115"/>
                    </a:lnTo>
                    <a:close/>
                  </a:path>
                </a:pathLst>
              </a:custGeom>
              <a:solidFill>
                <a:srgbClr val="FFFFFF"/>
              </a:solidFill>
              <a:ln cap="sq">
                <a:noFill/>
                <a:prstDash val="solid"/>
                <a:miter/>
              </a:ln>
            </p:spPr>
          </p:sp>
          <p:sp>
            <p:nvSpPr>
              <p:cNvPr name="TextBox 11" id="11"/>
              <p:cNvSpPr txBox="true"/>
              <p:nvPr/>
            </p:nvSpPr>
            <p:spPr>
              <a:xfrm>
                <a:off x="0" y="-38100"/>
                <a:ext cx="497773" cy="426215"/>
              </a:xfrm>
              <a:prstGeom prst="rect">
                <a:avLst/>
              </a:prstGeom>
            </p:spPr>
            <p:txBody>
              <a:bodyPr anchor="ctr" rtlCol="false" tIns="48220" lIns="48220" bIns="48220" rIns="48220"/>
              <a:lstStyle/>
              <a:p>
                <a:pPr algn="ctr" marL="0" indent="0" lvl="0">
                  <a:lnSpc>
                    <a:spcPts val="1853"/>
                  </a:lnSpc>
                  <a:spcBef>
                    <a:spcPct val="0"/>
                  </a:spcBef>
                </a:pPr>
              </a:p>
              <a:p>
                <a:pPr algn="ctr" marL="0" indent="0" lvl="0">
                  <a:lnSpc>
                    <a:spcPts val="1853"/>
                  </a:lnSpc>
                  <a:spcBef>
                    <a:spcPct val="0"/>
                  </a:spcBef>
                </a:pPr>
              </a:p>
              <a:p>
                <a:pPr algn="ctr" marL="0" indent="0" lvl="0">
                  <a:lnSpc>
                    <a:spcPts val="1853"/>
                  </a:lnSpc>
                  <a:spcBef>
                    <a:spcPct val="0"/>
                  </a:spcBef>
                </a:pPr>
              </a:p>
            </p:txBody>
          </p:sp>
        </p:grpSp>
        <p:grpSp>
          <p:nvGrpSpPr>
            <p:cNvPr name="Group 12" id="12"/>
            <p:cNvGrpSpPr/>
            <p:nvPr/>
          </p:nvGrpSpPr>
          <p:grpSpPr>
            <a:xfrm rot="0">
              <a:off x="16059231" y="0"/>
              <a:ext cx="2504831" cy="1727243"/>
              <a:chOff x="0" y="0"/>
              <a:chExt cx="521251" cy="359436"/>
            </a:xfrm>
          </p:grpSpPr>
          <p:sp>
            <p:nvSpPr>
              <p:cNvPr name="Freeform 13" id="13"/>
              <p:cNvSpPr/>
              <p:nvPr/>
            </p:nvSpPr>
            <p:spPr>
              <a:xfrm flipH="false" flipV="false" rot="0">
                <a:off x="0" y="0"/>
                <a:ext cx="521251" cy="359436"/>
              </a:xfrm>
              <a:custGeom>
                <a:avLst/>
                <a:gdLst/>
                <a:ahLst/>
                <a:cxnLst/>
                <a:rect r="r" b="b" t="t" l="l"/>
                <a:pathLst>
                  <a:path h="359436" w="521251">
                    <a:moveTo>
                      <a:pt x="179718" y="0"/>
                    </a:moveTo>
                    <a:lnTo>
                      <a:pt x="341533" y="0"/>
                    </a:lnTo>
                    <a:cubicBezTo>
                      <a:pt x="440789" y="0"/>
                      <a:pt x="521251" y="80463"/>
                      <a:pt x="521251" y="179718"/>
                    </a:cubicBezTo>
                    <a:lnTo>
                      <a:pt x="521251" y="179718"/>
                    </a:lnTo>
                    <a:cubicBezTo>
                      <a:pt x="521251" y="227382"/>
                      <a:pt x="502317" y="273094"/>
                      <a:pt x="468613" y="306798"/>
                    </a:cubicBezTo>
                    <a:cubicBezTo>
                      <a:pt x="434909" y="340502"/>
                      <a:pt x="389197" y="359436"/>
                      <a:pt x="341533" y="359436"/>
                    </a:cubicBezTo>
                    <a:lnTo>
                      <a:pt x="179718" y="359436"/>
                    </a:lnTo>
                    <a:cubicBezTo>
                      <a:pt x="132054" y="359436"/>
                      <a:pt x="86342" y="340502"/>
                      <a:pt x="52638" y="306798"/>
                    </a:cubicBezTo>
                    <a:cubicBezTo>
                      <a:pt x="18935" y="273094"/>
                      <a:pt x="0" y="227382"/>
                      <a:pt x="0" y="179718"/>
                    </a:cubicBezTo>
                    <a:lnTo>
                      <a:pt x="0" y="179718"/>
                    </a:lnTo>
                    <a:cubicBezTo>
                      <a:pt x="0" y="132054"/>
                      <a:pt x="18935" y="86342"/>
                      <a:pt x="52638" y="52638"/>
                    </a:cubicBezTo>
                    <a:cubicBezTo>
                      <a:pt x="86342" y="18935"/>
                      <a:pt x="132054" y="0"/>
                      <a:pt x="179718" y="0"/>
                    </a:cubicBezTo>
                    <a:close/>
                  </a:path>
                </a:pathLst>
              </a:custGeom>
              <a:solidFill>
                <a:srgbClr val="5170FF"/>
              </a:solidFill>
              <a:ln cap="rnd">
                <a:noFill/>
                <a:prstDash val="solid"/>
                <a:round/>
              </a:ln>
            </p:spPr>
          </p:sp>
          <p:sp>
            <p:nvSpPr>
              <p:cNvPr name="TextBox 14" id="14"/>
              <p:cNvSpPr txBox="true"/>
              <p:nvPr/>
            </p:nvSpPr>
            <p:spPr>
              <a:xfrm>
                <a:off x="0" y="-38100"/>
                <a:ext cx="521251" cy="397536"/>
              </a:xfrm>
              <a:prstGeom prst="rect">
                <a:avLst/>
              </a:prstGeom>
            </p:spPr>
            <p:txBody>
              <a:bodyPr anchor="ctr" rtlCol="false" tIns="48220" lIns="48220" bIns="48220" rIns="48220"/>
              <a:lstStyle/>
              <a:p>
                <a:pPr algn="ctr" marL="0" indent="0" lvl="0">
                  <a:lnSpc>
                    <a:spcPts val="1853"/>
                  </a:lnSpc>
                  <a:spcBef>
                    <a:spcPct val="0"/>
                  </a:spcBef>
                </a:pPr>
              </a:p>
              <a:p>
                <a:pPr algn="ctr" marL="0" indent="0" lvl="0">
                  <a:lnSpc>
                    <a:spcPts val="1853"/>
                  </a:lnSpc>
                  <a:spcBef>
                    <a:spcPct val="0"/>
                  </a:spcBef>
                </a:pPr>
              </a:p>
              <a:p>
                <a:pPr algn="ctr" marL="0" indent="0" lvl="0">
                  <a:lnSpc>
                    <a:spcPts val="1853"/>
                  </a:lnSpc>
                  <a:spcBef>
                    <a:spcPct val="0"/>
                  </a:spcBef>
                </a:pPr>
              </a:p>
            </p:txBody>
          </p:sp>
        </p:grpSp>
      </p:grpSp>
      <p:sp>
        <p:nvSpPr>
          <p:cNvPr name="TextBox 15" id="15"/>
          <p:cNvSpPr txBox="true"/>
          <p:nvPr/>
        </p:nvSpPr>
        <p:spPr>
          <a:xfrm rot="0">
            <a:off x="1355167" y="696396"/>
            <a:ext cx="12295240" cy="685800"/>
          </a:xfrm>
          <a:prstGeom prst="rect">
            <a:avLst/>
          </a:prstGeom>
        </p:spPr>
        <p:txBody>
          <a:bodyPr anchor="t" rtlCol="false" tIns="0" lIns="0" bIns="0" rIns="0">
            <a:spAutoFit/>
          </a:bodyPr>
          <a:lstStyle/>
          <a:p>
            <a:pPr algn="l" marL="0" indent="0" lvl="0">
              <a:lnSpc>
                <a:spcPts val="5100"/>
              </a:lnSpc>
            </a:pPr>
            <a:r>
              <a:rPr lang="en-US" b="true" sz="5000" spc="-100">
                <a:solidFill>
                  <a:srgbClr val="FFFFFF"/>
                </a:solidFill>
                <a:latin typeface="프리젠테이션 Bold"/>
                <a:ea typeface="프리젠테이션 Bold"/>
                <a:cs typeface="프리젠테이션 Bold"/>
                <a:sym typeface="프리젠테이션 Bold"/>
              </a:rPr>
              <a:t>질문과 답변</a:t>
            </a:r>
          </a:p>
        </p:txBody>
      </p:sp>
      <p:sp>
        <p:nvSpPr>
          <p:cNvPr name="Freeform 16" id="16"/>
          <p:cNvSpPr/>
          <p:nvPr/>
        </p:nvSpPr>
        <p:spPr>
          <a:xfrm flipH="false" flipV="false" rot="0">
            <a:off x="820604" y="843344"/>
            <a:ext cx="334731" cy="334731"/>
          </a:xfrm>
          <a:custGeom>
            <a:avLst/>
            <a:gdLst/>
            <a:ahLst/>
            <a:cxnLst/>
            <a:rect r="r" b="b" t="t" l="l"/>
            <a:pathLst>
              <a:path h="334731" w="334731">
                <a:moveTo>
                  <a:pt x="0" y="0"/>
                </a:moveTo>
                <a:lnTo>
                  <a:pt x="334731" y="0"/>
                </a:lnTo>
                <a:lnTo>
                  <a:pt x="334731" y="334731"/>
                </a:lnTo>
                <a:lnTo>
                  <a:pt x="0" y="334731"/>
                </a:lnTo>
                <a:lnTo>
                  <a:pt x="0" y="0"/>
                </a:lnTo>
                <a:close/>
              </a:path>
            </a:pathLst>
          </a:custGeom>
          <a:blipFill>
            <a:blip r:embed="rId3">
              <a:extLst>
                <a:ext uri="{96DAC541-7B7A-43D3-8B79-37D633B846F1}">
                  <asvg:svgBlip xmlns:asvg="http://schemas.microsoft.com/office/drawing/2016/SVG/main" r:embed="rId4"/>
                </a:ext>
              </a:extLst>
            </a:blip>
            <a:stretch>
              <a:fillRect l="0" t="0" r="0" b="0"/>
            </a:stretch>
          </a:blipFill>
        </p:spPr>
      </p:sp>
      <p:sp>
        <p:nvSpPr>
          <p:cNvPr name="TextBox 17" id="17"/>
          <p:cNvSpPr txBox="true"/>
          <p:nvPr/>
        </p:nvSpPr>
        <p:spPr>
          <a:xfrm rot="0">
            <a:off x="3432477" y="5792019"/>
            <a:ext cx="11423046" cy="718947"/>
          </a:xfrm>
          <a:prstGeom prst="rect">
            <a:avLst/>
          </a:prstGeom>
        </p:spPr>
        <p:txBody>
          <a:bodyPr anchor="t" rtlCol="false" tIns="0" lIns="0" bIns="0" rIns="0">
            <a:spAutoFit/>
          </a:bodyPr>
          <a:lstStyle/>
          <a:p>
            <a:pPr algn="ctr" marL="0" indent="0" lvl="0">
              <a:lnSpc>
                <a:spcPts val="5423"/>
              </a:lnSpc>
              <a:spcBef>
                <a:spcPct val="0"/>
              </a:spcBef>
            </a:pPr>
            <a:r>
              <a:rPr lang="en-US" b="true" sz="4800" spc="-144" strike="noStrike" u="none">
                <a:solidFill>
                  <a:srgbClr val="000000"/>
                </a:solidFill>
                <a:latin typeface="프리젠테이션 Bold"/>
                <a:ea typeface="프리젠테이션 Bold"/>
                <a:cs typeface="프리젠테이션 Bold"/>
                <a:sym typeface="프리젠테이션 Bold"/>
              </a:rPr>
              <a:t>궁금한 점, 무엇이든 물어보세요!</a:t>
            </a:r>
          </a:p>
        </p:txBody>
      </p:sp>
      <p:sp>
        <p:nvSpPr>
          <p:cNvPr name="TextBox 18" id="18"/>
          <p:cNvSpPr txBox="true"/>
          <p:nvPr/>
        </p:nvSpPr>
        <p:spPr>
          <a:xfrm rot="0">
            <a:off x="3432477" y="6590517"/>
            <a:ext cx="11423046" cy="718947"/>
          </a:xfrm>
          <a:prstGeom prst="rect">
            <a:avLst/>
          </a:prstGeom>
        </p:spPr>
        <p:txBody>
          <a:bodyPr anchor="t" rtlCol="false" tIns="0" lIns="0" bIns="0" rIns="0">
            <a:spAutoFit/>
          </a:bodyPr>
          <a:lstStyle/>
          <a:p>
            <a:pPr algn="ctr" marL="0" indent="0" lvl="0">
              <a:lnSpc>
                <a:spcPts val="5423"/>
              </a:lnSpc>
              <a:spcBef>
                <a:spcPct val="0"/>
              </a:spcBef>
            </a:pPr>
            <a:r>
              <a:rPr lang="en-US" b="true" sz="4800" spc="-144" strike="noStrike" u="none">
                <a:solidFill>
                  <a:srgbClr val="5170FF"/>
                </a:solidFill>
                <a:latin typeface="프리젠테이션 Bold"/>
                <a:ea typeface="프리젠테이션 Bold"/>
                <a:cs typeface="프리젠테이션 Bold"/>
                <a:sym typeface="프리젠테이션 Bold"/>
              </a:rPr>
              <a:t>수업 후에는 단톡방에서도 OK</a:t>
            </a:r>
          </a:p>
        </p:txBody>
      </p:sp>
      <p:sp>
        <p:nvSpPr>
          <p:cNvPr name="Freeform 19" id="19"/>
          <p:cNvSpPr/>
          <p:nvPr/>
        </p:nvSpPr>
        <p:spPr>
          <a:xfrm flipH="true" flipV="false" rot="0">
            <a:off x="7153634" y="3343132"/>
            <a:ext cx="2003592" cy="1570315"/>
          </a:xfrm>
          <a:custGeom>
            <a:avLst/>
            <a:gdLst/>
            <a:ahLst/>
            <a:cxnLst/>
            <a:rect r="r" b="b" t="t" l="l"/>
            <a:pathLst>
              <a:path h="1570315" w="2003592">
                <a:moveTo>
                  <a:pt x="2003593" y="0"/>
                </a:moveTo>
                <a:lnTo>
                  <a:pt x="0" y="0"/>
                </a:lnTo>
                <a:lnTo>
                  <a:pt x="0" y="1570316"/>
                </a:lnTo>
                <a:lnTo>
                  <a:pt x="2003593" y="1570316"/>
                </a:lnTo>
                <a:lnTo>
                  <a:pt x="2003593" y="0"/>
                </a:lnTo>
                <a:close/>
              </a:path>
            </a:pathLst>
          </a:custGeom>
          <a:blipFill>
            <a:blip r:embed="rId5">
              <a:extLst>
                <a:ext uri="{96DAC541-7B7A-43D3-8B79-37D633B846F1}">
                  <asvg:svgBlip xmlns:asvg="http://schemas.microsoft.com/office/drawing/2016/SVG/main" r:embed="rId6"/>
                </a:ext>
              </a:extLst>
            </a:blip>
            <a:stretch>
              <a:fillRect l="0" t="0" r="0" b="0"/>
            </a:stretch>
          </a:blipFill>
        </p:spPr>
      </p:sp>
      <p:sp>
        <p:nvSpPr>
          <p:cNvPr name="Freeform 20" id="20"/>
          <p:cNvSpPr/>
          <p:nvPr/>
        </p:nvSpPr>
        <p:spPr>
          <a:xfrm flipH="false" flipV="false" rot="0">
            <a:off x="9133758" y="3914364"/>
            <a:ext cx="2003592" cy="1570315"/>
          </a:xfrm>
          <a:custGeom>
            <a:avLst/>
            <a:gdLst/>
            <a:ahLst/>
            <a:cxnLst/>
            <a:rect r="r" b="b" t="t" l="l"/>
            <a:pathLst>
              <a:path h="1570315" w="2003592">
                <a:moveTo>
                  <a:pt x="0" y="0"/>
                </a:moveTo>
                <a:lnTo>
                  <a:pt x="2003592" y="0"/>
                </a:lnTo>
                <a:lnTo>
                  <a:pt x="2003592" y="1570315"/>
                </a:lnTo>
                <a:lnTo>
                  <a:pt x="0" y="1570315"/>
                </a:lnTo>
                <a:lnTo>
                  <a:pt x="0" y="0"/>
                </a:lnTo>
                <a:close/>
              </a:path>
            </a:pathLst>
          </a:custGeom>
          <a:blipFill>
            <a:blip r:embed="rId7">
              <a:extLst>
                <a:ext uri="{96DAC541-7B7A-43D3-8B79-37D633B846F1}">
                  <asvg:svgBlip xmlns:asvg="http://schemas.microsoft.com/office/drawing/2016/SVG/main" r:embed="rId8"/>
                </a:ext>
              </a:extLst>
            </a:blip>
            <a:stretch>
              <a:fillRect l="0" t="0" r="0" b="0"/>
            </a:stretch>
          </a:blipFill>
        </p:spPr>
      </p:sp>
      <p:sp>
        <p:nvSpPr>
          <p:cNvPr name="TextBox 21" id="21"/>
          <p:cNvSpPr txBox="true"/>
          <p:nvPr/>
        </p:nvSpPr>
        <p:spPr>
          <a:xfrm rot="0">
            <a:off x="7291556" y="3386575"/>
            <a:ext cx="1727750" cy="1143397"/>
          </a:xfrm>
          <a:prstGeom prst="rect">
            <a:avLst/>
          </a:prstGeom>
        </p:spPr>
        <p:txBody>
          <a:bodyPr anchor="t" rtlCol="false" tIns="0" lIns="0" bIns="0" rIns="0">
            <a:spAutoFit/>
          </a:bodyPr>
          <a:lstStyle/>
          <a:p>
            <a:pPr algn="ctr">
              <a:lnSpc>
                <a:spcPts val="8041"/>
              </a:lnSpc>
            </a:pPr>
            <a:r>
              <a:rPr lang="en-US" b="true" sz="6701" spc="-341">
                <a:solidFill>
                  <a:srgbClr val="FDFDFB"/>
                </a:solidFill>
                <a:latin typeface="DIN Next Bold"/>
                <a:ea typeface="DIN Next Bold"/>
                <a:cs typeface="DIN Next Bold"/>
                <a:sym typeface="DIN Next Bold"/>
              </a:rPr>
              <a:t>Q</a:t>
            </a:r>
          </a:p>
        </p:txBody>
      </p:sp>
      <p:sp>
        <p:nvSpPr>
          <p:cNvPr name="TextBox 22" id="22"/>
          <p:cNvSpPr txBox="true"/>
          <p:nvPr/>
        </p:nvSpPr>
        <p:spPr>
          <a:xfrm rot="0">
            <a:off x="9271679" y="3957807"/>
            <a:ext cx="1727750" cy="1143397"/>
          </a:xfrm>
          <a:prstGeom prst="rect">
            <a:avLst/>
          </a:prstGeom>
        </p:spPr>
        <p:txBody>
          <a:bodyPr anchor="t" rtlCol="false" tIns="0" lIns="0" bIns="0" rIns="0">
            <a:spAutoFit/>
          </a:bodyPr>
          <a:lstStyle/>
          <a:p>
            <a:pPr algn="ctr">
              <a:lnSpc>
                <a:spcPts val="8041"/>
              </a:lnSpc>
            </a:pPr>
            <a:r>
              <a:rPr lang="en-US" b="true" sz="6701" spc="-341">
                <a:solidFill>
                  <a:srgbClr val="FDFDFB"/>
                </a:solidFill>
                <a:latin typeface="DIN Next Bold"/>
                <a:ea typeface="DIN Next Bold"/>
                <a:cs typeface="DIN Next Bold"/>
                <a:sym typeface="DIN Next Bold"/>
              </a:rPr>
              <a:t>A</a:t>
            </a:r>
          </a:p>
        </p:txBody>
      </p:sp>
      <p:sp>
        <p:nvSpPr>
          <p:cNvPr name="TextBox 23" id="23"/>
          <p:cNvSpPr txBox="true"/>
          <p:nvPr/>
        </p:nvSpPr>
        <p:spPr>
          <a:xfrm rot="0">
            <a:off x="5408845" y="7574259"/>
            <a:ext cx="7496762" cy="593598"/>
          </a:xfrm>
          <a:prstGeom prst="rect">
            <a:avLst/>
          </a:prstGeom>
        </p:spPr>
        <p:txBody>
          <a:bodyPr anchor="t" rtlCol="false" tIns="0" lIns="0" bIns="0" rIns="0">
            <a:spAutoFit/>
          </a:bodyPr>
          <a:lstStyle/>
          <a:p>
            <a:pPr algn="ctr" marL="0" indent="0" lvl="0">
              <a:lnSpc>
                <a:spcPts val="2285"/>
              </a:lnSpc>
              <a:spcBef>
                <a:spcPct val="0"/>
              </a:spcBef>
            </a:pPr>
            <a:r>
              <a:rPr lang="en-US" b="true" sz="1799" spc="30" strike="noStrike" u="none">
                <a:solidFill>
                  <a:srgbClr val="747EA3"/>
                </a:solidFill>
                <a:latin typeface="프리젠테이션 Bold"/>
                <a:ea typeface="프리젠테이션 Bold"/>
                <a:cs typeface="프리젠테이션 Bold"/>
                <a:sym typeface="프리젠테이션 Bold"/>
              </a:rPr>
              <a:t>실습이 덜 끝났다면 실습 2(TCREI)까지만 먼저 완성해 주세요.</a:t>
            </a:r>
          </a:p>
          <a:p>
            <a:pPr algn="ctr" marL="0" indent="0" lvl="0">
              <a:lnSpc>
                <a:spcPts val="2285"/>
              </a:lnSpc>
              <a:spcBef>
                <a:spcPct val="0"/>
              </a:spcBef>
            </a:pPr>
            <a:r>
              <a:rPr lang="en-US" b="true" sz="1799" spc="30" strike="noStrike" u="none">
                <a:solidFill>
                  <a:srgbClr val="747EA3"/>
                </a:solidFill>
                <a:latin typeface="프리젠테이션 Bold"/>
                <a:ea typeface="프리젠테이션 Bold"/>
                <a:cs typeface="프리젠테이션 Bold"/>
                <a:sym typeface="프리젠테이션 Bold"/>
              </a:rPr>
              <a:t>에러 화면은 캡처해서 단톡방에 올려 주면 함께 해결합니다!</a:t>
            </a:r>
          </a:p>
        </p:txBody>
      </p:sp>
      <p:sp>
        <p:nvSpPr>
          <p:cNvPr name="TextBox 24" id="24"/>
          <p:cNvSpPr txBox="true"/>
          <p:nvPr/>
        </p:nvSpPr>
        <p:spPr>
          <a:xfrm rot="0">
            <a:off x="14694520" y="1353621"/>
            <a:ext cx="2865076" cy="325120"/>
          </a:xfrm>
          <a:prstGeom prst="rect">
            <a:avLst/>
          </a:prstGeom>
        </p:spPr>
        <p:txBody>
          <a:bodyPr anchor="t" rtlCol="false" tIns="0" lIns="0" bIns="0" rIns="0">
            <a:spAutoFit/>
          </a:bodyPr>
          <a:lstStyle/>
          <a:p>
            <a:pPr algn="ctr" marL="0" indent="0" lvl="0">
              <a:lnSpc>
                <a:spcPts val="2540"/>
              </a:lnSpc>
              <a:spcBef>
                <a:spcPct val="0"/>
              </a:spcBef>
            </a:pPr>
            <a:r>
              <a:rPr lang="en-US" b="true" sz="2000" spc="122" strike="noStrike" u="none">
                <a:solidFill>
                  <a:srgbClr val="5170FF"/>
                </a:solidFill>
                <a:latin typeface="프리젠테이션 Bold"/>
                <a:ea typeface="프리젠테이션 Bold"/>
                <a:cs typeface="프리젠테이션 Bold"/>
                <a:sym typeface="프리젠테이션 Bold"/>
              </a:rPr>
              <a:t>해달 바이브코딩 기초반</a:t>
            </a:r>
          </a:p>
        </p:txBody>
      </p:sp>
    </p:spTree>
  </p:cSld>
  <p:clrMapOvr>
    <a:masterClrMapping/>
  </p:clrMapOvr>
</p:sld>
</file>

<file path=ppt/slides/slide44.xml><?xml version="1.0" encoding="utf-8"?>
<p:sld xmlns:p="http://schemas.openxmlformats.org/presentationml/2006/main" xmlns:a="http://schemas.openxmlformats.org/drawingml/2006/main" xmlns:r="http://schemas.openxmlformats.org/officeDocument/2006/relationships">
  <p:cSld>
    <p:bg>
      <p:bgPr>
        <a:solidFill>
          <a:srgbClr val="5170FF"/>
        </a:solidFill>
      </p:bgPr>
    </p:bg>
    <p:spTree>
      <p:nvGrpSpPr>
        <p:cNvPr id="1" name=""/>
        <p:cNvGrpSpPr/>
        <p:nvPr/>
      </p:nvGrpSpPr>
      <p:grpSpPr>
        <a:xfrm>
          <a:off x="0" y="0"/>
          <a:ext cx="0" cy="0"/>
          <a:chOff x="0" y="0"/>
          <a:chExt cx="0" cy="0"/>
        </a:xfrm>
      </p:grpSpPr>
      <p:grpSp>
        <p:nvGrpSpPr>
          <p:cNvPr name="Group 2" id="2"/>
          <p:cNvGrpSpPr/>
          <p:nvPr/>
        </p:nvGrpSpPr>
        <p:grpSpPr>
          <a:xfrm rot="0">
            <a:off x="534854" y="566049"/>
            <a:ext cx="17218292" cy="9186097"/>
            <a:chOff x="0" y="0"/>
            <a:chExt cx="22957723" cy="12248129"/>
          </a:xfrm>
        </p:grpSpPr>
        <p:grpSp>
          <p:nvGrpSpPr>
            <p:cNvPr name="Group 3" id="3"/>
            <p:cNvGrpSpPr/>
            <p:nvPr/>
          </p:nvGrpSpPr>
          <p:grpSpPr>
            <a:xfrm rot="0">
              <a:off x="0" y="835531"/>
              <a:ext cx="22957723" cy="11412598"/>
              <a:chOff x="0" y="0"/>
              <a:chExt cx="4777465" cy="2374943"/>
            </a:xfrm>
          </p:grpSpPr>
          <p:sp>
            <p:nvSpPr>
              <p:cNvPr name="Freeform 4" id="4"/>
              <p:cNvSpPr/>
              <p:nvPr/>
            </p:nvSpPr>
            <p:spPr>
              <a:xfrm flipH="false" flipV="false" rot="0">
                <a:off x="0" y="0"/>
                <a:ext cx="4777465" cy="2374943"/>
              </a:xfrm>
              <a:custGeom>
                <a:avLst/>
                <a:gdLst/>
                <a:ahLst/>
                <a:cxnLst/>
                <a:rect r="r" b="b" t="t" l="l"/>
                <a:pathLst>
                  <a:path h="2374943" w="4777465">
                    <a:moveTo>
                      <a:pt x="22931" y="0"/>
                    </a:moveTo>
                    <a:lnTo>
                      <a:pt x="4754534" y="0"/>
                    </a:lnTo>
                    <a:cubicBezTo>
                      <a:pt x="4767199" y="0"/>
                      <a:pt x="4777465" y="10267"/>
                      <a:pt x="4777465" y="22931"/>
                    </a:cubicBezTo>
                    <a:lnTo>
                      <a:pt x="4777465" y="2352012"/>
                    </a:lnTo>
                    <a:cubicBezTo>
                      <a:pt x="4777465" y="2358094"/>
                      <a:pt x="4775049" y="2363926"/>
                      <a:pt x="4770749" y="2368227"/>
                    </a:cubicBezTo>
                    <a:cubicBezTo>
                      <a:pt x="4766449" y="2372527"/>
                      <a:pt x="4760616" y="2374943"/>
                      <a:pt x="4754534" y="2374943"/>
                    </a:cubicBezTo>
                    <a:lnTo>
                      <a:pt x="22931" y="2374943"/>
                    </a:lnTo>
                    <a:cubicBezTo>
                      <a:pt x="10267" y="2374943"/>
                      <a:pt x="0" y="2364677"/>
                      <a:pt x="0" y="2352012"/>
                    </a:cubicBezTo>
                    <a:lnTo>
                      <a:pt x="0" y="22931"/>
                    </a:lnTo>
                    <a:cubicBezTo>
                      <a:pt x="0" y="10267"/>
                      <a:pt x="10267" y="0"/>
                      <a:pt x="22931" y="0"/>
                    </a:cubicBezTo>
                    <a:close/>
                  </a:path>
                </a:pathLst>
              </a:custGeom>
              <a:solidFill>
                <a:srgbClr val="FFFFFF"/>
              </a:solidFill>
              <a:ln cap="rnd">
                <a:noFill/>
                <a:prstDash val="solid"/>
                <a:round/>
              </a:ln>
            </p:spPr>
          </p:sp>
          <p:sp>
            <p:nvSpPr>
              <p:cNvPr name="TextBox 5" id="5"/>
              <p:cNvSpPr txBox="true"/>
              <p:nvPr/>
            </p:nvSpPr>
            <p:spPr>
              <a:xfrm>
                <a:off x="0" y="-38100"/>
                <a:ext cx="4777465" cy="2413043"/>
              </a:xfrm>
              <a:prstGeom prst="rect">
                <a:avLst/>
              </a:prstGeom>
            </p:spPr>
            <p:txBody>
              <a:bodyPr anchor="ctr" rtlCol="false" tIns="48220" lIns="48220" bIns="48220" rIns="48220"/>
              <a:lstStyle/>
              <a:p>
                <a:pPr algn="ctr" marL="0" indent="0" lvl="0">
                  <a:lnSpc>
                    <a:spcPts val="1853"/>
                  </a:lnSpc>
                  <a:spcBef>
                    <a:spcPct val="0"/>
                  </a:spcBef>
                </a:pPr>
              </a:p>
              <a:p>
                <a:pPr algn="ctr" marL="0" indent="0" lvl="0">
                  <a:lnSpc>
                    <a:spcPts val="1853"/>
                  </a:lnSpc>
                  <a:spcBef>
                    <a:spcPct val="0"/>
                  </a:spcBef>
                </a:pPr>
              </a:p>
              <a:p>
                <a:pPr algn="ctr" marL="0" indent="0" lvl="0">
                  <a:lnSpc>
                    <a:spcPts val="1853"/>
                  </a:lnSpc>
                  <a:spcBef>
                    <a:spcPct val="0"/>
                  </a:spcBef>
                </a:pPr>
              </a:p>
            </p:txBody>
          </p:sp>
        </p:grpSp>
        <p:grpSp>
          <p:nvGrpSpPr>
            <p:cNvPr name="Group 6" id="6"/>
            <p:cNvGrpSpPr/>
            <p:nvPr/>
          </p:nvGrpSpPr>
          <p:grpSpPr>
            <a:xfrm rot="0">
              <a:off x="4517287" y="0"/>
              <a:ext cx="18440436" cy="3397582"/>
              <a:chOff x="0" y="0"/>
              <a:chExt cx="3837425" cy="707031"/>
            </a:xfrm>
          </p:grpSpPr>
          <p:sp>
            <p:nvSpPr>
              <p:cNvPr name="Freeform 7" id="7"/>
              <p:cNvSpPr/>
              <p:nvPr/>
            </p:nvSpPr>
            <p:spPr>
              <a:xfrm flipH="false" flipV="false" rot="0">
                <a:off x="0" y="0"/>
                <a:ext cx="3837425" cy="707031"/>
              </a:xfrm>
              <a:custGeom>
                <a:avLst/>
                <a:gdLst/>
                <a:ahLst/>
                <a:cxnLst/>
                <a:rect r="r" b="b" t="t" l="l"/>
                <a:pathLst>
                  <a:path h="707031" w="3837425">
                    <a:moveTo>
                      <a:pt x="28549" y="0"/>
                    </a:moveTo>
                    <a:lnTo>
                      <a:pt x="3808877" y="0"/>
                    </a:lnTo>
                    <a:cubicBezTo>
                      <a:pt x="3824644" y="0"/>
                      <a:pt x="3837425" y="12782"/>
                      <a:pt x="3837425" y="28549"/>
                    </a:cubicBezTo>
                    <a:lnTo>
                      <a:pt x="3837425" y="678483"/>
                    </a:lnTo>
                    <a:cubicBezTo>
                      <a:pt x="3837425" y="686054"/>
                      <a:pt x="3834418" y="693316"/>
                      <a:pt x="3829064" y="698670"/>
                    </a:cubicBezTo>
                    <a:cubicBezTo>
                      <a:pt x="3823710" y="704024"/>
                      <a:pt x="3816448" y="707031"/>
                      <a:pt x="3808877" y="707031"/>
                    </a:cubicBezTo>
                    <a:lnTo>
                      <a:pt x="28549" y="707031"/>
                    </a:lnTo>
                    <a:cubicBezTo>
                      <a:pt x="12782" y="707031"/>
                      <a:pt x="0" y="694250"/>
                      <a:pt x="0" y="678483"/>
                    </a:cubicBezTo>
                    <a:lnTo>
                      <a:pt x="0" y="28549"/>
                    </a:lnTo>
                    <a:cubicBezTo>
                      <a:pt x="0" y="20977"/>
                      <a:pt x="3008" y="13716"/>
                      <a:pt x="8362" y="8362"/>
                    </a:cubicBezTo>
                    <a:cubicBezTo>
                      <a:pt x="13716" y="3008"/>
                      <a:pt x="20977" y="0"/>
                      <a:pt x="28549" y="0"/>
                    </a:cubicBezTo>
                    <a:close/>
                  </a:path>
                </a:pathLst>
              </a:custGeom>
              <a:solidFill>
                <a:srgbClr val="FFFFFF"/>
              </a:solidFill>
              <a:ln cap="rnd">
                <a:noFill/>
                <a:prstDash val="solid"/>
                <a:round/>
              </a:ln>
            </p:spPr>
          </p:sp>
          <p:sp>
            <p:nvSpPr>
              <p:cNvPr name="TextBox 8" id="8"/>
              <p:cNvSpPr txBox="true"/>
              <p:nvPr/>
            </p:nvSpPr>
            <p:spPr>
              <a:xfrm>
                <a:off x="0" y="-38100"/>
                <a:ext cx="3837425" cy="745131"/>
              </a:xfrm>
              <a:prstGeom prst="rect">
                <a:avLst/>
              </a:prstGeom>
            </p:spPr>
            <p:txBody>
              <a:bodyPr anchor="ctr" rtlCol="false" tIns="48220" lIns="48220" bIns="48220" rIns="48220"/>
              <a:lstStyle/>
              <a:p>
                <a:pPr algn="ctr" marL="0" indent="0" lvl="0">
                  <a:lnSpc>
                    <a:spcPts val="1853"/>
                  </a:lnSpc>
                  <a:spcBef>
                    <a:spcPct val="0"/>
                  </a:spcBef>
                </a:pPr>
              </a:p>
              <a:p>
                <a:pPr algn="ctr" marL="0" indent="0" lvl="0">
                  <a:lnSpc>
                    <a:spcPts val="1853"/>
                  </a:lnSpc>
                  <a:spcBef>
                    <a:spcPct val="0"/>
                  </a:spcBef>
                </a:pPr>
              </a:p>
              <a:p>
                <a:pPr algn="ctr" marL="0" indent="0" lvl="0">
                  <a:lnSpc>
                    <a:spcPts val="1853"/>
                  </a:lnSpc>
                  <a:spcBef>
                    <a:spcPct val="0"/>
                  </a:spcBef>
                </a:pPr>
              </a:p>
            </p:txBody>
          </p:sp>
        </p:grpSp>
        <p:grpSp>
          <p:nvGrpSpPr>
            <p:cNvPr name="Group 9" id="9"/>
            <p:cNvGrpSpPr/>
            <p:nvPr/>
          </p:nvGrpSpPr>
          <p:grpSpPr>
            <a:xfrm rot="0">
              <a:off x="4081187" y="442770"/>
              <a:ext cx="2392010" cy="1865053"/>
              <a:chOff x="0" y="0"/>
              <a:chExt cx="497773" cy="388115"/>
            </a:xfrm>
          </p:grpSpPr>
          <p:sp>
            <p:nvSpPr>
              <p:cNvPr name="Freeform 10" id="10"/>
              <p:cNvSpPr/>
              <p:nvPr/>
            </p:nvSpPr>
            <p:spPr>
              <a:xfrm flipH="false" flipV="false" rot="0">
                <a:off x="0" y="0"/>
                <a:ext cx="497773" cy="388115"/>
              </a:xfrm>
              <a:custGeom>
                <a:avLst/>
                <a:gdLst/>
                <a:ahLst/>
                <a:cxnLst/>
                <a:rect r="r" b="b" t="t" l="l"/>
                <a:pathLst>
                  <a:path h="388115" w="497773">
                    <a:moveTo>
                      <a:pt x="0" y="0"/>
                    </a:moveTo>
                    <a:lnTo>
                      <a:pt x="497773" y="0"/>
                    </a:lnTo>
                    <a:lnTo>
                      <a:pt x="497773" y="388115"/>
                    </a:lnTo>
                    <a:lnTo>
                      <a:pt x="0" y="388115"/>
                    </a:lnTo>
                    <a:close/>
                  </a:path>
                </a:pathLst>
              </a:custGeom>
              <a:solidFill>
                <a:srgbClr val="FFFFFF"/>
              </a:solidFill>
              <a:ln cap="sq">
                <a:noFill/>
                <a:prstDash val="solid"/>
                <a:miter/>
              </a:ln>
            </p:spPr>
          </p:sp>
          <p:sp>
            <p:nvSpPr>
              <p:cNvPr name="TextBox 11" id="11"/>
              <p:cNvSpPr txBox="true"/>
              <p:nvPr/>
            </p:nvSpPr>
            <p:spPr>
              <a:xfrm>
                <a:off x="0" y="-38100"/>
                <a:ext cx="497773" cy="426215"/>
              </a:xfrm>
              <a:prstGeom prst="rect">
                <a:avLst/>
              </a:prstGeom>
            </p:spPr>
            <p:txBody>
              <a:bodyPr anchor="ctr" rtlCol="false" tIns="48220" lIns="48220" bIns="48220" rIns="48220"/>
              <a:lstStyle/>
              <a:p>
                <a:pPr algn="ctr" marL="0" indent="0" lvl="0">
                  <a:lnSpc>
                    <a:spcPts val="1853"/>
                  </a:lnSpc>
                  <a:spcBef>
                    <a:spcPct val="0"/>
                  </a:spcBef>
                </a:pPr>
              </a:p>
              <a:p>
                <a:pPr algn="ctr" marL="0" indent="0" lvl="0">
                  <a:lnSpc>
                    <a:spcPts val="1853"/>
                  </a:lnSpc>
                  <a:spcBef>
                    <a:spcPct val="0"/>
                  </a:spcBef>
                </a:pPr>
              </a:p>
              <a:p>
                <a:pPr algn="ctr" marL="0" indent="0" lvl="0">
                  <a:lnSpc>
                    <a:spcPts val="1853"/>
                  </a:lnSpc>
                  <a:spcBef>
                    <a:spcPct val="0"/>
                  </a:spcBef>
                </a:pPr>
              </a:p>
            </p:txBody>
          </p:sp>
        </p:grpSp>
      </p:grpSp>
      <p:grpSp>
        <p:nvGrpSpPr>
          <p:cNvPr name="Group 12" id="12"/>
          <p:cNvGrpSpPr/>
          <p:nvPr/>
        </p:nvGrpSpPr>
        <p:grpSpPr>
          <a:xfrm rot="0">
            <a:off x="2091821" y="-102735"/>
            <a:ext cx="1878623" cy="1295432"/>
            <a:chOff x="0" y="0"/>
            <a:chExt cx="521251" cy="359436"/>
          </a:xfrm>
        </p:grpSpPr>
        <p:sp>
          <p:nvSpPr>
            <p:cNvPr name="Freeform 13" id="13"/>
            <p:cNvSpPr/>
            <p:nvPr/>
          </p:nvSpPr>
          <p:spPr>
            <a:xfrm flipH="false" flipV="false" rot="0">
              <a:off x="0" y="0"/>
              <a:ext cx="521251" cy="359436"/>
            </a:xfrm>
            <a:custGeom>
              <a:avLst/>
              <a:gdLst/>
              <a:ahLst/>
              <a:cxnLst/>
              <a:rect r="r" b="b" t="t" l="l"/>
              <a:pathLst>
                <a:path h="359436" w="521251">
                  <a:moveTo>
                    <a:pt x="179718" y="0"/>
                  </a:moveTo>
                  <a:lnTo>
                    <a:pt x="341533" y="0"/>
                  </a:lnTo>
                  <a:cubicBezTo>
                    <a:pt x="440789" y="0"/>
                    <a:pt x="521251" y="80463"/>
                    <a:pt x="521251" y="179718"/>
                  </a:cubicBezTo>
                  <a:lnTo>
                    <a:pt x="521251" y="179718"/>
                  </a:lnTo>
                  <a:cubicBezTo>
                    <a:pt x="521251" y="227382"/>
                    <a:pt x="502317" y="273094"/>
                    <a:pt x="468613" y="306798"/>
                  </a:cubicBezTo>
                  <a:cubicBezTo>
                    <a:pt x="434909" y="340502"/>
                    <a:pt x="389197" y="359436"/>
                    <a:pt x="341533" y="359436"/>
                  </a:cubicBezTo>
                  <a:lnTo>
                    <a:pt x="179718" y="359436"/>
                  </a:lnTo>
                  <a:cubicBezTo>
                    <a:pt x="132054" y="359436"/>
                    <a:pt x="86342" y="340502"/>
                    <a:pt x="52638" y="306798"/>
                  </a:cubicBezTo>
                  <a:cubicBezTo>
                    <a:pt x="18935" y="273094"/>
                    <a:pt x="0" y="227382"/>
                    <a:pt x="0" y="179718"/>
                  </a:cubicBezTo>
                  <a:lnTo>
                    <a:pt x="0" y="179718"/>
                  </a:lnTo>
                  <a:cubicBezTo>
                    <a:pt x="0" y="132054"/>
                    <a:pt x="18935" y="86342"/>
                    <a:pt x="52638" y="52638"/>
                  </a:cubicBezTo>
                  <a:cubicBezTo>
                    <a:pt x="86342" y="18935"/>
                    <a:pt x="132054" y="0"/>
                    <a:pt x="179718" y="0"/>
                  </a:cubicBezTo>
                  <a:close/>
                </a:path>
              </a:pathLst>
            </a:custGeom>
            <a:solidFill>
              <a:srgbClr val="5170FF"/>
            </a:solidFill>
            <a:ln cap="rnd">
              <a:noFill/>
              <a:prstDash val="solid"/>
              <a:round/>
            </a:ln>
          </p:spPr>
        </p:sp>
        <p:sp>
          <p:nvSpPr>
            <p:cNvPr name="TextBox 14" id="14"/>
            <p:cNvSpPr txBox="true"/>
            <p:nvPr/>
          </p:nvSpPr>
          <p:spPr>
            <a:xfrm>
              <a:off x="0" y="-38100"/>
              <a:ext cx="521251" cy="397536"/>
            </a:xfrm>
            <a:prstGeom prst="rect">
              <a:avLst/>
            </a:prstGeom>
          </p:spPr>
          <p:txBody>
            <a:bodyPr anchor="ctr" rtlCol="false" tIns="48220" lIns="48220" bIns="48220" rIns="48220"/>
            <a:lstStyle/>
            <a:p>
              <a:pPr algn="ctr" marL="0" indent="0" lvl="0">
                <a:lnSpc>
                  <a:spcPts val="1853"/>
                </a:lnSpc>
                <a:spcBef>
                  <a:spcPct val="0"/>
                </a:spcBef>
              </a:pPr>
            </a:p>
            <a:p>
              <a:pPr algn="ctr" marL="0" indent="0" lvl="0">
                <a:lnSpc>
                  <a:spcPts val="1853"/>
                </a:lnSpc>
                <a:spcBef>
                  <a:spcPct val="0"/>
                </a:spcBef>
              </a:pPr>
            </a:p>
            <a:p>
              <a:pPr algn="ctr" marL="0" indent="0" lvl="0">
                <a:lnSpc>
                  <a:spcPts val="1853"/>
                </a:lnSpc>
                <a:spcBef>
                  <a:spcPct val="0"/>
                </a:spcBef>
              </a:pPr>
            </a:p>
          </p:txBody>
        </p:sp>
      </p:grpSp>
      <p:sp>
        <p:nvSpPr>
          <p:cNvPr name="Freeform 15" id="15"/>
          <p:cNvSpPr/>
          <p:nvPr/>
        </p:nvSpPr>
        <p:spPr>
          <a:xfrm flipH="false" flipV="false" rot="-5400000">
            <a:off x="16995628" y="862350"/>
            <a:ext cx="82863" cy="368281"/>
          </a:xfrm>
          <a:custGeom>
            <a:avLst/>
            <a:gdLst/>
            <a:ahLst/>
            <a:cxnLst/>
            <a:rect r="r" b="b" t="t" l="l"/>
            <a:pathLst>
              <a:path h="368281" w="82863">
                <a:moveTo>
                  <a:pt x="0" y="0"/>
                </a:moveTo>
                <a:lnTo>
                  <a:pt x="82863" y="0"/>
                </a:lnTo>
                <a:lnTo>
                  <a:pt x="82863" y="368281"/>
                </a:lnTo>
                <a:lnTo>
                  <a:pt x="0" y="368281"/>
                </a:lnTo>
                <a:lnTo>
                  <a:pt x="0" y="0"/>
                </a:lnTo>
                <a:close/>
              </a:path>
            </a:pathLst>
          </a:custGeom>
          <a:blipFill>
            <a:blip r:embed="rId3">
              <a:extLst>
                <a:ext uri="{96DAC541-7B7A-43D3-8B79-37D633B846F1}">
                  <asvg:svgBlip xmlns:asvg="http://schemas.microsoft.com/office/drawing/2016/SVG/main" r:embed="rId4"/>
                </a:ext>
              </a:extLst>
            </a:blip>
            <a:stretch>
              <a:fillRect l="0" t="0" r="0" b="0"/>
            </a:stretch>
          </a:blipFill>
          <a:ln cap="sq">
            <a:noFill/>
            <a:prstDash val="solid"/>
            <a:miter/>
          </a:ln>
        </p:spPr>
      </p:sp>
      <p:sp>
        <p:nvSpPr>
          <p:cNvPr name="Freeform 16" id="16"/>
          <p:cNvSpPr/>
          <p:nvPr/>
        </p:nvSpPr>
        <p:spPr>
          <a:xfrm flipH="false" flipV="false" rot="0">
            <a:off x="13540110" y="6593084"/>
            <a:ext cx="3312808" cy="2401786"/>
          </a:xfrm>
          <a:custGeom>
            <a:avLst/>
            <a:gdLst/>
            <a:ahLst/>
            <a:cxnLst/>
            <a:rect r="r" b="b" t="t" l="l"/>
            <a:pathLst>
              <a:path h="2401786" w="3312808">
                <a:moveTo>
                  <a:pt x="0" y="0"/>
                </a:moveTo>
                <a:lnTo>
                  <a:pt x="3312809" y="0"/>
                </a:lnTo>
                <a:lnTo>
                  <a:pt x="3312809" y="2401786"/>
                </a:lnTo>
                <a:lnTo>
                  <a:pt x="0" y="2401786"/>
                </a:lnTo>
                <a:lnTo>
                  <a:pt x="0" y="0"/>
                </a:lnTo>
                <a:close/>
              </a:path>
            </a:pathLst>
          </a:custGeom>
          <a:blipFill>
            <a:blip r:embed="rId5">
              <a:extLst>
                <a:ext uri="{96DAC541-7B7A-43D3-8B79-37D633B846F1}">
                  <asvg:svgBlip xmlns:asvg="http://schemas.microsoft.com/office/drawing/2016/SVG/main" r:embed="rId6"/>
                </a:ext>
              </a:extLst>
            </a:blip>
            <a:stretch>
              <a:fillRect l="0" t="0" r="0" b="0"/>
            </a:stretch>
          </a:blipFill>
        </p:spPr>
      </p:sp>
      <p:sp>
        <p:nvSpPr>
          <p:cNvPr name="TextBox 17" id="17"/>
          <p:cNvSpPr txBox="true"/>
          <p:nvPr/>
        </p:nvSpPr>
        <p:spPr>
          <a:xfrm rot="0">
            <a:off x="2377195" y="3075893"/>
            <a:ext cx="14882105" cy="1543752"/>
          </a:xfrm>
          <a:prstGeom prst="rect">
            <a:avLst/>
          </a:prstGeom>
        </p:spPr>
        <p:txBody>
          <a:bodyPr anchor="t" rtlCol="false" tIns="0" lIns="0" bIns="0" rIns="0">
            <a:spAutoFit/>
          </a:bodyPr>
          <a:lstStyle/>
          <a:p>
            <a:pPr algn="l">
              <a:lnSpc>
                <a:spcPts val="12193"/>
              </a:lnSpc>
            </a:pPr>
            <a:r>
              <a:rPr lang="en-US" b="true" sz="9601">
                <a:solidFill>
                  <a:srgbClr val="000000"/>
                </a:solidFill>
                <a:latin typeface="프리젠테이션 Ultra-Bold"/>
                <a:ea typeface="프리젠테이션 Ultra-Bold"/>
                <a:cs typeface="프리젠테이션 Ultra-Bold"/>
                <a:sym typeface="프리젠테이션 Ultra-Bold"/>
              </a:rPr>
              <a:t>THANK YOU!!</a:t>
            </a:r>
          </a:p>
        </p:txBody>
      </p:sp>
      <p:sp>
        <p:nvSpPr>
          <p:cNvPr name="TextBox 18" id="18"/>
          <p:cNvSpPr txBox="true"/>
          <p:nvPr/>
        </p:nvSpPr>
        <p:spPr>
          <a:xfrm rot="0">
            <a:off x="2377195" y="5160276"/>
            <a:ext cx="10520872" cy="380365"/>
          </a:xfrm>
          <a:prstGeom prst="rect">
            <a:avLst/>
          </a:prstGeom>
        </p:spPr>
        <p:txBody>
          <a:bodyPr anchor="t" rtlCol="false" tIns="0" lIns="0" bIns="0" rIns="0">
            <a:spAutoFit/>
          </a:bodyPr>
          <a:lstStyle/>
          <a:p>
            <a:pPr algn="l" marL="0" indent="0" lvl="0">
              <a:lnSpc>
                <a:spcPts val="3079"/>
              </a:lnSpc>
              <a:spcBef>
                <a:spcPct val="0"/>
              </a:spcBef>
            </a:pPr>
            <a:r>
              <a:rPr lang="en-US" b="true" sz="1999" spc="-19" strike="noStrike" u="none">
                <a:solidFill>
                  <a:srgbClr val="747EA3"/>
                </a:solidFill>
                <a:latin typeface="프리젠테이션 Bold"/>
                <a:ea typeface="프리젠테이션 Bold"/>
                <a:cs typeface="프리젠테이션 Bold"/>
                <a:sym typeface="프리젠테이션 Bold"/>
              </a:rPr>
              <a:t>오늘 고친 자기소개 페이지, 단톡방에 공유해 주세요!</a:t>
            </a:r>
          </a:p>
        </p:txBody>
      </p:sp>
      <p:sp>
        <p:nvSpPr>
          <p:cNvPr name="TextBox 19" id="19"/>
          <p:cNvSpPr txBox="true"/>
          <p:nvPr/>
        </p:nvSpPr>
        <p:spPr>
          <a:xfrm rot="0">
            <a:off x="2377195" y="4572020"/>
            <a:ext cx="7287980" cy="587883"/>
          </a:xfrm>
          <a:prstGeom prst="rect">
            <a:avLst/>
          </a:prstGeom>
        </p:spPr>
        <p:txBody>
          <a:bodyPr anchor="t" rtlCol="false" tIns="0" lIns="0" bIns="0" rIns="0">
            <a:spAutoFit/>
          </a:bodyPr>
          <a:lstStyle/>
          <a:p>
            <a:pPr algn="l" marL="0" indent="0" lvl="0">
              <a:lnSpc>
                <a:spcPts val="4715"/>
              </a:lnSpc>
              <a:spcBef>
                <a:spcPct val="0"/>
              </a:spcBef>
            </a:pPr>
            <a:r>
              <a:rPr lang="en-US" b="true" sz="3599" spc="-147" strike="noStrike" u="none">
                <a:solidFill>
                  <a:srgbClr val="5170FF">
                    <a:alpha val="93725"/>
                  </a:srgbClr>
                </a:solidFill>
                <a:latin typeface="프리젠테이션 Bold"/>
                <a:ea typeface="프리젠테이션 Bold"/>
                <a:cs typeface="프리젠테이션 Bold"/>
                <a:sym typeface="프리젠테이션 Bold"/>
              </a:rPr>
              <a:t>4차시에 만나요~!</a:t>
            </a:r>
          </a:p>
        </p:txBody>
      </p:sp>
      <p:sp>
        <p:nvSpPr>
          <p:cNvPr name="AutoShape 20" id="20"/>
          <p:cNvSpPr/>
          <p:nvPr/>
        </p:nvSpPr>
        <p:spPr>
          <a:xfrm flipH="true" flipV="true">
            <a:off x="4803882" y="6372794"/>
            <a:ext cx="0" cy="212812"/>
          </a:xfrm>
          <a:prstGeom prst="line">
            <a:avLst/>
          </a:prstGeom>
          <a:ln cap="flat" w="9525">
            <a:solidFill>
              <a:srgbClr val="222222">
                <a:alpha val="22745"/>
              </a:srgbClr>
            </a:solidFill>
            <a:prstDash val="solid"/>
            <a:headEnd type="none" len="sm" w="sm"/>
            <a:tailEnd type="none" len="sm" w="sm"/>
          </a:ln>
        </p:spPr>
      </p:sp>
      <p:sp>
        <p:nvSpPr>
          <p:cNvPr name="TextBox 21" id="21"/>
          <p:cNvSpPr txBox="true"/>
          <p:nvPr/>
        </p:nvSpPr>
        <p:spPr>
          <a:xfrm rot="0">
            <a:off x="2377195" y="6327216"/>
            <a:ext cx="2421924" cy="334010"/>
          </a:xfrm>
          <a:prstGeom prst="rect">
            <a:avLst/>
          </a:prstGeom>
        </p:spPr>
        <p:txBody>
          <a:bodyPr anchor="t" rtlCol="false" tIns="0" lIns="0" bIns="0" rIns="0">
            <a:spAutoFit/>
          </a:bodyPr>
          <a:lstStyle/>
          <a:p>
            <a:pPr algn="l" marL="0" indent="0" lvl="1">
              <a:lnSpc>
                <a:spcPts val="2619"/>
              </a:lnSpc>
              <a:spcBef>
                <a:spcPct val="0"/>
              </a:spcBef>
            </a:pPr>
            <a:r>
              <a:rPr lang="en-US" b="true" sz="1999" spc="-79" strike="noStrike" u="none">
                <a:solidFill>
                  <a:srgbClr val="000000"/>
                </a:solidFill>
                <a:latin typeface="프리젠테이션 Bold"/>
                <a:ea typeface="프리젠테이션 Bold"/>
                <a:cs typeface="프리젠테이션 Bold"/>
                <a:sym typeface="프리젠테이션 Bold"/>
              </a:rPr>
              <a:t>해달 교육운영진 </a:t>
            </a:r>
            <a:r>
              <a:rPr lang="en-US" b="true" sz="1999" spc="-79" strike="noStrike" u="none">
                <a:solidFill>
                  <a:srgbClr val="5170FF"/>
                </a:solidFill>
                <a:latin typeface="프리젠테이션 Bold"/>
                <a:ea typeface="프리젠테이션 Bold"/>
                <a:cs typeface="프리젠테이션 Bold"/>
                <a:sym typeface="프리젠테이션 Bold"/>
              </a:rPr>
              <a:t>허진수</a:t>
            </a:r>
          </a:p>
        </p:txBody>
      </p:sp>
      <p:sp>
        <p:nvSpPr>
          <p:cNvPr name="TextBox 22" id="22"/>
          <p:cNvSpPr txBox="true"/>
          <p:nvPr/>
        </p:nvSpPr>
        <p:spPr>
          <a:xfrm rot="0">
            <a:off x="5275369" y="6427467"/>
            <a:ext cx="5819862" cy="246379"/>
          </a:xfrm>
          <a:prstGeom prst="rect">
            <a:avLst/>
          </a:prstGeom>
        </p:spPr>
        <p:txBody>
          <a:bodyPr anchor="t" rtlCol="false" tIns="0" lIns="0" bIns="0" rIns="0">
            <a:spAutoFit/>
          </a:bodyPr>
          <a:lstStyle/>
          <a:p>
            <a:pPr algn="just" marL="0" indent="0" lvl="0">
              <a:lnSpc>
                <a:spcPts val="1659"/>
              </a:lnSpc>
              <a:spcBef>
                <a:spcPct val="0"/>
              </a:spcBef>
            </a:pPr>
            <a:r>
              <a:rPr lang="en-US" b="true" sz="1999" spc="33">
                <a:solidFill>
                  <a:srgbClr val="000000"/>
                </a:solidFill>
                <a:latin typeface="프리젠테이션 Bold"/>
                <a:ea typeface="프리젠테이션 Bold"/>
                <a:cs typeface="프리젠테이션 Bold"/>
                <a:sym typeface="프리젠테이션 Bold"/>
              </a:rPr>
              <a:t>문의: 단톡방 / zintn11@gmail.com</a:t>
            </a:r>
          </a:p>
        </p:txBody>
      </p:sp>
      <p:sp>
        <p:nvSpPr>
          <p:cNvPr name="AutoShape 23" id="23"/>
          <p:cNvSpPr/>
          <p:nvPr/>
        </p:nvSpPr>
        <p:spPr>
          <a:xfrm flipV="true">
            <a:off x="2377195" y="5933484"/>
            <a:ext cx="8718036" cy="0"/>
          </a:xfrm>
          <a:prstGeom prst="line">
            <a:avLst/>
          </a:prstGeom>
          <a:ln cap="flat" w="9525">
            <a:solidFill>
              <a:srgbClr val="222222">
                <a:alpha val="22745"/>
              </a:srgbClr>
            </a:solidFill>
            <a:prstDash val="solid"/>
            <a:headEnd type="none" len="sm" w="sm"/>
            <a:tailEnd type="none" len="sm" w="sm"/>
          </a:ln>
        </p:spPr>
      </p:sp>
      <p:sp>
        <p:nvSpPr>
          <p:cNvPr name="TextBox 24" id="24"/>
          <p:cNvSpPr txBox="true"/>
          <p:nvPr/>
        </p:nvSpPr>
        <p:spPr>
          <a:xfrm rot="0">
            <a:off x="659283" y="679939"/>
            <a:ext cx="2865076" cy="325120"/>
          </a:xfrm>
          <a:prstGeom prst="rect">
            <a:avLst/>
          </a:prstGeom>
        </p:spPr>
        <p:txBody>
          <a:bodyPr anchor="t" rtlCol="false" tIns="0" lIns="0" bIns="0" rIns="0">
            <a:spAutoFit/>
          </a:bodyPr>
          <a:lstStyle/>
          <a:p>
            <a:pPr algn="ctr" marL="0" indent="0" lvl="0">
              <a:lnSpc>
                <a:spcPts val="2540"/>
              </a:lnSpc>
              <a:spcBef>
                <a:spcPct val="0"/>
              </a:spcBef>
            </a:pPr>
            <a:r>
              <a:rPr lang="en-US" b="true" sz="2000" spc="122" strike="noStrike" u="none">
                <a:solidFill>
                  <a:srgbClr val="FFFFFF"/>
                </a:solidFill>
                <a:latin typeface="프리젠테이션 Bold"/>
                <a:ea typeface="프리젠테이션 Bold"/>
                <a:cs typeface="프리젠테이션 Bold"/>
                <a:sym typeface="프리젠테이션 Bold"/>
              </a:rPr>
              <a:t>해달 바이브코딩 기초반</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Company/>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xsi="http://www.w3.org/2001/XMLSchema-instance">
  <dcterms:created xsi:type="dcterms:W3CDTF">2006-08-16T00:00:00Z</dcterms:created>
  <dc:identifier>DAHWdxml9Us</dc:identifier>
  <dcterms:modified xsi:type="dcterms:W3CDTF">2011-08-01T06:04:30Z</dcterms:modified>
  <cp:revision>1</cp:revision>
  <dc:title>[VibeCoding] 3차시 강의 자료</dc:title>
</cp:coreProperties>
</file>